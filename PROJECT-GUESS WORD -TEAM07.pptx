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handoutMasters/handoutMaster1.xml" ContentType="application/vnd.openxmlformats-officedocument.presentationml.handoutMaster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p="http://schemas.openxmlformats.org/presentationml/2006/main" xmlns:r="http://schemas.openxmlformats.org/officeDocument/2006/relationships" xmlns:a="http://schemas.openxmlformats.org/drawingml/2006/main">
  <p:sldMasterIdLst>
    <p:sldMasterId id="2147483661" r:id="rId1"/>
  </p:sldMasterIdLst>
  <p:notesMasterIdLst>
    <p:notesMasterId r:id="rId2"/>
  </p:notesMasterIdLst>
  <p:handoutMasterIdLst>
    <p:handoutMasterId r:id="rId3"/>
  </p:handoutMasterIdLst>
  <p:sldIdLst>
    <p:sldId id="273" r:id="rId4"/>
    <p:sldId id="274" r:id="rId5"/>
    <p:sldId id="275" r:id="rId6"/>
    <p:sldId id="276" r:id="rId7"/>
    <p:sldId id="277" r:id="rId8"/>
    <p:sldId id="278" r:id="rId9"/>
    <p:sldId id="279" r:id="rId10"/>
    <p:sldId id="280" r:id="rId11"/>
    <p:sldId id="281" r:id="rId12"/>
    <p:sldId id="282" r:id="rId13"/>
    <p:sldId id="283" r:id="rId14"/>
    <p:sldId id="284" r:id="rId15"/>
    <p:sldId id="285" r:id="rId16"/>
    <p:sldId id="286" r:id="rId17"/>
    <p:sldId id="287" r:id="rId18"/>
  </p:sldIdLst>
  <p:sldSz type="screen16x9" cy="6858000" cx="12192000"/>
  <p:notesSz cx="6858000" cy="9144000"/>
  <p:defaultTextStyle>
    <a:defPPr>
      <a:defRPr lang="zh-CN"/>
    </a:defPPr>
    <a:lvl1pPr algn="l" defTabSz="914400" eaLnBrk="1" hangingPunct="1" latinLnBrk="0" marL="0" rtl="0">
      <a:defRPr sz="1800" kern="12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sz="1800" kern="12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sz="1800" kern="12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sz="1800" kern="12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sz="1800" kern="12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sz="1800" kern="12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sz="1800" kern="12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sz="1800" kern="12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 xmlns:r="http://schemas.openxmlformats.org/officeDocument/2006/relationships" xmlns:a="http://schemas.openxmlformats.org/drawingml/2006/main">
  <p:clrMru>
    <a:srgbClr val="0D141B"/>
    <a:srgbClr val="5CBFBC"/>
    <a:srgbClr val="1B2932"/>
    <a:srgbClr val="5EC1BE"/>
    <a:srgbClr val="5DC0BB"/>
    <a:srgbClr val="60C0BE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r="http://schemas.openxmlformats.org/officeDocument/2006/relationships" xmlns:a="http://schemas.openxmlformats.org/drawingml/2006/main" lastView="sldThumbnailView">
  <p:normalViewPr horzBarState="maximized">
    <p:restoredLeft sz="22353" autoAdjust="0"/>
    <p:restoredTop sz="94660"/>
  </p:normalViewPr>
  <p:slideViewPr>
    <p:cSldViewPr snapToGrid="0">
      <p:cViewPr varScale="1">
        <p:scale>
          <a:sx n="74" d="100"/>
          <a:sy n="74" d="100"/>
        </p:scale>
        <p:origin x="276" y="54"/>
      </p:cViewPr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handoutMaster" Target="handoutMasters/handout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tableStyles" Target="tableStyles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7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48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/>
        </p:spPr>
        <p:txBody>
          <a:bodyPr bIns="45720" lIns="91440" rIns="91440" rtlCol="0" tIns="45720" vert="horz"/>
          <a:lstStyle>
            <a:lvl1pPr algn="l">
              <a:defRPr sz="1200"/>
            </a:lvl1pPr>
          </a:lstStyle>
          <a:p>
            <a:endParaRPr altLang="en-US" lang="zh-CN"/>
          </a:p>
        </p:txBody>
      </p:sp>
      <p:sp>
        <p:nvSpPr>
          <p:cNvPr id="1048849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/>
        </p:spPr>
        <p:txBody>
          <a:bodyPr bIns="45720" lIns="91440" rIns="91440" rtlCol="0" tIns="45720" vert="horz"/>
          <a:lstStyle>
            <a:lvl1pPr algn="r">
              <a:defRPr sz="1200"/>
            </a:lvl1pPr>
          </a:lstStyle>
          <a:p>
            <a:fld id="{0F9B84EA-7D68-4D60-9CB1-D50884785D1C}" type="datetimeFigureOut">
              <a:rPr altLang="en-US" lang="zh-CN" smtClean="0"/>
              <a:t>2026/1/3</a:t>
            </a:fld>
            <a:endParaRPr altLang="en-US" lang="zh-CN"/>
          </a:p>
        </p:txBody>
      </p:sp>
      <p:sp>
        <p:nvSpPr>
          <p:cNvPr id="1048850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/>
        </p:spPr>
        <p:txBody>
          <a:bodyPr anchor="b" bIns="45720" lIns="91440" rIns="91440" rtlCol="0" tIns="45720" vert="horz"/>
          <a:lstStyle>
            <a:lvl1pPr algn="l">
              <a:defRPr sz="1200"/>
            </a:lvl1pPr>
          </a:lstStyle>
          <a:p>
            <a:endParaRPr altLang="en-US" lang="zh-CN"/>
          </a:p>
        </p:txBody>
      </p:sp>
      <p:sp>
        <p:nvSpPr>
          <p:cNvPr id="1048851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/>
        </p:spPr>
        <p:txBody>
          <a:bodyPr anchor="b" bIns="45720" lIns="91440" rIns="91440" rtlCol="0" tIns="45720" vert="horz"/>
          <a:lstStyle>
            <a:lvl1pPr algn="r">
              <a:defRPr sz="1200"/>
            </a:lvl1pPr>
          </a:lstStyle>
          <a:p>
            <a:fld id="{8D4E0FC9-F1F8-4FAE-9988-3BA365CFD46F}" type="slidenum">
              <a:rPr altLang="en-US" lang="zh-CN" smtClean="0"/>
              <a:t>‹#›</a:t>
            </a:fld>
            <a:endParaRPr altLang="en-US" lang="zh-CN"/>
          </a:p>
        </p:txBody>
      </p:sp>
    </p:spTree>
  </p:cSld>
  <p:clrMap accent1="accent1" accent2="accent2" accent3="accent3" accent4="accent4" accent5="accent5" accent6="accent6" bg1="lt1" bg2="lt2" tx1="dk1" tx2="dk2" hlink="hlink" folHlink="folHlink"/>
</p:handoutMaster>
</file>

<file path=ppt/notesMasters/_rels/notes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7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4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/>
        </p:spPr>
        <p:txBody>
          <a:bodyPr bIns="45720" lIns="91440" rIns="91440" rtlCol="0" tIns="45720" vert="horz"/>
          <a:lstStyle>
            <a:lvl1pPr algn="l">
              <a:defRPr sz="1200">
                <a:ea typeface="Calibri" panose="020F0502020204030204" charset="0"/>
                <a:cs typeface="Calibri" panose="020F0502020204030204" charset="0"/>
              </a:defRPr>
            </a:lvl1pPr>
          </a:lstStyle>
          <a:p>
            <a:endParaRPr altLang="en-US" lang="zh-CN"/>
          </a:p>
        </p:txBody>
      </p:sp>
      <p:sp>
        <p:nvSpPr>
          <p:cNvPr id="104884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/>
        </p:spPr>
        <p:txBody>
          <a:bodyPr bIns="45720" lIns="91440" rIns="91440" rtlCol="0" tIns="45720" vert="horz"/>
          <a:lstStyle>
            <a:lvl1pPr algn="r">
              <a:defRPr sz="1200">
                <a:ea typeface="Calibri" panose="020F0502020204030204" charset="0"/>
                <a:cs typeface="Calibri" panose="020F0502020204030204" charset="0"/>
              </a:defRPr>
            </a:lvl1pPr>
          </a:lstStyle>
          <a:p>
            <a:fld id="{D2A48B96-639E-45A3-A0BA-2464DFDB1FAA}" type="datetimeFigureOut">
              <a:rPr altLang="en-US" lang="zh-CN" smtClean="0"/>
              <a:t>2026/1/3</a:t>
            </a:fld>
            <a:endParaRPr altLang="en-US" lang="zh-CN"/>
          </a:p>
        </p:txBody>
      </p:sp>
      <p:sp>
        <p:nvSpPr>
          <p:cNvPr id="1048844" name="幻灯片图像占位符 3"/>
          <p:cNvSpPr>
            <a:spLocks noChangeAspect="1" noRot="1" noGrp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/>
          <a:noFill/>
          <a:ln w="12700">
            <a:solidFill>
              <a:prstClr val="black"/>
            </a:solidFill>
          </a:ln>
        </p:spPr>
        <p:txBody>
          <a:bodyPr anchor="ctr" bIns="45720" lIns="91440" rIns="91440" rtlCol="0" tIns="45720" vert="horz"/>
          <a:p>
            <a:endParaRPr altLang="en-US" lang="zh-CN"/>
          </a:p>
        </p:txBody>
      </p:sp>
      <p:sp>
        <p:nvSpPr>
          <p:cNvPr id="104884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/>
        </p:spPr>
        <p:txBody>
          <a:bodyPr bIns="45720" lIns="91440" rIns="91440" rtlCol="0" tIns="45720" vert="horz"/>
          <a:p>
            <a:pPr lvl="0"/>
            <a:r>
              <a:rPr altLang="en-US" lang="zh-CN"/>
              <a:t>单击此处编辑母版文本样式</a:t>
            </a:r>
          </a:p>
          <a:p>
            <a:pPr lvl="1"/>
            <a:r>
              <a:rPr altLang="en-US" lang="zh-CN"/>
              <a:t>第二级</a:t>
            </a:r>
          </a:p>
          <a:p>
            <a:pPr lvl="2"/>
            <a:r>
              <a:rPr altLang="en-US" lang="zh-CN"/>
              <a:t>第三级</a:t>
            </a:r>
          </a:p>
          <a:p>
            <a:pPr lvl="3"/>
            <a:r>
              <a:rPr altLang="en-US" lang="zh-CN"/>
              <a:t>第四级</a:t>
            </a:r>
          </a:p>
          <a:p>
            <a:pPr lvl="4"/>
            <a:r>
              <a:rPr altLang="en-US" lang="zh-CN"/>
              <a:t>第五级</a:t>
            </a:r>
          </a:p>
        </p:txBody>
      </p:sp>
      <p:sp>
        <p:nvSpPr>
          <p:cNvPr id="104884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/>
        </p:spPr>
        <p:txBody>
          <a:bodyPr anchor="b" bIns="45720" lIns="91440" rIns="91440" rtlCol="0" tIns="45720" vert="horz"/>
          <a:lstStyle>
            <a:lvl1pPr algn="l">
              <a:defRPr sz="1200">
                <a:ea typeface="Calibri" panose="020F0502020204030204" charset="0"/>
                <a:cs typeface="Calibri" panose="020F0502020204030204" charset="0"/>
              </a:defRPr>
            </a:lvl1pPr>
          </a:lstStyle>
          <a:p>
            <a:endParaRPr altLang="en-US" lang="zh-CN"/>
          </a:p>
        </p:txBody>
      </p:sp>
      <p:sp>
        <p:nvSpPr>
          <p:cNvPr id="104884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/>
        </p:spPr>
        <p:txBody>
          <a:bodyPr anchor="b" bIns="45720" lIns="91440" rIns="91440" rtlCol="0" tIns="45720" vert="horz"/>
          <a:lstStyle>
            <a:lvl1pPr algn="r">
              <a:defRPr sz="1200">
                <a:ea typeface="Calibri" panose="020F0502020204030204" charset="0"/>
                <a:cs typeface="Calibri" panose="020F0502020204030204" charset="0"/>
              </a:defRPr>
            </a:lvl1pPr>
          </a:lstStyle>
          <a:p>
            <a:fld id="{A6837353-30EB-4A48-80EB-173D804AEFBD}" type="slidenum">
              <a:rPr altLang="en-US" lang="zh-CN" smtClean="0"/>
              <a:t>‹#›</a:t>
            </a:fld>
            <a:endParaRPr altLang="en-US" lang="zh-CN"/>
          </a:p>
        </p:txBody>
      </p:sp>
    </p:spTree>
  </p:cSld>
  <p:clrMap accent1="accent1" accent2="accent2" accent3="accent3" accent4="accent4" accent5="accent5" accent6="accent6" bg1="lt1" bg2="lt2" tx1="dk1" tx2="dk2" hlink="hlink" folHlink="folHlink"/>
  <p:notesStyle>
    <a:lvl1pPr algn="l" defTabSz="914400" eaLnBrk="1" hangingPunct="1" latinLnBrk="0" marL="0" rtl="0">
      <a:defRPr sz="1200" kern="1200">
        <a:solidFill>
          <a:schemeClr val="tx1"/>
        </a:solidFill>
        <a:latin typeface="+mn-lt"/>
        <a:ea typeface="Calibri" panose="020F0502020204030204" charset="0"/>
        <a:cs typeface="Calibri" panose="020F0502020204030204" charset="0"/>
      </a:defRPr>
    </a:lvl1pPr>
    <a:lvl2pPr algn="l" defTabSz="914400" eaLnBrk="1" hangingPunct="1" latinLnBrk="0" marL="457200" rtl="0">
      <a:defRPr sz="1200" kern="1200">
        <a:solidFill>
          <a:schemeClr val="tx1"/>
        </a:solidFill>
        <a:latin typeface="+mn-lt"/>
        <a:ea typeface="Calibri" panose="020F0502020204030204" charset="0"/>
        <a:cs typeface="Calibri" panose="020F0502020204030204" charset="0"/>
      </a:defRPr>
    </a:lvl2pPr>
    <a:lvl3pPr algn="l" defTabSz="914400" eaLnBrk="1" hangingPunct="1" latinLnBrk="0" marL="914400" rtl="0">
      <a:defRPr sz="1200" kern="1200">
        <a:solidFill>
          <a:schemeClr val="tx1"/>
        </a:solidFill>
        <a:latin typeface="+mn-lt"/>
        <a:ea typeface="Calibri" panose="020F0502020204030204" charset="0"/>
        <a:cs typeface="Calibri" panose="020F0502020204030204" charset="0"/>
      </a:defRPr>
    </a:lvl3pPr>
    <a:lvl4pPr algn="l" defTabSz="914400" eaLnBrk="1" hangingPunct="1" latinLnBrk="0" marL="1371600" rtl="0">
      <a:defRPr sz="1200" kern="1200">
        <a:solidFill>
          <a:schemeClr val="tx1"/>
        </a:solidFill>
        <a:latin typeface="+mn-lt"/>
        <a:ea typeface="Calibri" panose="020F0502020204030204" charset="0"/>
        <a:cs typeface="Calibri" panose="020F0502020204030204" charset="0"/>
      </a:defRPr>
    </a:lvl4pPr>
    <a:lvl5pPr algn="l" defTabSz="914400" eaLnBrk="1" hangingPunct="1" latinLnBrk="0" marL="1828800" rtl="0">
      <a:defRPr sz="1200" kern="1200">
        <a:solidFill>
          <a:schemeClr val="tx1"/>
        </a:solidFill>
        <a:latin typeface="+mn-lt"/>
        <a:ea typeface="Calibri" panose="020F0502020204030204" charset="0"/>
        <a:cs typeface="Calibri" panose="020F0502020204030204" charset="0"/>
      </a:defRPr>
    </a:lvl5pPr>
    <a:lvl6pPr algn="l" defTabSz="914400" eaLnBrk="1" hangingPunct="1" latinLnBrk="0" marL="2286000" rtl="0">
      <a:defRPr sz="1200" kern="12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sz="1200" kern="12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sz="1200" kern="12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itle">
  <p:cSld name="标题幻灯片">
    <p:spTree>
      <p:nvGrpSpPr>
        <p:cNvPr id="4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5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altLang="en-US" lang="zh-CN"/>
              <a:t>单击此处编辑母版标题样式</a:t>
            </a:r>
          </a:p>
        </p:txBody>
      </p:sp>
      <p:sp>
        <p:nvSpPr>
          <p:cNvPr id="1048646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algn="ctr" indent="0" marL="0">
              <a:buNone/>
              <a:defRPr sz="2400"/>
            </a:lvl1pPr>
            <a:lvl2pPr algn="ctr" indent="0" marL="457200">
              <a:buNone/>
              <a:defRPr sz="2000"/>
            </a:lvl2pPr>
            <a:lvl3pPr algn="ctr" indent="0" marL="914400">
              <a:buNone/>
              <a:defRPr sz="1800"/>
            </a:lvl3pPr>
            <a:lvl4pPr algn="ctr" indent="0" marL="1371600">
              <a:buNone/>
              <a:defRPr sz="1600"/>
            </a:lvl4pPr>
            <a:lvl5pPr algn="ctr" indent="0" marL="1828800">
              <a:buNone/>
              <a:defRPr sz="1600"/>
            </a:lvl5pPr>
            <a:lvl6pPr algn="ctr" indent="0" marL="2286000">
              <a:buNone/>
              <a:defRPr sz="1600"/>
            </a:lvl6pPr>
            <a:lvl7pPr algn="ctr" indent="0" marL="2743200">
              <a:buNone/>
              <a:defRPr sz="1600"/>
            </a:lvl7pPr>
            <a:lvl8pPr algn="ctr" indent="0" marL="3200400">
              <a:buNone/>
              <a:defRPr sz="1600"/>
            </a:lvl8pPr>
            <a:lvl9pPr algn="ctr" indent="0" marL="3657600">
              <a:buNone/>
              <a:defRPr sz="1600"/>
            </a:lvl9pPr>
          </a:lstStyle>
          <a:p>
            <a:r>
              <a:rPr altLang="en-US" lang="zh-CN"/>
              <a:t>单击以编辑母版副标题样式</a:t>
            </a:r>
          </a:p>
        </p:txBody>
      </p:sp>
      <p:sp>
        <p:nvSpPr>
          <p:cNvPr id="1048647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03F1DDB7-6682-4819-AB77-027C1964014D}" type="datetimeFigureOut">
              <a:rPr altLang="en-US" lang="zh-CN" smtClean="0"/>
              <a:t>2026/1/3</a:t>
            </a:fld>
            <a:endParaRPr altLang="en-US" lang="zh-CN"/>
          </a:p>
        </p:txBody>
      </p:sp>
      <p:sp>
        <p:nvSpPr>
          <p:cNvPr id="1048648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altLang="en-US" lang="zh-CN"/>
          </a:p>
        </p:txBody>
      </p:sp>
      <p:sp>
        <p:nvSpPr>
          <p:cNvPr id="1048649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34835D3-9DE1-491A-BCF0-FDEE5DF92E94}" type="slidenum">
              <a:rPr altLang="en-US" lang="zh-CN" smtClean="0"/>
              <a:t>‹#›</a:t>
            </a:fld>
            <a:endParaRPr altLang="en-US" 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标题和内容">
    <p:spTree>
      <p:nvGrpSpPr>
        <p:cNvPr id="6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01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altLang="en-US" lang="zh-CN"/>
              <a:t>单击此处编辑母版标题样式</a:t>
            </a:r>
          </a:p>
        </p:txBody>
      </p:sp>
      <p:sp>
        <p:nvSpPr>
          <p:cNvPr id="1048802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p>
            <a:pPr lvl="0"/>
            <a:r>
              <a:rPr altLang="en-US" lang="zh-CN"/>
              <a:t>编辑母版文本样式</a:t>
            </a:r>
          </a:p>
          <a:p>
            <a:pPr lvl="1"/>
            <a:r>
              <a:rPr altLang="en-US" lang="zh-CN"/>
              <a:t>第二级</a:t>
            </a:r>
          </a:p>
          <a:p>
            <a:pPr lvl="2"/>
            <a:r>
              <a:rPr altLang="en-US" lang="zh-CN"/>
              <a:t>第三级</a:t>
            </a:r>
          </a:p>
          <a:p>
            <a:pPr lvl="3"/>
            <a:r>
              <a:rPr altLang="en-US" lang="zh-CN"/>
              <a:t>第四级</a:t>
            </a:r>
          </a:p>
          <a:p>
            <a:pPr lvl="4"/>
            <a:r>
              <a:rPr altLang="en-US" lang="zh-CN"/>
              <a:t>第五级</a:t>
            </a:r>
          </a:p>
        </p:txBody>
      </p:sp>
      <p:sp>
        <p:nvSpPr>
          <p:cNvPr id="1048803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03F1DDB7-6682-4819-AB77-027C1964014D}" type="datetimeFigureOut">
              <a:rPr altLang="en-US" lang="zh-CN" smtClean="0"/>
              <a:t>2026/1/3</a:t>
            </a:fld>
            <a:endParaRPr altLang="en-US" lang="zh-CN"/>
          </a:p>
        </p:txBody>
      </p:sp>
      <p:sp>
        <p:nvSpPr>
          <p:cNvPr id="1048804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altLang="en-US" lang="zh-CN"/>
          </a:p>
        </p:txBody>
      </p:sp>
      <p:sp>
        <p:nvSpPr>
          <p:cNvPr id="104880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34835D3-9DE1-491A-BCF0-FDEE5DF92E94}" type="slidenum">
              <a:rPr altLang="en-US" lang="zh-CN" smtClean="0"/>
              <a:t>‹#›</a:t>
            </a:fld>
            <a:endParaRPr altLang="en-US" 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secHead">
  <p:cSld name="节标题">
    <p:spTree>
      <p:nvGrpSpPr>
        <p:cNvPr id="7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17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altLang="en-US" lang="zh-CN"/>
              <a:t>单击此处编辑母版标题样式</a:t>
            </a:r>
          </a:p>
        </p:txBody>
      </p:sp>
      <p:sp>
        <p:nvSpPr>
          <p:cNvPr id="1048818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indent="0" marL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indent="0" marL="45720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indent="0" marL="91440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indent="0" marL="13716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indent="0" marL="18288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indent="0" marL="22860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indent="0" marL="27432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indent="0" marL="32004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indent="0" marL="36576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altLang="en-US" lang="zh-CN"/>
              <a:t>编辑母版文本样式</a:t>
            </a:r>
          </a:p>
        </p:txBody>
      </p:sp>
      <p:sp>
        <p:nvSpPr>
          <p:cNvPr id="1048819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03F1DDB7-6682-4819-AB77-027C1964014D}" type="datetimeFigureOut">
              <a:rPr altLang="en-US" lang="zh-CN" smtClean="0"/>
              <a:t>2026/1/3</a:t>
            </a:fld>
            <a:endParaRPr altLang="en-US" lang="zh-CN"/>
          </a:p>
        </p:txBody>
      </p:sp>
      <p:sp>
        <p:nvSpPr>
          <p:cNvPr id="1048820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altLang="en-US" lang="zh-CN"/>
          </a:p>
        </p:txBody>
      </p:sp>
      <p:sp>
        <p:nvSpPr>
          <p:cNvPr id="1048821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34835D3-9DE1-491A-BCF0-FDEE5DF92E94}" type="slidenum">
              <a:rPr altLang="en-US" lang="zh-CN" smtClean="0"/>
              <a:t>‹#›</a:t>
            </a:fld>
            <a:endParaRPr altLang="en-US" 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woObj">
  <p:cSld name="两栏内容">
    <p:spTree>
      <p:nvGrpSpPr>
        <p:cNvPr id="7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2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altLang="en-US" lang="zh-CN"/>
              <a:t>单击此处编辑母版标题样式</a:t>
            </a:r>
          </a:p>
        </p:txBody>
      </p:sp>
      <p:sp>
        <p:nvSpPr>
          <p:cNvPr id="104882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p>
            <a:pPr lvl="0"/>
            <a:r>
              <a:rPr altLang="en-US" lang="zh-CN"/>
              <a:t>编辑母版文本样式</a:t>
            </a:r>
          </a:p>
          <a:p>
            <a:pPr lvl="1"/>
            <a:r>
              <a:rPr altLang="en-US" lang="zh-CN"/>
              <a:t>第二级</a:t>
            </a:r>
          </a:p>
          <a:p>
            <a:pPr lvl="2"/>
            <a:r>
              <a:rPr altLang="en-US" lang="zh-CN"/>
              <a:t>第三级</a:t>
            </a:r>
          </a:p>
          <a:p>
            <a:pPr lvl="3"/>
            <a:r>
              <a:rPr altLang="en-US" lang="zh-CN"/>
              <a:t>第四级</a:t>
            </a:r>
          </a:p>
          <a:p>
            <a:pPr lvl="4"/>
            <a:r>
              <a:rPr altLang="en-US" lang="zh-CN"/>
              <a:t>第五级</a:t>
            </a:r>
          </a:p>
        </p:txBody>
      </p:sp>
      <p:sp>
        <p:nvSpPr>
          <p:cNvPr id="104882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p>
            <a:pPr lvl="0"/>
            <a:r>
              <a:rPr altLang="en-US" lang="zh-CN"/>
              <a:t>编辑母版文本样式</a:t>
            </a:r>
          </a:p>
          <a:p>
            <a:pPr lvl="1"/>
            <a:r>
              <a:rPr altLang="en-US" lang="zh-CN"/>
              <a:t>第二级</a:t>
            </a:r>
          </a:p>
          <a:p>
            <a:pPr lvl="2"/>
            <a:r>
              <a:rPr altLang="en-US" lang="zh-CN"/>
              <a:t>第三级</a:t>
            </a:r>
          </a:p>
          <a:p>
            <a:pPr lvl="3"/>
            <a:r>
              <a:rPr altLang="en-US" lang="zh-CN"/>
              <a:t>第四级</a:t>
            </a:r>
          </a:p>
          <a:p>
            <a:pPr lvl="4"/>
            <a:r>
              <a:rPr altLang="en-US" lang="zh-CN"/>
              <a:t>第五级</a:t>
            </a:r>
          </a:p>
        </p:txBody>
      </p:sp>
      <p:sp>
        <p:nvSpPr>
          <p:cNvPr id="104882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03F1DDB7-6682-4819-AB77-027C1964014D}" type="datetimeFigureOut">
              <a:rPr altLang="en-US" lang="zh-CN" smtClean="0"/>
              <a:t>2026/1/3</a:t>
            </a:fld>
            <a:endParaRPr altLang="en-US" lang="zh-CN"/>
          </a:p>
        </p:txBody>
      </p:sp>
      <p:sp>
        <p:nvSpPr>
          <p:cNvPr id="104882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altLang="en-US" lang="zh-CN"/>
          </a:p>
        </p:txBody>
      </p:sp>
      <p:sp>
        <p:nvSpPr>
          <p:cNvPr id="104882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34835D3-9DE1-491A-BCF0-FDEE5DF92E94}" type="slidenum">
              <a:rPr altLang="en-US" lang="zh-CN" smtClean="0"/>
              <a:t>‹#›</a:t>
            </a:fld>
            <a:endParaRPr altLang="en-US" 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woTxTwoObj">
  <p:cSld name="比较">
    <p:spTree>
      <p:nvGrpSpPr>
        <p:cNvPr id="7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28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p>
            <a:r>
              <a:rPr altLang="en-US" lang="zh-CN"/>
              <a:t>单击此处编辑母版标题样式</a:t>
            </a:r>
          </a:p>
        </p:txBody>
      </p:sp>
      <p:sp>
        <p:nvSpPr>
          <p:cNvPr id="1048829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indent="0" marL="0">
              <a:buNone/>
              <a:defRPr b="1" sz="2400"/>
            </a:lvl1pPr>
            <a:lvl2pPr indent="0" marL="457200">
              <a:buNone/>
              <a:defRPr b="1" sz="2000"/>
            </a:lvl2pPr>
            <a:lvl3pPr indent="0" marL="914400">
              <a:buNone/>
              <a:defRPr b="1" sz="1800"/>
            </a:lvl3pPr>
            <a:lvl4pPr indent="0" marL="1371600">
              <a:buNone/>
              <a:defRPr b="1" sz="1600"/>
            </a:lvl4pPr>
            <a:lvl5pPr indent="0" marL="1828800">
              <a:buNone/>
              <a:defRPr b="1" sz="1600"/>
            </a:lvl5pPr>
            <a:lvl6pPr indent="0" marL="2286000">
              <a:buNone/>
              <a:defRPr b="1" sz="1600"/>
            </a:lvl6pPr>
            <a:lvl7pPr indent="0" marL="2743200">
              <a:buNone/>
              <a:defRPr b="1" sz="1600"/>
            </a:lvl7pPr>
            <a:lvl8pPr indent="0" marL="3200400">
              <a:buNone/>
              <a:defRPr b="1" sz="1600"/>
            </a:lvl8pPr>
            <a:lvl9pPr indent="0" marL="3657600">
              <a:buNone/>
              <a:defRPr b="1" sz="1600"/>
            </a:lvl9pPr>
          </a:lstStyle>
          <a:p>
            <a:pPr lvl="0"/>
            <a:r>
              <a:rPr altLang="en-US" lang="zh-CN"/>
              <a:t>编辑母版文本样式</a:t>
            </a:r>
          </a:p>
        </p:txBody>
      </p:sp>
      <p:sp>
        <p:nvSpPr>
          <p:cNvPr id="1048830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p>
            <a:pPr lvl="0"/>
            <a:r>
              <a:rPr altLang="en-US" lang="zh-CN"/>
              <a:t>编辑母版文本样式</a:t>
            </a:r>
          </a:p>
          <a:p>
            <a:pPr lvl="1"/>
            <a:r>
              <a:rPr altLang="en-US" lang="zh-CN"/>
              <a:t>第二级</a:t>
            </a:r>
          </a:p>
          <a:p>
            <a:pPr lvl="2"/>
            <a:r>
              <a:rPr altLang="en-US" lang="zh-CN"/>
              <a:t>第三级</a:t>
            </a:r>
          </a:p>
          <a:p>
            <a:pPr lvl="3"/>
            <a:r>
              <a:rPr altLang="en-US" lang="zh-CN"/>
              <a:t>第四级</a:t>
            </a:r>
          </a:p>
          <a:p>
            <a:pPr lvl="4"/>
            <a:r>
              <a:rPr altLang="en-US" lang="zh-CN"/>
              <a:t>第五级</a:t>
            </a:r>
          </a:p>
        </p:txBody>
      </p:sp>
      <p:sp>
        <p:nvSpPr>
          <p:cNvPr id="1048831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indent="0" marL="0">
              <a:buNone/>
              <a:defRPr b="1" sz="2400"/>
            </a:lvl1pPr>
            <a:lvl2pPr indent="0" marL="457200">
              <a:buNone/>
              <a:defRPr b="1" sz="2000"/>
            </a:lvl2pPr>
            <a:lvl3pPr indent="0" marL="914400">
              <a:buNone/>
              <a:defRPr b="1" sz="1800"/>
            </a:lvl3pPr>
            <a:lvl4pPr indent="0" marL="1371600">
              <a:buNone/>
              <a:defRPr b="1" sz="1600"/>
            </a:lvl4pPr>
            <a:lvl5pPr indent="0" marL="1828800">
              <a:buNone/>
              <a:defRPr b="1" sz="1600"/>
            </a:lvl5pPr>
            <a:lvl6pPr indent="0" marL="2286000">
              <a:buNone/>
              <a:defRPr b="1" sz="1600"/>
            </a:lvl6pPr>
            <a:lvl7pPr indent="0" marL="2743200">
              <a:buNone/>
              <a:defRPr b="1" sz="1600"/>
            </a:lvl7pPr>
            <a:lvl8pPr indent="0" marL="3200400">
              <a:buNone/>
              <a:defRPr b="1" sz="1600"/>
            </a:lvl8pPr>
            <a:lvl9pPr indent="0" marL="3657600">
              <a:buNone/>
              <a:defRPr b="1" sz="1600"/>
            </a:lvl9pPr>
          </a:lstStyle>
          <a:p>
            <a:pPr lvl="0"/>
            <a:r>
              <a:rPr altLang="en-US" lang="zh-CN"/>
              <a:t>编辑母版文本样式</a:t>
            </a:r>
          </a:p>
        </p:txBody>
      </p:sp>
      <p:sp>
        <p:nvSpPr>
          <p:cNvPr id="1048832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p>
            <a:pPr lvl="0"/>
            <a:r>
              <a:rPr altLang="en-US" lang="zh-CN"/>
              <a:t>编辑母版文本样式</a:t>
            </a:r>
          </a:p>
          <a:p>
            <a:pPr lvl="1"/>
            <a:r>
              <a:rPr altLang="en-US" lang="zh-CN"/>
              <a:t>第二级</a:t>
            </a:r>
          </a:p>
          <a:p>
            <a:pPr lvl="2"/>
            <a:r>
              <a:rPr altLang="en-US" lang="zh-CN"/>
              <a:t>第三级</a:t>
            </a:r>
          </a:p>
          <a:p>
            <a:pPr lvl="3"/>
            <a:r>
              <a:rPr altLang="en-US" lang="zh-CN"/>
              <a:t>第四级</a:t>
            </a:r>
          </a:p>
          <a:p>
            <a:pPr lvl="4"/>
            <a:r>
              <a:rPr altLang="en-US" lang="zh-CN"/>
              <a:t>第五级</a:t>
            </a:r>
          </a:p>
        </p:txBody>
      </p:sp>
      <p:sp>
        <p:nvSpPr>
          <p:cNvPr id="1048833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03F1DDB7-6682-4819-AB77-027C1964014D}" type="datetimeFigureOut">
              <a:rPr altLang="en-US" lang="zh-CN" smtClean="0"/>
              <a:t>2026/1/3</a:t>
            </a:fld>
            <a:endParaRPr altLang="en-US" lang="zh-CN"/>
          </a:p>
        </p:txBody>
      </p:sp>
      <p:sp>
        <p:nvSpPr>
          <p:cNvPr id="1048834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altLang="en-US" lang="zh-CN"/>
          </a:p>
        </p:txBody>
      </p:sp>
      <p:sp>
        <p:nvSpPr>
          <p:cNvPr id="1048835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34835D3-9DE1-491A-BCF0-FDEE5DF92E94}" type="slidenum">
              <a:rPr altLang="en-US" lang="zh-CN" smtClean="0"/>
              <a:t>‹#›</a:t>
            </a:fld>
            <a:endParaRPr altLang="en-US" 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itleOnly">
  <p:cSld name="仅标题">
    <p:spTree>
      <p:nvGrpSpPr>
        <p:cNvPr id="6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9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altLang="en-US" lang="zh-CN"/>
              <a:t>单击此处编辑母版标题样式</a:t>
            </a:r>
          </a:p>
        </p:txBody>
      </p:sp>
      <p:sp>
        <p:nvSpPr>
          <p:cNvPr id="104879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03F1DDB7-6682-4819-AB77-027C1964014D}" type="datetimeFigureOut">
              <a:rPr altLang="en-US" lang="zh-CN" smtClean="0"/>
              <a:t>2026/1/3</a:t>
            </a:fld>
            <a:endParaRPr altLang="en-US" lang="zh-CN"/>
          </a:p>
        </p:txBody>
      </p:sp>
      <p:sp>
        <p:nvSpPr>
          <p:cNvPr id="104879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altLang="en-US" lang="zh-CN"/>
          </a:p>
        </p:txBody>
      </p:sp>
      <p:sp>
        <p:nvSpPr>
          <p:cNvPr id="104879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34835D3-9DE1-491A-BCF0-FDEE5DF92E94}" type="slidenum">
              <a:rPr altLang="en-US" lang="zh-CN" smtClean="0"/>
              <a:t>‹#›</a:t>
            </a:fld>
            <a:endParaRPr altLang="en-US" 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blank">
  <p:cSld name="空白">
    <p:spTree>
      <p:nvGrpSpPr>
        <p:cNvPr id="3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1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03F1DDB7-6682-4819-AB77-027C1964014D}" type="datetimeFigureOut">
              <a:rPr altLang="en-US" lang="zh-CN" smtClean="0"/>
              <a:t>2026/1/3</a:t>
            </a:fld>
            <a:endParaRPr altLang="en-US" lang="zh-CN"/>
          </a:p>
        </p:txBody>
      </p:sp>
      <p:sp>
        <p:nvSpPr>
          <p:cNvPr id="1048582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altLang="en-US" lang="zh-CN"/>
          </a:p>
        </p:txBody>
      </p:sp>
      <p:sp>
        <p:nvSpPr>
          <p:cNvPr id="1048583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34835D3-9DE1-491A-BCF0-FDEE5DF92E94}" type="slidenum">
              <a:rPr altLang="en-US" lang="zh-CN" smtClean="0"/>
              <a:t>‹#›</a:t>
            </a:fld>
            <a:endParaRPr altLang="en-US" 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Tx">
  <p:cSld name="内容与标题">
    <p:spTree>
      <p:nvGrpSpPr>
        <p:cNvPr id="7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36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altLang="en-US" lang="zh-CN"/>
              <a:t>单击此处编辑母版标题样式</a:t>
            </a:r>
          </a:p>
        </p:txBody>
      </p:sp>
      <p:sp>
        <p:nvSpPr>
          <p:cNvPr id="1048837" name="内容占位符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altLang="en-US" lang="zh-CN"/>
              <a:t>编辑母版文本样式</a:t>
            </a:r>
          </a:p>
          <a:p>
            <a:pPr lvl="1"/>
            <a:r>
              <a:rPr altLang="en-US" lang="zh-CN"/>
              <a:t>第二级</a:t>
            </a:r>
          </a:p>
          <a:p>
            <a:pPr lvl="2"/>
            <a:r>
              <a:rPr altLang="en-US" lang="zh-CN"/>
              <a:t>第三级</a:t>
            </a:r>
          </a:p>
          <a:p>
            <a:pPr lvl="3"/>
            <a:r>
              <a:rPr altLang="en-US" lang="zh-CN"/>
              <a:t>第四级</a:t>
            </a:r>
          </a:p>
          <a:p>
            <a:pPr lvl="4"/>
            <a:r>
              <a:rPr altLang="en-US" lang="zh-CN"/>
              <a:t>第五级</a:t>
            </a:r>
          </a:p>
        </p:txBody>
      </p:sp>
      <p:sp>
        <p:nvSpPr>
          <p:cNvPr id="1048838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indent="0" marL="0">
              <a:buNone/>
              <a:defRPr sz="1600"/>
            </a:lvl1pPr>
            <a:lvl2pPr indent="0" marL="457200">
              <a:buNone/>
              <a:defRPr sz="1400"/>
            </a:lvl2pPr>
            <a:lvl3pPr indent="0" marL="914400">
              <a:buNone/>
              <a:defRPr sz="1200"/>
            </a:lvl3pPr>
            <a:lvl4pPr indent="0" marL="1371600">
              <a:buNone/>
              <a:defRPr sz="1000"/>
            </a:lvl4pPr>
            <a:lvl5pPr indent="0" marL="1828800">
              <a:buNone/>
              <a:defRPr sz="1000"/>
            </a:lvl5pPr>
            <a:lvl6pPr indent="0" marL="2286000">
              <a:buNone/>
              <a:defRPr sz="1000"/>
            </a:lvl6pPr>
            <a:lvl7pPr indent="0" marL="2743200">
              <a:buNone/>
              <a:defRPr sz="1000"/>
            </a:lvl7pPr>
            <a:lvl8pPr indent="0" marL="3200400">
              <a:buNone/>
              <a:defRPr sz="1000"/>
            </a:lvl8pPr>
            <a:lvl9pPr indent="0" marL="3657600">
              <a:buNone/>
              <a:defRPr sz="1000"/>
            </a:lvl9pPr>
          </a:lstStyle>
          <a:p>
            <a:pPr lvl="0"/>
            <a:r>
              <a:rPr altLang="en-US" lang="zh-CN"/>
              <a:t>编辑母版文本样式</a:t>
            </a:r>
          </a:p>
        </p:txBody>
      </p:sp>
      <p:sp>
        <p:nvSpPr>
          <p:cNvPr id="1048839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03F1DDB7-6682-4819-AB77-027C1964014D}" type="datetimeFigureOut">
              <a:rPr altLang="en-US" lang="zh-CN" smtClean="0"/>
              <a:t>2026/1/3</a:t>
            </a:fld>
            <a:endParaRPr altLang="en-US" lang="zh-CN"/>
          </a:p>
        </p:txBody>
      </p:sp>
      <p:sp>
        <p:nvSpPr>
          <p:cNvPr id="1048840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altLang="en-US" lang="zh-CN"/>
          </a:p>
        </p:txBody>
      </p:sp>
      <p:sp>
        <p:nvSpPr>
          <p:cNvPr id="1048841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34835D3-9DE1-491A-BCF0-FDEE5DF92E94}" type="slidenum">
              <a:rPr altLang="en-US" lang="zh-CN" smtClean="0"/>
              <a:t>‹#›</a:t>
            </a:fld>
            <a:endParaRPr altLang="en-US" 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picTx">
  <p:cSld name="图片与标题">
    <p:spTree>
      <p:nvGrpSpPr>
        <p:cNvPr id="6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06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altLang="en-US" lang="zh-CN"/>
              <a:t>单击此处编辑母版标题样式</a:t>
            </a:r>
          </a:p>
        </p:txBody>
      </p:sp>
      <p:sp>
        <p:nvSpPr>
          <p:cNvPr id="1048807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indent="0" marL="0">
              <a:buNone/>
              <a:defRPr sz="3200"/>
            </a:lvl1pPr>
            <a:lvl2pPr indent="0" marL="457200">
              <a:buNone/>
              <a:defRPr sz="2800"/>
            </a:lvl2pPr>
            <a:lvl3pPr indent="0" marL="914400">
              <a:buNone/>
              <a:defRPr sz="2400"/>
            </a:lvl3pPr>
            <a:lvl4pPr indent="0" marL="1371600">
              <a:buNone/>
              <a:defRPr sz="2000"/>
            </a:lvl4pPr>
            <a:lvl5pPr indent="0" marL="1828800">
              <a:buNone/>
              <a:defRPr sz="2000"/>
            </a:lvl5pPr>
            <a:lvl6pPr indent="0" marL="2286000">
              <a:buNone/>
              <a:defRPr sz="2000"/>
            </a:lvl6pPr>
            <a:lvl7pPr indent="0" marL="2743200">
              <a:buNone/>
              <a:defRPr sz="2000"/>
            </a:lvl7pPr>
            <a:lvl8pPr indent="0" marL="3200400">
              <a:buNone/>
              <a:defRPr sz="2000"/>
            </a:lvl8pPr>
            <a:lvl9pPr indent="0" marL="3657600">
              <a:buNone/>
              <a:defRPr sz="2000"/>
            </a:lvl9pPr>
          </a:lstStyle>
          <a:p>
            <a:endParaRPr altLang="en-US" lang="zh-CN"/>
          </a:p>
        </p:txBody>
      </p:sp>
      <p:sp>
        <p:nvSpPr>
          <p:cNvPr id="1048808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indent="0" marL="0">
              <a:buNone/>
              <a:defRPr sz="1600"/>
            </a:lvl1pPr>
            <a:lvl2pPr indent="0" marL="457200">
              <a:buNone/>
              <a:defRPr sz="1400"/>
            </a:lvl2pPr>
            <a:lvl3pPr indent="0" marL="914400">
              <a:buNone/>
              <a:defRPr sz="1200"/>
            </a:lvl3pPr>
            <a:lvl4pPr indent="0" marL="1371600">
              <a:buNone/>
              <a:defRPr sz="1000"/>
            </a:lvl4pPr>
            <a:lvl5pPr indent="0" marL="1828800">
              <a:buNone/>
              <a:defRPr sz="1000"/>
            </a:lvl5pPr>
            <a:lvl6pPr indent="0" marL="2286000">
              <a:buNone/>
              <a:defRPr sz="1000"/>
            </a:lvl6pPr>
            <a:lvl7pPr indent="0" marL="2743200">
              <a:buNone/>
              <a:defRPr sz="1000"/>
            </a:lvl7pPr>
            <a:lvl8pPr indent="0" marL="3200400">
              <a:buNone/>
              <a:defRPr sz="1000"/>
            </a:lvl8pPr>
            <a:lvl9pPr indent="0" marL="3657600">
              <a:buNone/>
              <a:defRPr sz="1000"/>
            </a:lvl9pPr>
          </a:lstStyle>
          <a:p>
            <a:pPr lvl="0"/>
            <a:r>
              <a:rPr altLang="en-US" lang="zh-CN"/>
              <a:t>编辑母版文本样式</a:t>
            </a:r>
          </a:p>
        </p:txBody>
      </p:sp>
      <p:sp>
        <p:nvSpPr>
          <p:cNvPr id="1048809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03F1DDB7-6682-4819-AB77-027C1964014D}" type="datetimeFigureOut">
              <a:rPr altLang="en-US" lang="zh-CN" smtClean="0"/>
              <a:t>2026/1/3</a:t>
            </a:fld>
            <a:endParaRPr altLang="en-US" lang="zh-CN"/>
          </a:p>
        </p:txBody>
      </p:sp>
      <p:sp>
        <p:nvSpPr>
          <p:cNvPr id="1048810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altLang="en-US" lang="zh-CN"/>
          </a:p>
        </p:txBody>
      </p:sp>
      <p:sp>
        <p:nvSpPr>
          <p:cNvPr id="1048811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34835D3-9DE1-491A-BCF0-FDEE5DF92E94}" type="slidenum">
              <a:rPr altLang="en-US" lang="zh-CN" smtClean="0"/>
              <a:t>‹#›</a:t>
            </a:fld>
            <a:endParaRPr altLang="en-US" 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vertTx">
  <p:cSld name="标题和竖排文字">
    <p:spTree>
      <p:nvGrpSpPr>
        <p:cNvPr id="7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1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altLang="en-US" lang="zh-CN"/>
              <a:t>单击此处编辑母版标题样式</a:t>
            </a:r>
          </a:p>
        </p:txBody>
      </p:sp>
      <p:sp>
        <p:nvSpPr>
          <p:cNvPr id="104881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p>
            <a:pPr lvl="0"/>
            <a:r>
              <a:rPr altLang="en-US" lang="zh-CN"/>
              <a:t>编辑母版文本样式</a:t>
            </a:r>
          </a:p>
          <a:p>
            <a:pPr lvl="1"/>
            <a:r>
              <a:rPr altLang="en-US" lang="zh-CN"/>
              <a:t>第二级</a:t>
            </a:r>
          </a:p>
          <a:p>
            <a:pPr lvl="2"/>
            <a:r>
              <a:rPr altLang="en-US" lang="zh-CN"/>
              <a:t>第三级</a:t>
            </a:r>
          </a:p>
          <a:p>
            <a:pPr lvl="3"/>
            <a:r>
              <a:rPr altLang="en-US" lang="zh-CN"/>
              <a:t>第四级</a:t>
            </a:r>
          </a:p>
          <a:p>
            <a:pPr lvl="4"/>
            <a:r>
              <a:rPr altLang="en-US" lang="zh-CN"/>
              <a:t>第五级</a:t>
            </a:r>
          </a:p>
        </p:txBody>
      </p:sp>
      <p:sp>
        <p:nvSpPr>
          <p:cNvPr id="104881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03F1DDB7-6682-4819-AB77-027C1964014D}" type="datetimeFigureOut">
              <a:rPr altLang="en-US" lang="zh-CN" smtClean="0"/>
              <a:t>2026/1/3</a:t>
            </a:fld>
            <a:endParaRPr altLang="en-US" lang="zh-CN"/>
          </a:p>
        </p:txBody>
      </p:sp>
      <p:sp>
        <p:nvSpPr>
          <p:cNvPr id="104881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altLang="en-US" lang="zh-CN"/>
          </a:p>
        </p:txBody>
      </p:sp>
      <p:sp>
        <p:nvSpPr>
          <p:cNvPr id="104881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34835D3-9DE1-491A-BCF0-FDEE5DF92E94}" type="slidenum">
              <a:rPr altLang="en-US" lang="zh-CN" smtClean="0"/>
              <a:t>‹#›</a:t>
            </a:fld>
            <a:endParaRPr altLang="en-US" 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vertTitleAndTx">
  <p:cSld name="竖排标题与文本">
    <p:spTree>
      <p:nvGrpSpPr>
        <p:cNvPr id="6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96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p>
            <a:r>
              <a:rPr altLang="en-US" lang="zh-CN"/>
              <a:t>单击此处编辑母版标题样式</a:t>
            </a:r>
          </a:p>
        </p:txBody>
      </p:sp>
      <p:sp>
        <p:nvSpPr>
          <p:cNvPr id="1048797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</p:spPr>
        <p:txBody>
          <a:bodyPr vert="eaVert"/>
          <a:p>
            <a:pPr lvl="0"/>
            <a:r>
              <a:rPr altLang="en-US" lang="zh-CN"/>
              <a:t>编辑母版文本样式</a:t>
            </a:r>
          </a:p>
          <a:p>
            <a:pPr lvl="1"/>
            <a:r>
              <a:rPr altLang="en-US" lang="zh-CN"/>
              <a:t>第二级</a:t>
            </a:r>
          </a:p>
          <a:p>
            <a:pPr lvl="2"/>
            <a:r>
              <a:rPr altLang="en-US" lang="zh-CN"/>
              <a:t>第三级</a:t>
            </a:r>
          </a:p>
          <a:p>
            <a:pPr lvl="3"/>
            <a:r>
              <a:rPr altLang="en-US" lang="zh-CN"/>
              <a:t>第四级</a:t>
            </a:r>
          </a:p>
          <a:p>
            <a:pPr lvl="4"/>
            <a:r>
              <a:rPr altLang="en-US" lang="zh-CN"/>
              <a:t>第五级</a:t>
            </a:r>
          </a:p>
        </p:txBody>
      </p:sp>
      <p:sp>
        <p:nvSpPr>
          <p:cNvPr id="1048798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03F1DDB7-6682-4819-AB77-027C1964014D}" type="datetimeFigureOut">
              <a:rPr altLang="en-US" lang="zh-CN" smtClean="0"/>
              <a:t>2026/1/3</a:t>
            </a:fld>
            <a:endParaRPr altLang="en-US" lang="zh-CN"/>
          </a:p>
        </p:txBody>
      </p:sp>
      <p:sp>
        <p:nvSpPr>
          <p:cNvPr id="1048799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altLang="en-US" lang="zh-CN"/>
          </a:p>
        </p:txBody>
      </p:sp>
      <p:sp>
        <p:nvSpPr>
          <p:cNvPr id="1048800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34835D3-9DE1-491A-BCF0-FDEE5DF92E94}" type="slidenum">
              <a:rPr altLang="en-US" lang="zh-CN" smtClean="0"/>
              <a:t>‹#›</a:t>
            </a:fld>
            <a:endParaRPr altLang="en-US" 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6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/>
        </p:spPr>
        <p:txBody>
          <a:bodyPr anchor="ctr" bIns="45720" lIns="91440" rIns="91440" rtlCol="0" tIns="45720" vert="horz">
            <a:normAutofit/>
          </a:bodyPr>
          <a:p>
            <a:r>
              <a:rPr altLang="en-US" lang="zh-CN"/>
              <a:t>单击此处编辑母版标题样式</a:t>
            </a:r>
          </a:p>
        </p:txBody>
      </p:sp>
      <p:sp>
        <p:nvSpPr>
          <p:cNvPr id="1048577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/>
        </p:spPr>
        <p:txBody>
          <a:bodyPr bIns="45720" lIns="91440" rIns="91440" rtlCol="0" tIns="45720" vert="horz">
            <a:normAutofit/>
          </a:bodyPr>
          <a:p>
            <a:pPr lvl="0"/>
            <a:r>
              <a:rPr altLang="en-US" lang="zh-CN"/>
              <a:t>编辑母版文本样式</a:t>
            </a:r>
          </a:p>
          <a:p>
            <a:pPr lvl="1"/>
            <a:r>
              <a:rPr altLang="en-US" lang="zh-CN"/>
              <a:t>第二级</a:t>
            </a:r>
          </a:p>
          <a:p>
            <a:pPr lvl="2"/>
            <a:r>
              <a:rPr altLang="en-US" lang="zh-CN"/>
              <a:t>第三级</a:t>
            </a:r>
          </a:p>
          <a:p>
            <a:pPr lvl="3"/>
            <a:r>
              <a:rPr altLang="en-US" lang="zh-CN"/>
              <a:t>第四级</a:t>
            </a:r>
          </a:p>
          <a:p>
            <a:pPr lvl="4"/>
            <a:r>
              <a:rPr altLang="en-US" lang="zh-CN"/>
              <a:t>第五级</a:t>
            </a:r>
          </a:p>
        </p:txBody>
      </p:sp>
      <p:sp>
        <p:nvSpPr>
          <p:cNvPr id="1048578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/>
        </p:spPr>
        <p:txBody>
          <a:bodyPr anchor="ctr" bIns="45720" lIns="91440" rIns="91440" rtlCol="0" tIns="45720" vert="horz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Calibri" panose="020F0502020204030204" charset="0"/>
                <a:ea typeface="Calibri" panose="020F0502020204030204" charset="0"/>
                <a:cs typeface="Calibri" panose="020F0502020204030204" charset="0"/>
              </a:defRPr>
            </a:lvl1pPr>
          </a:lstStyle>
          <a:p>
            <a:fld id="{03F1DDB7-6682-4819-AB77-027C1964014D}" type="datetimeFigureOut">
              <a:rPr altLang="en-US" lang="zh-CN" smtClean="0"/>
              <a:t>2026/1/3</a:t>
            </a:fld>
            <a:endParaRPr altLang="en-US" lang="zh-CN"/>
          </a:p>
        </p:txBody>
      </p:sp>
      <p:sp>
        <p:nvSpPr>
          <p:cNvPr id="1048579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/>
        </p:spPr>
        <p:txBody>
          <a:bodyPr anchor="ctr" bIns="45720" lIns="91440" rIns="91440" rtlCol="0" tIns="45720" vert="horz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Calibri" panose="020F0502020204030204" charset="0"/>
                <a:ea typeface="Calibri" panose="020F0502020204030204" charset="0"/>
                <a:cs typeface="Calibri" panose="020F0502020204030204" charset="0"/>
              </a:defRPr>
            </a:lvl1pPr>
          </a:lstStyle>
          <a:p>
            <a:endParaRPr altLang="en-US" lang="zh-CN"/>
          </a:p>
        </p:txBody>
      </p:sp>
      <p:sp>
        <p:nvSpPr>
          <p:cNvPr id="1048580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/>
        </p:spPr>
        <p:txBody>
          <a:bodyPr anchor="ctr" bIns="45720" lIns="91440" rIns="91440" rtlCol="0" tIns="45720" vert="horz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Calibri" panose="020F0502020204030204" charset="0"/>
                <a:ea typeface="Calibri" panose="020F0502020204030204" charset="0"/>
                <a:cs typeface="Calibri" panose="020F0502020204030204" charset="0"/>
              </a:defRPr>
            </a:lvl1pPr>
          </a:lstStyle>
          <a:p>
            <a:fld id="{B34835D3-9DE1-491A-BCF0-FDEE5DF92E94}" type="slidenum">
              <a:rPr altLang="en-US" lang="zh-CN" smtClean="0"/>
              <a:t>‹#›</a:t>
            </a:fld>
            <a:endParaRPr altLang="en-US" lang="zh-CN"/>
          </a:p>
        </p:txBody>
      </p:sp>
    </p:spTree>
  </p:cSld>
  <p:clrMap accent1="accent1" accent2="accent2" accent3="accent3" accent4="accent4" accent5="accent5" accent6="accent6" bg1="lt1" bg2="lt2" tx1="dk1" tx2="dk2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  <p:sldLayoutId id="2147483673" r:id="rId11"/>
  </p:sldLayoutIdLst>
  <p:txStyles>
    <p:titleStyle>
      <a:lvl1pPr algn="l" defTabSz="914400" eaLnBrk="1" hangingPunct="1" latinLnBrk="0" rtl="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Calibri" panose="020F0502020204030204" charset="0"/>
          <a:ea typeface="Calibri" panose="020F0502020204030204" charset="0"/>
          <a:cs typeface="Calibri" panose="020F0502020204030204" charset="0"/>
        </a:defRPr>
      </a:lvl1pPr>
    </p:titleStyle>
    <p:bodyStyle>
      <a:lvl1pPr algn="l" defTabSz="914400" eaLnBrk="1" hangingPunct="1" indent="-228600" latinLnBrk="0" marL="228600" rtl="0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Calibri" panose="020F0502020204030204" charset="0"/>
          <a:ea typeface="Calibri" panose="020F0502020204030204" charset="0"/>
          <a:cs typeface="Calibri" panose="020F0502020204030204" charset="0"/>
        </a:defRPr>
      </a:lvl1pPr>
      <a:lvl2pPr algn="l" defTabSz="914400" eaLnBrk="1" hangingPunct="1" indent="-228600" latinLnBrk="0" marL="685800" rtl="0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Calibri" panose="020F0502020204030204" charset="0"/>
          <a:ea typeface="Calibri" panose="020F0502020204030204" charset="0"/>
          <a:cs typeface="Calibri" panose="020F0502020204030204" charset="0"/>
        </a:defRPr>
      </a:lvl2pPr>
      <a:lvl3pPr algn="l" defTabSz="914400" eaLnBrk="1" hangingPunct="1" indent="-228600" latinLnBrk="0" marL="1143000" rtl="0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Calibri" panose="020F0502020204030204" charset="0"/>
          <a:ea typeface="Calibri" panose="020F0502020204030204" charset="0"/>
          <a:cs typeface="Calibri" panose="020F0502020204030204" charset="0"/>
        </a:defRPr>
      </a:lvl3pPr>
      <a:lvl4pPr algn="l" defTabSz="914400" eaLnBrk="1" hangingPunct="1" indent="-228600" latinLnBrk="0" marL="1600200" rtl="0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Calibri" panose="020F0502020204030204" charset="0"/>
          <a:ea typeface="Calibri" panose="020F0502020204030204" charset="0"/>
          <a:cs typeface="Calibri" panose="020F0502020204030204" charset="0"/>
        </a:defRPr>
      </a:lvl4pPr>
      <a:lvl5pPr algn="l" defTabSz="914400" eaLnBrk="1" hangingPunct="1" indent="-228600" latinLnBrk="0" marL="2057400" rtl="0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Calibri" panose="020F0502020204030204" charset="0"/>
          <a:ea typeface="Calibri" panose="020F0502020204030204" charset="0"/>
          <a:cs typeface="Calibri" panose="020F0502020204030204" charset="0"/>
        </a:defRPr>
      </a:lvl5pPr>
      <a:lvl6pPr algn="l" defTabSz="914400" eaLnBrk="1" hangingPunct="1" indent="-228600" latinLnBrk="0" marL="2514600" rtl="0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indent="-228600" latinLnBrk="0" marL="2971800" rtl="0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indent="-228600" latinLnBrk="0" marL="3429000" rtl="0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indent="-228600" latinLnBrk="0" marL="3886200" rtl="0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algn="l" defTabSz="914400" eaLnBrk="1" hangingPunct="1" latinLnBrk="0" marL="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latinLnBrk="0" marL="4572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latinLnBrk="0" marL="9144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latinLnBrk="0" marL="13716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latinLnBrk="0" marL="18288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latinLnBrk="0" marL="22860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latinLnBrk="0" marL="27432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latinLnBrk="0" marL="32004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latinLnBrk="0" marL="36576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7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7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image" Target="../media/image2.jpeg"/><Relationship Id="rId3" Type="http://schemas.openxmlformats.org/officeDocument/2006/relationships/slideLayout" Target="../slideLayouts/slideLayout7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7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tags" Target="../tags/tag1.xml"/><Relationship Id="rId3" Type="http://schemas.openxmlformats.org/officeDocument/2006/relationships/tags" Target="../tags/tag2.xml"/><Relationship Id="rId4" Type="http://schemas.openxmlformats.org/officeDocument/2006/relationships/tags" Target="../tags/tag3.xml"/><Relationship Id="rId5" Type="http://schemas.openxmlformats.org/officeDocument/2006/relationships/tags" Target="../tags/tag4.xml"/><Relationship Id="rId6" Type="http://schemas.openxmlformats.org/officeDocument/2006/relationships/slideLayout" Target="../slideLayouts/slideLayout7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image" Target="../media/image3.jpeg"/><Relationship Id="rId3" Type="http://schemas.openxmlformats.org/officeDocument/2006/relationships/image" Target="../media/image4.jpeg"/><Relationship Id="rId4" Type="http://schemas.openxmlformats.org/officeDocument/2006/relationships/image" Target="../media/image5.jpeg"/><Relationship Id="rId5" Type="http://schemas.openxmlformats.org/officeDocument/2006/relationships/slideLayout" Target="../slideLayouts/slideLayout7.xml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7.xml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7.xml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7.xml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7.xml"/></Relationships>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7.xml"/></Relationships>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7.xml"/></Relationships>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7.xml"/></Relationships>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58" name="图片 3"/>
          <p:cNvPicPr>
            <a:picLocks noChangeAspect="1"/>
          </p:cNvPicPr>
          <p:nvPr/>
        </p:nvPicPr>
        <p:blipFill rotWithShape="1">
          <a:blip xmlns:r="http://schemas.openxmlformats.org/officeDocument/2006/relationships" r:embed="rId1" cstate="print"/>
          <a:srcRect l="49956"/>
          <a:stretch>
            <a:fillRect/>
          </a:stretch>
        </p:blipFill>
        <p:spPr>
          <a:xfrm rot="16200000">
            <a:off x="2100067" y="-2673508"/>
            <a:ext cx="8586481" cy="12786615"/>
          </a:xfrm>
          <a:prstGeom prst="rect"/>
        </p:spPr>
      </p:pic>
      <p:sp>
        <p:nvSpPr>
          <p:cNvPr id="1048686" name="文本框 4" descr="e7d195523061f1c0deeec63e560781cfd59afb0ea006f2a87ABB68BF51EA6619813959095094C18C62A12F549504892A4AAA8C1554C6663626E05CA27F281A14E6983772AFC3FB97135759321DEA3D7004FB075A8443E283A7673BBBDBFD88DFA513D62253E27B7E9FFF4379D8121322A85C7E16198ADF129F152EEF5340DE1ED504E252F53EAD1F847BC471C6326134"/>
          <p:cNvSpPr txBox="1"/>
          <p:nvPr/>
        </p:nvSpPr>
        <p:spPr>
          <a:xfrm rot="2700000" flipH="1">
            <a:off x="6029809" y="3338547"/>
            <a:ext cx="6960528" cy="751841"/>
          </a:xfrm>
          <a:prstGeom prst="rect"/>
          <a:noFill/>
        </p:spPr>
        <p:txBody>
          <a:bodyPr rtlCol="0" wrap="square">
            <a:spAutoFit/>
          </a:bodyPr>
          <a:p>
            <a:pPr algn="ctr"/>
            <a:r>
              <a:rPr altLang="zh-CN" b="1" dirty="0" sz="4400" lang="en-US">
                <a:solidFill>
                  <a:srgbClr val="60C0BE"/>
                </a:solidFill>
                <a:latin typeface="Calibri" panose="020F0502020204030204" charset="0"/>
                <a:ea typeface="Calibri" panose="020F0502020204030204" charset="0"/>
                <a:cs typeface="Calibri" panose="020F0502020204030204" charset="0"/>
              </a:rPr>
              <a:t>GUESS THE WORD....?</a:t>
            </a:r>
          </a:p>
        </p:txBody>
      </p:sp>
      <p:sp>
        <p:nvSpPr>
          <p:cNvPr id="1048687" name="文本框 5" descr="e7d195523061f1c0deeec63e560781cfd59afb0ea006f2a87ABB68BF51EA6619813959095094C18C62A12F549504892A4AAA8C1554C6663626E05CA27F281A14E6983772AFC3FB97135759321DEA3D7004FB075A8443E283A7673BBBDBFD88DFA513D62253E27B7E9FFF4379D8121322A85C7E16198ADF129F152EEF5340DE1ED504E252F53EAD1F847BC471C6326134"/>
          <p:cNvSpPr txBox="1"/>
          <p:nvPr/>
        </p:nvSpPr>
        <p:spPr>
          <a:xfrm rot="18883223" flipH="1">
            <a:off x="-436153" y="3274029"/>
            <a:ext cx="6429520" cy="891540"/>
          </a:xfrm>
          <a:prstGeom prst="rect"/>
          <a:noFill/>
        </p:spPr>
        <p:txBody>
          <a:bodyPr rtlCol="0" wrap="square">
            <a:spAutoFit/>
          </a:bodyPr>
          <a:p>
            <a:r>
              <a:rPr altLang="zh-CN" dirty="0" sz="5400" lang="en-US">
                <a:solidFill>
                  <a:srgbClr val="0D141B"/>
                </a:solidFill>
                <a:latin typeface="Calibri" panose="020F0502020204030204" charset="0"/>
                <a:ea typeface="Calibri" panose="020F0502020204030204" charset="0"/>
                <a:cs typeface="Calibri" panose="020F0502020204030204" charset="0"/>
              </a:rPr>
              <a:t>TEAM PROJECT </a:t>
            </a:r>
            <a:endParaRPr altLang="en-US" dirty="0" sz="5400" lang="zh-CN">
              <a:solidFill>
                <a:srgbClr val="0D141B"/>
              </a:solidFill>
              <a:latin typeface="Calibri" panose="020F0502020204030204" charset="0"/>
              <a:ea typeface="Calibri" panose="020F0502020204030204" charset="0"/>
              <a:cs typeface="Calibri" panose="020F0502020204030204" charset="0"/>
            </a:endParaRPr>
          </a:p>
        </p:txBody>
      </p:sp>
    </p:spTree>
  </p:cSld>
  <p:clrMapOvr>
    <a:masterClrMapping/>
  </p:clrMapOvr>
  <p:timing>
    <p:tnLst>
      <p:par>
        <p:cTn dur="indefinite" id="1" nodeType="tmRoot" restart="never">
          <p:childTnLst>
            <p:seq concurrent="1" nextAc="seek">
              <p:cTn dur="indefinite" id="2" nodeType="mainSeq">
                <p:childTnLst>
                  <p:par>
                    <p:cTn fill="hold" id="3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 id="4">
                            <p:stCondLst>
                              <p:cond delay="0"/>
                            </p:stCondLst>
                            <p:childTnLst>
                              <p:par>
                                <p:cTn fill="hold" grpId="0" id="5" nodeType="afterEffect" presetClass="entr" presetID="5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6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dur="750" fill="hold" id="7"/>
                                        <p:tgtEl>
                                          <p:spTgt spid="104868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ur="750" fill="hold" id="8"/>
                                        <p:tgtEl>
                                          <p:spTgt spid="104868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dur="750" id="9"/>
                                        <p:tgtEl>
                                          <p:spTgt spid="10486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 id="10">
                            <p:stCondLst>
                              <p:cond delay="1000"/>
                            </p:stCondLst>
                            <p:childTnLst>
                              <p:par>
                                <p:cTn fill="hold" grpId="0" id="11" nodeType="afterEffect" presetClass="entr" presetID="5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12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dur="750" fill="hold" id="13"/>
                                        <p:tgtEl>
                                          <p:spTgt spid="104868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ur="750" fill="hold" id="14"/>
                                        <p:tgtEl>
                                          <p:spTgt spid="104868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dur="750" id="15"/>
                                        <p:tgtEl>
                                          <p:spTgt spid="10486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8686" grpId="0"/>
      <p:bldP spid="1048687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59" name="图片 1"/>
          <p:cNvPicPr>
            <a:picLocks noChangeAspect="1"/>
          </p:cNvPicPr>
          <p:nvPr/>
        </p:nvPicPr>
        <p:blipFill rotWithShape="1">
          <a:blip xmlns:r="http://schemas.openxmlformats.org/officeDocument/2006/relationships" r:embed="rId1" cstate="print"/>
          <a:srcRect l="49956"/>
          <a:stretch>
            <a:fillRect/>
          </a:stretch>
        </p:blipFill>
        <p:spPr>
          <a:xfrm rot="5399747" flipV="1">
            <a:off x="1895660" y="-2188641"/>
            <a:ext cx="8628571" cy="12775047"/>
          </a:xfrm>
          <a:prstGeom prst="rect"/>
        </p:spPr>
      </p:pic>
      <p:sp>
        <p:nvSpPr>
          <p:cNvPr id="1048688" name="文本框 3" descr="e7d195523061f1c0deeec63e560781cfd59afb0ea006f2a87ABB68BF51EA6619813959095094C18C62A12F549504892A4AAA8C1554C6663626E05CA27F281A14E6983772AFC3FB97135759321DEA3D704CB8FFD9D2544D20427D00997056F5C96BEB36E87B176A9A2B0208D5F0253CAA64F289E16775627845AD05F6A8DA43D217D906D92F737DD9"/>
          <p:cNvSpPr txBox="1"/>
          <p:nvPr/>
        </p:nvSpPr>
        <p:spPr>
          <a:xfrm rot="2700000">
            <a:off x="-1157789" y="3822964"/>
            <a:ext cx="6865115" cy="751839"/>
          </a:xfrm>
          <a:prstGeom prst="rect"/>
          <a:noFill/>
          <a:effectLst/>
        </p:spPr>
        <p:txBody>
          <a:bodyPr rtlCol="0" wrap="square">
            <a:spAutoFit/>
          </a:bodyPr>
          <a:p>
            <a:r>
              <a:rPr altLang="en-US" b="1" dirty="0" sz="3200" lang="en-US">
                <a:solidFill>
                  <a:srgbClr val="0D141B"/>
                </a:solidFill>
                <a:latin typeface="Calibri" panose="020F0502020204030204" charset="0"/>
                <a:ea typeface="Calibri" panose="020F0502020204030204" charset="0"/>
                <a:cs typeface="Arial" panose="020B0604020202020204" pitchFamily="34" charset="0"/>
              </a:rPr>
              <a:t>    </a:t>
            </a:r>
            <a:r>
              <a:rPr altLang="en-US" b="1" dirty="0" sz="4400" lang="en-US">
                <a:solidFill>
                  <a:srgbClr val="0D141B"/>
                </a:solidFill>
                <a:latin typeface="Calibri" panose="020F0502020204030204" charset="0"/>
                <a:ea typeface="Calibri" panose="020F0502020204030204" charset="0"/>
                <a:cs typeface="Arial" panose="020B0604020202020204" pitchFamily="34" charset="0"/>
              </a:rPr>
              <a:t>PRESENTATION BY</a:t>
            </a:r>
            <a:endParaRPr altLang="en-US" b="1" dirty="0" sz="3600" lang="zh-CN">
              <a:solidFill>
                <a:srgbClr val="0D141B"/>
              </a:solidFill>
              <a:latin typeface="Calibri" panose="020F0502020204030204" charset="0"/>
              <a:ea typeface="Calibri" panose="020F0502020204030204" charset="0"/>
              <a:cs typeface="Arial" panose="020B0604020202020204" pitchFamily="34" charset="0"/>
            </a:endParaRPr>
          </a:p>
        </p:txBody>
      </p:sp>
      <p:sp>
        <p:nvSpPr>
          <p:cNvPr id="1048689" name="矩形 4"/>
          <p:cNvSpPr/>
          <p:nvPr/>
        </p:nvSpPr>
        <p:spPr>
          <a:xfrm rot="18900000" flipH="1">
            <a:off x="6572667" y="1393840"/>
            <a:ext cx="530253" cy="530253"/>
          </a:xfrm>
          <a:prstGeom prst="rect"/>
          <a:solidFill>
            <a:srgbClr val="5DC0B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  <a:endParaRPr altLang="en-US" lang="zh-CN">
              <a:cs typeface="Calibri" panose="020F0502020204030204" charset="0"/>
            </a:endParaRPr>
          </a:p>
        </p:txBody>
      </p:sp>
      <p:sp>
        <p:nvSpPr>
          <p:cNvPr id="1048690" name="矩形 5"/>
          <p:cNvSpPr/>
          <p:nvPr/>
        </p:nvSpPr>
        <p:spPr>
          <a:xfrm rot="18900000" flipH="1">
            <a:off x="6572667" y="2558787"/>
            <a:ext cx="530253" cy="530253"/>
          </a:xfrm>
          <a:prstGeom prst="rect"/>
          <a:noFill/>
          <a:ln w="25400">
            <a:solidFill>
              <a:srgbClr val="5EC1B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  <a:endParaRPr altLang="en-US" lang="zh-CN">
              <a:cs typeface="Calibri" panose="020F0502020204030204" charset="0"/>
            </a:endParaRPr>
          </a:p>
        </p:txBody>
      </p:sp>
      <p:sp>
        <p:nvSpPr>
          <p:cNvPr id="1048691" name="矩形 6"/>
          <p:cNvSpPr/>
          <p:nvPr/>
        </p:nvSpPr>
        <p:spPr>
          <a:xfrm rot="18900000" flipH="1">
            <a:off x="6584162" y="4933907"/>
            <a:ext cx="530253" cy="530253"/>
          </a:xfrm>
          <a:prstGeom prst="rect"/>
          <a:solidFill>
            <a:srgbClr val="5DC0B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  <a:endParaRPr altLang="en-US" lang="zh-CN">
              <a:cs typeface="Calibri" panose="020F0502020204030204" charset="0"/>
            </a:endParaRPr>
          </a:p>
        </p:txBody>
      </p:sp>
      <p:sp>
        <p:nvSpPr>
          <p:cNvPr id="1048692" name="矩形 7"/>
          <p:cNvSpPr/>
          <p:nvPr/>
        </p:nvSpPr>
        <p:spPr>
          <a:xfrm rot="18900000" flipH="1">
            <a:off x="6584161" y="3819488"/>
            <a:ext cx="530253" cy="530253"/>
          </a:xfrm>
          <a:prstGeom prst="rect"/>
          <a:noFill/>
          <a:ln w="25400">
            <a:solidFill>
              <a:srgbClr val="5EC1B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  <a:endParaRPr altLang="en-US" lang="zh-CN">
              <a:cs typeface="Calibri" panose="020F0502020204030204" charset="0"/>
            </a:endParaRPr>
          </a:p>
        </p:txBody>
      </p:sp>
      <p:sp>
        <p:nvSpPr>
          <p:cNvPr id="1048693" name="文本框 8"/>
          <p:cNvSpPr txBox="1"/>
          <p:nvPr/>
        </p:nvSpPr>
        <p:spPr>
          <a:xfrm>
            <a:off x="7453272" y="1293588"/>
            <a:ext cx="2684781" cy="688340"/>
          </a:xfrm>
          <a:prstGeom prst="rect"/>
          <a:noFill/>
        </p:spPr>
        <p:txBody>
          <a:bodyPr rtlCol="0" wrap="none">
            <a:spAutoFit/>
          </a:bodyPr>
          <a:p>
            <a:r>
              <a:rPr altLang="zh-CN" b="1" dirty="0" sz="4000" lang="en-US">
                <a:solidFill>
                  <a:srgbClr val="5EC1BE"/>
                </a:solidFill>
                <a:latin typeface="Calibri" panose="020F0502020204030204" charset="0"/>
                <a:ea typeface="Calibri" panose="020F0502020204030204" charset="0"/>
                <a:cs typeface="Calibri" panose="020F0502020204030204" charset="0"/>
              </a:rPr>
              <a:t>M</a:t>
            </a:r>
            <a:r>
              <a:rPr altLang="zh-CN" b="1" dirty="0" sz="4000" lang="en-US">
                <a:solidFill>
                  <a:srgbClr val="5EC1BE"/>
                </a:solidFill>
                <a:latin typeface="Calibri" panose="020F0502020204030204" charset="0"/>
                <a:ea typeface="Calibri" panose="020F0502020204030204" charset="0"/>
                <a:cs typeface="Calibri" panose="020F0502020204030204" charset="0"/>
              </a:rPr>
              <a:t>D</a:t>
            </a:r>
            <a:r>
              <a:rPr altLang="zh-CN" b="1" dirty="0" sz="4000" lang="en-US">
                <a:solidFill>
                  <a:srgbClr val="5EC1BE"/>
                </a:solidFill>
                <a:latin typeface="Calibri" panose="020F0502020204030204" charset="0"/>
                <a:ea typeface="Calibri" panose="020F0502020204030204" charset="0"/>
                <a:cs typeface="Calibri" panose="020F0502020204030204" charset="0"/>
              </a:rPr>
              <a:t>.</a:t>
            </a:r>
            <a:r>
              <a:rPr altLang="zh-CN" b="1" dirty="0" sz="4000" lang="en-US">
                <a:solidFill>
                  <a:srgbClr val="5EC1BE"/>
                </a:solidFill>
                <a:latin typeface="Calibri" panose="020F0502020204030204" charset="0"/>
                <a:ea typeface="Calibri" panose="020F0502020204030204" charset="0"/>
                <a:cs typeface="Calibri" panose="020F0502020204030204" charset="0"/>
              </a:rPr>
              <a:t>A</a:t>
            </a:r>
            <a:r>
              <a:rPr altLang="zh-CN" b="1" dirty="0" sz="4000" lang="en-US">
                <a:solidFill>
                  <a:srgbClr val="5EC1BE"/>
                </a:solidFill>
                <a:latin typeface="Calibri" panose="020F0502020204030204" charset="0"/>
                <a:ea typeface="Calibri" panose="020F0502020204030204" charset="0"/>
                <a:cs typeface="Calibri" panose="020F0502020204030204" charset="0"/>
              </a:rPr>
              <a:t>S</a:t>
            </a:r>
            <a:r>
              <a:rPr altLang="zh-CN" b="1" dirty="0" sz="4000" lang="en-US">
                <a:solidFill>
                  <a:srgbClr val="5EC1BE"/>
                </a:solidFill>
                <a:latin typeface="Calibri" panose="020F0502020204030204" charset="0"/>
                <a:ea typeface="Calibri" panose="020F0502020204030204" charset="0"/>
                <a:cs typeface="Calibri" panose="020F0502020204030204" charset="0"/>
              </a:rPr>
              <a:t>I</a:t>
            </a:r>
            <a:r>
              <a:rPr altLang="zh-CN" b="1" dirty="0" sz="4000" lang="en-US">
                <a:solidFill>
                  <a:srgbClr val="5EC1BE"/>
                </a:solidFill>
                <a:latin typeface="Calibri" panose="020F0502020204030204" charset="0"/>
                <a:ea typeface="Calibri" panose="020F0502020204030204" charset="0"/>
                <a:cs typeface="Calibri" panose="020F0502020204030204" charset="0"/>
              </a:rPr>
              <a:t>Y</a:t>
            </a:r>
            <a:r>
              <a:rPr altLang="zh-CN" b="1" dirty="0" sz="4000" lang="en-US">
                <a:solidFill>
                  <a:srgbClr val="5EC1BE"/>
                </a:solidFill>
                <a:latin typeface="Calibri" panose="020F0502020204030204" charset="0"/>
                <a:ea typeface="Calibri" panose="020F0502020204030204" charset="0"/>
                <a:cs typeface="Calibri" panose="020F0502020204030204" charset="0"/>
              </a:rPr>
              <a:t>A</a:t>
            </a:r>
            <a:endParaRPr altLang="en-US" b="1" dirty="0" sz="4000" lang="zh-CN">
              <a:solidFill>
                <a:srgbClr val="5EC1BE"/>
              </a:solidFill>
              <a:latin typeface="Calibri" panose="020F0502020204030204" charset="0"/>
              <a:ea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1048694" name="文本框 9"/>
          <p:cNvSpPr txBox="1"/>
          <p:nvPr/>
        </p:nvSpPr>
        <p:spPr>
          <a:xfrm>
            <a:off x="7451670" y="2448968"/>
            <a:ext cx="2951480" cy="688340"/>
          </a:xfrm>
          <a:prstGeom prst="rect"/>
          <a:noFill/>
        </p:spPr>
        <p:txBody>
          <a:bodyPr rtlCol="0" wrap="none">
            <a:spAutoFit/>
          </a:bodyPr>
          <a:p>
            <a:r>
              <a:rPr altLang="zh-CN" b="1" dirty="0" sz="4000" lang="en-US">
                <a:solidFill>
                  <a:srgbClr val="5EC1BE"/>
                </a:solidFill>
                <a:latin typeface="Calibri" panose="020F0502020204030204" charset="0"/>
                <a:ea typeface="Calibri" panose="020F0502020204030204" charset="0"/>
                <a:cs typeface="Calibri" panose="020F0502020204030204" charset="0"/>
              </a:rPr>
              <a:t>M</a:t>
            </a:r>
            <a:r>
              <a:rPr altLang="zh-CN" b="1" dirty="0" sz="4000" lang="en-US">
                <a:solidFill>
                  <a:srgbClr val="5EC1BE"/>
                </a:solidFill>
                <a:latin typeface="Calibri" panose="020F0502020204030204" charset="0"/>
                <a:ea typeface="Calibri" panose="020F0502020204030204" charset="0"/>
                <a:cs typeface="Calibri" panose="020F0502020204030204" charset="0"/>
              </a:rPr>
              <a:t>.</a:t>
            </a:r>
            <a:r>
              <a:rPr altLang="zh-CN" b="1" dirty="0" sz="4000" lang="en-US">
                <a:solidFill>
                  <a:srgbClr val="5EC1BE"/>
                </a:solidFill>
                <a:latin typeface="Calibri" panose="020F0502020204030204" charset="0"/>
                <a:ea typeface="Calibri" panose="020F0502020204030204" charset="0"/>
                <a:cs typeface="Calibri" panose="020F0502020204030204" charset="0"/>
              </a:rPr>
              <a:t>R</a:t>
            </a:r>
            <a:r>
              <a:rPr altLang="zh-CN" b="1" dirty="0" sz="4000" lang="en-US">
                <a:solidFill>
                  <a:srgbClr val="5EC1BE"/>
                </a:solidFill>
                <a:latin typeface="Calibri" panose="020F0502020204030204" charset="0"/>
                <a:ea typeface="Calibri" panose="020F0502020204030204" charset="0"/>
                <a:cs typeface="Calibri" panose="020F0502020204030204" charset="0"/>
              </a:rPr>
              <a:t>E</a:t>
            </a:r>
            <a:r>
              <a:rPr altLang="zh-CN" b="1" dirty="0" sz="4000" lang="en-US">
                <a:solidFill>
                  <a:srgbClr val="5EC1BE"/>
                </a:solidFill>
                <a:latin typeface="Calibri" panose="020F0502020204030204" charset="0"/>
                <a:ea typeface="Calibri" panose="020F0502020204030204" charset="0"/>
                <a:cs typeface="Calibri" panose="020F0502020204030204" charset="0"/>
              </a:rPr>
              <a:t>N</a:t>
            </a:r>
            <a:r>
              <a:rPr altLang="zh-CN" b="1" dirty="0" sz="4000" lang="en-US">
                <a:solidFill>
                  <a:srgbClr val="5EC1BE"/>
                </a:solidFill>
                <a:latin typeface="Calibri" panose="020F0502020204030204" charset="0"/>
                <a:ea typeface="Calibri" panose="020F0502020204030204" charset="0"/>
                <a:cs typeface="Calibri" panose="020F0502020204030204" charset="0"/>
              </a:rPr>
              <a:t>U</a:t>
            </a:r>
            <a:r>
              <a:rPr altLang="zh-CN" b="1" dirty="0" sz="4000" lang="en-US">
                <a:solidFill>
                  <a:srgbClr val="5EC1BE"/>
                </a:solidFill>
                <a:latin typeface="Calibri" panose="020F0502020204030204" charset="0"/>
                <a:ea typeface="Calibri" panose="020F0502020204030204" charset="0"/>
                <a:cs typeface="Calibri" panose="020F0502020204030204" charset="0"/>
              </a:rPr>
              <a:t>K</a:t>
            </a:r>
            <a:r>
              <a:rPr altLang="zh-CN" b="1" dirty="0" sz="4000" lang="en-US">
                <a:solidFill>
                  <a:srgbClr val="5EC1BE"/>
                </a:solidFill>
                <a:latin typeface="Calibri" panose="020F0502020204030204" charset="0"/>
                <a:ea typeface="Calibri" panose="020F0502020204030204" charset="0"/>
                <a:cs typeface="Calibri" panose="020F0502020204030204" charset="0"/>
              </a:rPr>
              <a:t>A</a:t>
            </a:r>
            <a:endParaRPr altLang="en-US" b="1" dirty="0" sz="4000" lang="zh-CN">
              <a:solidFill>
                <a:srgbClr val="5EC1BE"/>
              </a:solidFill>
              <a:latin typeface="Calibri" panose="020F0502020204030204" charset="0"/>
              <a:ea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1048695" name="文本框 10"/>
          <p:cNvSpPr txBox="1"/>
          <p:nvPr/>
        </p:nvSpPr>
        <p:spPr>
          <a:xfrm>
            <a:off x="7453272" y="3613915"/>
            <a:ext cx="4234181" cy="688340"/>
          </a:xfrm>
          <a:prstGeom prst="rect"/>
          <a:noFill/>
        </p:spPr>
        <p:txBody>
          <a:bodyPr rtlCol="0" wrap="none">
            <a:spAutoFit/>
          </a:bodyPr>
          <a:p>
            <a:r>
              <a:rPr altLang="zh-CN" b="1" dirty="0" sz="4000" lang="en-US">
                <a:solidFill>
                  <a:srgbClr val="5EC1BE"/>
                </a:solidFill>
                <a:latin typeface="Calibri" panose="020F0502020204030204" charset="0"/>
                <a:ea typeface="Calibri" panose="020F0502020204030204" charset="0"/>
                <a:cs typeface="Calibri" panose="020F0502020204030204" charset="0"/>
              </a:rPr>
              <a:t>K</a:t>
            </a:r>
            <a:r>
              <a:rPr altLang="zh-CN" b="1" dirty="0" sz="4000" lang="en-US">
                <a:solidFill>
                  <a:srgbClr val="5EC1BE"/>
                </a:solidFill>
                <a:latin typeface="Calibri" panose="020F0502020204030204" charset="0"/>
                <a:ea typeface="Calibri" panose="020F0502020204030204" charset="0"/>
                <a:cs typeface="Calibri" panose="020F0502020204030204" charset="0"/>
              </a:rPr>
              <a:t>.</a:t>
            </a:r>
            <a:r>
              <a:rPr altLang="zh-CN" b="1" dirty="0" sz="4000" lang="en-US">
                <a:solidFill>
                  <a:srgbClr val="5EC1BE"/>
                </a:solidFill>
                <a:latin typeface="Calibri" panose="020F0502020204030204" charset="0"/>
                <a:ea typeface="Calibri" panose="020F0502020204030204" charset="0"/>
                <a:cs typeface="Calibri" panose="020F0502020204030204" charset="0"/>
              </a:rPr>
              <a:t>V</a:t>
            </a:r>
            <a:r>
              <a:rPr altLang="zh-CN" b="1" dirty="0" sz="4000" lang="en-US">
                <a:solidFill>
                  <a:srgbClr val="5EC1BE"/>
                </a:solidFill>
                <a:latin typeface="Calibri" panose="020F0502020204030204" charset="0"/>
                <a:ea typeface="Calibri" panose="020F0502020204030204" charset="0"/>
                <a:cs typeface="Calibri" panose="020F0502020204030204" charset="0"/>
              </a:rPr>
              <a:t>.</a:t>
            </a:r>
            <a:r>
              <a:rPr altLang="zh-CN" b="1" dirty="0" sz="4000" lang="en-US">
                <a:solidFill>
                  <a:srgbClr val="5EC1BE"/>
                </a:solidFill>
                <a:latin typeface="Calibri" panose="020F0502020204030204" charset="0"/>
                <a:ea typeface="Calibri" panose="020F0502020204030204" charset="0"/>
                <a:cs typeface="Calibri" panose="020F0502020204030204" charset="0"/>
              </a:rPr>
              <a:t>R</a:t>
            </a:r>
            <a:r>
              <a:rPr altLang="zh-CN" b="1" dirty="0" sz="4000" lang="en-US">
                <a:solidFill>
                  <a:srgbClr val="5EC1BE"/>
                </a:solidFill>
                <a:latin typeface="Calibri" panose="020F0502020204030204" charset="0"/>
                <a:ea typeface="Calibri" panose="020F0502020204030204" charset="0"/>
                <a:cs typeface="Calibri" panose="020F0502020204030204" charset="0"/>
              </a:rPr>
              <a:t>I</a:t>
            </a:r>
            <a:r>
              <a:rPr altLang="zh-CN" b="1" dirty="0" sz="4000" lang="en-US">
                <a:solidFill>
                  <a:srgbClr val="5EC1BE"/>
                </a:solidFill>
                <a:latin typeface="Calibri" panose="020F0502020204030204" charset="0"/>
                <a:ea typeface="Calibri" panose="020F0502020204030204" charset="0"/>
                <a:cs typeface="Calibri" panose="020F0502020204030204" charset="0"/>
              </a:rPr>
              <a:t>T</a:t>
            </a:r>
            <a:r>
              <a:rPr altLang="zh-CN" b="1" dirty="0" sz="4000" lang="en-US">
                <a:solidFill>
                  <a:srgbClr val="5EC1BE"/>
                </a:solidFill>
                <a:latin typeface="Calibri" panose="020F0502020204030204" charset="0"/>
                <a:ea typeface="Calibri" panose="020F0502020204030204" charset="0"/>
                <a:cs typeface="Calibri" panose="020F0502020204030204" charset="0"/>
              </a:rPr>
              <a:t>H</a:t>
            </a:r>
            <a:r>
              <a:rPr altLang="zh-CN" b="1" dirty="0" sz="4000" lang="en-US">
                <a:solidFill>
                  <a:srgbClr val="5EC1BE"/>
                </a:solidFill>
                <a:latin typeface="Calibri" panose="020F0502020204030204" charset="0"/>
                <a:ea typeface="Calibri" panose="020F0502020204030204" charset="0"/>
                <a:cs typeface="Calibri" panose="020F0502020204030204" charset="0"/>
              </a:rPr>
              <a:t>V</a:t>
            </a:r>
            <a:r>
              <a:rPr altLang="zh-CN" b="1" dirty="0" sz="4000" lang="en-US">
                <a:solidFill>
                  <a:srgbClr val="5EC1BE"/>
                </a:solidFill>
                <a:latin typeface="Calibri" panose="020F0502020204030204" charset="0"/>
                <a:ea typeface="Calibri" panose="020F0502020204030204" charset="0"/>
                <a:cs typeface="Calibri" panose="020F0502020204030204" charset="0"/>
              </a:rPr>
              <a:t>I</a:t>
            </a:r>
            <a:r>
              <a:rPr altLang="zh-CN" b="1" dirty="0" sz="4000" lang="en-US">
                <a:solidFill>
                  <a:srgbClr val="5EC1BE"/>
                </a:solidFill>
                <a:latin typeface="Calibri" panose="020F0502020204030204" charset="0"/>
                <a:ea typeface="Calibri" panose="020F0502020204030204" charset="0"/>
                <a:cs typeface="Calibri" panose="020F0502020204030204" charset="0"/>
              </a:rPr>
              <a:t>K</a:t>
            </a:r>
            <a:r>
              <a:rPr altLang="zh-CN" b="1" dirty="0" sz="4000" lang="en-US">
                <a:solidFill>
                  <a:srgbClr val="5EC1BE"/>
                </a:solidFill>
                <a:latin typeface="Calibri" panose="020F0502020204030204" charset="0"/>
                <a:ea typeface="Calibri" panose="020F0502020204030204" charset="0"/>
                <a:cs typeface="Calibri" panose="020F0502020204030204" charset="0"/>
              </a:rPr>
              <a:t> </a:t>
            </a:r>
            <a:r>
              <a:rPr altLang="zh-CN" b="1" dirty="0" sz="4000" lang="en-US">
                <a:solidFill>
                  <a:srgbClr val="5EC1BE"/>
                </a:solidFill>
                <a:latin typeface="Calibri" panose="020F0502020204030204" charset="0"/>
                <a:ea typeface="Calibri" panose="020F0502020204030204" charset="0"/>
                <a:cs typeface="Calibri" panose="020F0502020204030204" charset="0"/>
              </a:rPr>
              <a:t>R</a:t>
            </a:r>
            <a:r>
              <a:rPr altLang="zh-CN" b="1" dirty="0" sz="4000" lang="en-US">
                <a:solidFill>
                  <a:srgbClr val="5EC1BE"/>
                </a:solidFill>
                <a:latin typeface="Calibri" panose="020F0502020204030204" charset="0"/>
                <a:ea typeface="Calibri" panose="020F0502020204030204" charset="0"/>
                <a:cs typeface="Calibri" panose="020F0502020204030204" charset="0"/>
              </a:rPr>
              <a:t>A</a:t>
            </a:r>
            <a:r>
              <a:rPr altLang="zh-CN" b="1" dirty="0" sz="4000" lang="en-US">
                <a:solidFill>
                  <a:srgbClr val="5EC1BE"/>
                </a:solidFill>
                <a:latin typeface="Calibri" panose="020F0502020204030204" charset="0"/>
                <a:ea typeface="Calibri" panose="020F0502020204030204" charset="0"/>
                <a:cs typeface="Calibri" panose="020F0502020204030204" charset="0"/>
              </a:rPr>
              <a:t>J</a:t>
            </a:r>
            <a:endParaRPr altLang="en-US" b="1" dirty="0" sz="4000" lang="zh-CN">
              <a:solidFill>
                <a:srgbClr val="5EC1BE"/>
              </a:solidFill>
              <a:latin typeface="Calibri" panose="020F0502020204030204" charset="0"/>
              <a:ea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1048696" name="文本框 11"/>
          <p:cNvSpPr txBox="1"/>
          <p:nvPr/>
        </p:nvSpPr>
        <p:spPr>
          <a:xfrm>
            <a:off x="7453272" y="4875155"/>
            <a:ext cx="4284981" cy="688340"/>
          </a:xfrm>
          <a:prstGeom prst="rect"/>
          <a:noFill/>
        </p:spPr>
        <p:txBody>
          <a:bodyPr rtlCol="0" wrap="none">
            <a:spAutoFit/>
          </a:bodyPr>
          <a:p>
            <a:r>
              <a:rPr altLang="zh-CN" b="1" dirty="0" sz="4000" lang="en-US">
                <a:solidFill>
                  <a:srgbClr val="5EC1BE"/>
                </a:solidFill>
                <a:latin typeface="Calibri" panose="020F0502020204030204" charset="0"/>
                <a:ea typeface="Calibri" panose="020F0502020204030204" charset="0"/>
                <a:cs typeface="Calibri" panose="020F0502020204030204" charset="0"/>
              </a:rPr>
              <a:t>K</a:t>
            </a:r>
            <a:r>
              <a:rPr altLang="zh-CN" b="1" dirty="0" sz="4000" lang="en-US">
                <a:solidFill>
                  <a:srgbClr val="5EC1BE"/>
                </a:solidFill>
                <a:latin typeface="Calibri" panose="020F0502020204030204" charset="0"/>
                <a:ea typeface="Calibri" panose="020F0502020204030204" charset="0"/>
                <a:cs typeface="Calibri" panose="020F0502020204030204" charset="0"/>
              </a:rPr>
              <a:t>.</a:t>
            </a:r>
            <a:r>
              <a:rPr altLang="zh-CN" b="1" dirty="0" sz="4000" lang="en-US">
                <a:solidFill>
                  <a:srgbClr val="5EC1BE"/>
                </a:solidFill>
                <a:latin typeface="Calibri" panose="020F0502020204030204" charset="0"/>
                <a:ea typeface="Calibri" panose="020F0502020204030204" charset="0"/>
                <a:cs typeface="Calibri" panose="020F0502020204030204" charset="0"/>
              </a:rPr>
              <a:t>K</a:t>
            </a:r>
            <a:r>
              <a:rPr altLang="zh-CN" b="1" dirty="0" sz="4000" lang="en-US">
                <a:solidFill>
                  <a:srgbClr val="5EC1BE"/>
                </a:solidFill>
                <a:latin typeface="Calibri" panose="020F0502020204030204" charset="0"/>
                <a:ea typeface="Calibri" panose="020F0502020204030204" charset="0"/>
                <a:cs typeface="Calibri" panose="020F0502020204030204" charset="0"/>
              </a:rPr>
              <a:t>I</a:t>
            </a:r>
            <a:r>
              <a:rPr altLang="zh-CN" b="1" dirty="0" sz="4000" lang="en-US">
                <a:solidFill>
                  <a:srgbClr val="5EC1BE"/>
                </a:solidFill>
                <a:latin typeface="Calibri" panose="020F0502020204030204" charset="0"/>
                <a:ea typeface="Calibri" panose="020F0502020204030204" charset="0"/>
                <a:cs typeface="Calibri" panose="020F0502020204030204" charset="0"/>
              </a:rPr>
              <a:t>R</a:t>
            </a:r>
            <a:r>
              <a:rPr altLang="zh-CN" b="1" dirty="0" sz="4000" lang="en-US">
                <a:solidFill>
                  <a:srgbClr val="5EC1BE"/>
                </a:solidFill>
                <a:latin typeface="Calibri" panose="020F0502020204030204" charset="0"/>
                <a:ea typeface="Calibri" panose="020F0502020204030204" charset="0"/>
                <a:cs typeface="Calibri" panose="020F0502020204030204" charset="0"/>
              </a:rPr>
              <a:t>A</a:t>
            </a:r>
            <a:r>
              <a:rPr altLang="zh-CN" b="1" dirty="0" sz="4000" lang="en-US">
                <a:solidFill>
                  <a:srgbClr val="5EC1BE"/>
                </a:solidFill>
                <a:latin typeface="Calibri" panose="020F0502020204030204" charset="0"/>
                <a:ea typeface="Calibri" panose="020F0502020204030204" charset="0"/>
                <a:cs typeface="Calibri" panose="020F0502020204030204" charset="0"/>
              </a:rPr>
              <a:t>N</a:t>
            </a:r>
            <a:r>
              <a:rPr altLang="zh-CN" b="1" dirty="0" sz="4000" lang="en-US">
                <a:solidFill>
                  <a:srgbClr val="5EC1BE"/>
                </a:solidFill>
                <a:latin typeface="Calibri" panose="020F0502020204030204" charset="0"/>
                <a:ea typeface="Calibri" panose="020F0502020204030204" charset="0"/>
                <a:cs typeface="Calibri" panose="020F0502020204030204" charset="0"/>
              </a:rPr>
              <a:t> </a:t>
            </a:r>
            <a:r>
              <a:rPr altLang="zh-CN" b="1" dirty="0" sz="4000" lang="en-US">
                <a:solidFill>
                  <a:srgbClr val="5EC1BE"/>
                </a:solidFill>
                <a:latin typeface="Calibri" panose="020F0502020204030204" charset="0"/>
                <a:ea typeface="Calibri" panose="020F0502020204030204" charset="0"/>
                <a:cs typeface="Calibri" panose="020F0502020204030204" charset="0"/>
              </a:rPr>
              <a:t>K</a:t>
            </a:r>
            <a:r>
              <a:rPr altLang="zh-CN" b="1" dirty="0" sz="4000" lang="en-US">
                <a:solidFill>
                  <a:srgbClr val="5EC1BE"/>
                </a:solidFill>
                <a:latin typeface="Calibri" panose="020F0502020204030204" charset="0"/>
                <a:ea typeface="Calibri" panose="020F0502020204030204" charset="0"/>
                <a:cs typeface="Calibri" panose="020F0502020204030204" charset="0"/>
              </a:rPr>
              <a:t>U</a:t>
            </a:r>
            <a:r>
              <a:rPr altLang="zh-CN" b="1" dirty="0" sz="4000" lang="en-US">
                <a:solidFill>
                  <a:srgbClr val="5EC1BE"/>
                </a:solidFill>
                <a:latin typeface="Calibri" panose="020F0502020204030204" charset="0"/>
                <a:ea typeface="Calibri" panose="020F0502020204030204" charset="0"/>
                <a:cs typeface="Calibri" panose="020F0502020204030204" charset="0"/>
              </a:rPr>
              <a:t>M</a:t>
            </a:r>
            <a:r>
              <a:rPr altLang="zh-CN" b="1" dirty="0" sz="4000" lang="en-US">
                <a:solidFill>
                  <a:srgbClr val="5EC1BE"/>
                </a:solidFill>
                <a:latin typeface="Calibri" panose="020F0502020204030204" charset="0"/>
                <a:ea typeface="Calibri" panose="020F0502020204030204" charset="0"/>
                <a:cs typeface="Calibri" panose="020F0502020204030204" charset="0"/>
              </a:rPr>
              <a:t>A</a:t>
            </a:r>
            <a:r>
              <a:rPr altLang="zh-CN" b="1" dirty="0" sz="4000" lang="en-US">
                <a:solidFill>
                  <a:srgbClr val="5EC1BE"/>
                </a:solidFill>
                <a:latin typeface="Calibri" panose="020F0502020204030204" charset="0"/>
                <a:ea typeface="Calibri" panose="020F0502020204030204" charset="0"/>
                <a:cs typeface="Calibri" panose="020F0502020204030204" charset="0"/>
              </a:rPr>
              <a:t>R</a:t>
            </a:r>
            <a:endParaRPr altLang="en-US" b="1" dirty="0" sz="4000" lang="zh-CN">
              <a:solidFill>
                <a:srgbClr val="5EC1BE"/>
              </a:solidFill>
              <a:latin typeface="Calibri" panose="020F0502020204030204" charset="0"/>
              <a:ea typeface="Calibri" panose="020F0502020204030204" charset="0"/>
              <a:cs typeface="Calibri" panose="020F0502020204030204" charset="0"/>
            </a:endParaRPr>
          </a:p>
        </p:txBody>
      </p:sp>
    </p:spTree>
  </p:cSld>
  <p:clrMapOvr>
    <a:masterClrMapping/>
  </p:clrMapOvr>
  <p:timing>
    <p:tnLst>
      <p:par>
        <p:cTn dur="indefinite" id="1" nodeType="tmRoot" restart="never">
          <p:childTnLst>
            <p:seq concurrent="1" nextAc="seek">
              <p:cTn dur="indefinite" id="2" nodeType="mainSeq">
                <p:childTnLst>
                  <p:par>
                    <p:cTn fill="hold" id="3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 id="4">
                            <p:stCondLst>
                              <p:cond delay="0"/>
                            </p:stCondLst>
                            <p:childTnLst>
                              <p:par>
                                <p:cTn fill="hold" grpId="0" id="5" nodeType="afterEffect" presetClass="entr" presetID="42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6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dur="1000" id="7"/>
                                        <p:tgtEl>
                                          <p:spTgt spid="104868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dur="1000" fill="hold" id="8"/>
                                        <p:tgtEl>
                                          <p:spTgt spid="10486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ur="1000" fill="hold" id="9"/>
                                        <p:tgtEl>
                                          <p:spTgt spid="10486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 id="10">
                            <p:stCondLst>
                              <p:cond delay="1000"/>
                            </p:stCondLst>
                            <p:childTnLst>
                              <p:par>
                                <p:cTn decel="100000" fill="hold" grpId="0" id="11" nodeType="afterEffect" presetClass="entr" presetID="5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12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dur="1000" fill="hold" id="13"/>
                                        <p:tgtEl>
                                          <p:spTgt spid="104869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ur="1000" fill="hold" id="14"/>
                                        <p:tgtEl>
                                          <p:spTgt spid="104869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dur="1000" id="15"/>
                                        <p:tgtEl>
                                          <p:spTgt spid="10486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 id="16">
                            <p:stCondLst>
                              <p:cond delay="2000"/>
                            </p:stCondLst>
                            <p:childTnLst>
                              <p:par>
                                <p:cTn decel="100000" fill="hold" grpId="0" id="17" nodeType="afterEffect" presetClass="entr" presetID="5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18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dur="1000" fill="hold" id="19"/>
                                        <p:tgtEl>
                                          <p:spTgt spid="104869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ur="1000" fill="hold" id="20"/>
                                        <p:tgtEl>
                                          <p:spTgt spid="104869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dur="1000" id="21"/>
                                        <p:tgtEl>
                                          <p:spTgt spid="10486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 id="22">
                            <p:stCondLst>
                              <p:cond delay="3000"/>
                            </p:stCondLst>
                            <p:childTnLst>
                              <p:par>
                                <p:cTn decel="100000" fill="hold" grpId="0" id="23" nodeType="afterEffect" presetClass="entr" presetID="5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24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dur="1000" fill="hold" id="25"/>
                                        <p:tgtEl>
                                          <p:spTgt spid="104869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ur="1000" fill="hold" id="26"/>
                                        <p:tgtEl>
                                          <p:spTgt spid="104869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dur="1000" id="27"/>
                                        <p:tgtEl>
                                          <p:spTgt spid="10486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 id="28">
                            <p:stCondLst>
                              <p:cond delay="4000"/>
                            </p:stCondLst>
                            <p:childTnLst>
                              <p:par>
                                <p:cTn decel="100000" fill="hold" grpId="0" id="29" nodeType="afterEffect" presetClass="entr" presetID="5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3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dur="1000" fill="hold" id="31"/>
                                        <p:tgtEl>
                                          <p:spTgt spid="104869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ur="1000" fill="hold" id="32"/>
                                        <p:tgtEl>
                                          <p:spTgt spid="104869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dur="1000" id="33"/>
                                        <p:tgtEl>
                                          <p:spTgt spid="10486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8688" grpId="0"/>
      <p:bldP spid="1048693" grpId="0"/>
      <p:bldP spid="1048694" grpId="0"/>
      <p:bldP spid="1048695" grpId="0"/>
      <p:bldP spid="1048696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60" name="图片 2"/>
          <p:cNvPicPr>
            <a:picLocks noChangeAspect="1"/>
          </p:cNvPicPr>
          <p:nvPr/>
        </p:nvPicPr>
        <p:blipFill rotWithShape="1">
          <a:blip xmlns:r="http://schemas.openxmlformats.org/officeDocument/2006/relationships" r:embed="rId1" cstate="print"/>
          <a:srcRect l="49956"/>
          <a:stretch>
            <a:fillRect/>
          </a:stretch>
        </p:blipFill>
        <p:spPr>
          <a:xfrm rot="5400000" flipV="1">
            <a:off x="1781714" y="-3552286"/>
            <a:ext cx="8628571" cy="12192000"/>
          </a:xfrm>
          <a:prstGeom prst="rect"/>
        </p:spPr>
      </p:pic>
      <p:sp>
        <p:nvSpPr>
          <p:cNvPr id="1048697" name="文本框 3" descr="e7d195523061f1c0deeec63e560781cfd59afb0ea006f2a87ABB68BF51EA6619813959095094C18C62A12F549504892A4AAA8C1554C6663626E05CA27F281A14E6983772AFC3FB97135759321DEA3D7004FB075A8443E283A7673BBBDBFD88DFA513D62253E27B7E9FFF4379D8121322A85C7E16198ADF129F152EEF5340DE1ED504E252F53EAD1F847BC471C6326134"/>
          <p:cNvSpPr txBox="1"/>
          <p:nvPr/>
        </p:nvSpPr>
        <p:spPr>
          <a:xfrm rot="2706841" flipH="1">
            <a:off x="455251" y="2097944"/>
            <a:ext cx="4554412" cy="891541"/>
          </a:xfrm>
          <a:prstGeom prst="rect"/>
          <a:noFill/>
        </p:spPr>
        <p:txBody>
          <a:bodyPr rtlCol="0" wrap="square">
            <a:spAutoFit/>
          </a:bodyPr>
          <a:p>
            <a:r>
              <a:rPr altLang="zh-CN" b="1" dirty="0" sz="5400" lang="en-US">
                <a:solidFill>
                  <a:srgbClr val="0D141B"/>
                </a:solidFill>
                <a:latin typeface="Calibri" panose="020F0502020204030204" charset="0"/>
                <a:ea typeface="Calibri" panose="020F0502020204030204" charset="0"/>
                <a:cs typeface="Calibri" panose="020F0502020204030204" charset="0"/>
              </a:rPr>
              <a:t>Introduction </a:t>
            </a:r>
            <a:endParaRPr altLang="en-US" b="1" dirty="0" sz="7200" lang="zh-CN">
              <a:solidFill>
                <a:srgbClr val="0D141B"/>
              </a:solidFill>
              <a:latin typeface="Calibri" panose="020F0502020204030204" charset="0"/>
              <a:ea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1048698" name="文本框 4"/>
          <p:cNvSpPr txBox="1"/>
          <p:nvPr/>
        </p:nvSpPr>
        <p:spPr>
          <a:xfrm rot="18904929">
            <a:off x="5689543" y="1956077"/>
            <a:ext cx="5199380" cy="1691639"/>
          </a:xfrm>
          <a:prstGeom prst="rect"/>
          <a:noFill/>
        </p:spPr>
        <p:txBody>
          <a:bodyPr rtlCol="0" wrap="none">
            <a:spAutoFit/>
          </a:bodyPr>
          <a:p>
            <a:pPr algn="ctr"/>
            <a:r>
              <a:rPr altLang="zh-CN" b="1" dirty="0" sz="5400" lang="en-US">
                <a:solidFill>
                  <a:srgbClr val="5EC1BE"/>
                </a:solidFill>
                <a:latin typeface="Calibri" panose="020F0502020204030204" charset="0"/>
                <a:ea typeface="Calibri" panose="020F0502020204030204" charset="0"/>
                <a:cs typeface="Calibri" panose="020F0502020204030204" charset="0"/>
              </a:rPr>
              <a:t>To know about </a:t>
            </a:r>
            <a:endParaRPr altLang="en-US" b="1" dirty="0" sz="5400" lang="zh-CN">
              <a:solidFill>
                <a:srgbClr val="5EC1BE"/>
              </a:solidFill>
              <a:latin typeface="Calibri" panose="020F0502020204030204" charset="0"/>
              <a:ea typeface="Calibri" panose="020F0502020204030204" charset="0"/>
              <a:cs typeface="Calibri" panose="020F0502020204030204" charset="0"/>
            </a:endParaRPr>
          </a:p>
          <a:p>
            <a:pPr algn="ctr"/>
            <a:r>
              <a:rPr altLang="zh-CN" b="1" dirty="0" sz="5400" lang="en-US">
                <a:solidFill>
                  <a:srgbClr val="5EC1BE"/>
                </a:solidFill>
                <a:latin typeface="Calibri" panose="020F0502020204030204" charset="0"/>
                <a:ea typeface="Calibri" panose="020F0502020204030204" charset="0"/>
                <a:cs typeface="Calibri" panose="020F0502020204030204" charset="0"/>
              </a:rPr>
              <a:t>It</a:t>
            </a:r>
            <a:endParaRPr altLang="en-US" b="1" dirty="0" sz="5400" lang="zh-CN">
              <a:solidFill>
                <a:srgbClr val="5EC1BE"/>
              </a:solidFill>
              <a:latin typeface="Calibri" panose="020F0502020204030204" charset="0"/>
              <a:ea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1048699" name="文本框 5" descr="e7d195523061f1c0deeec63e560781cfd59afb0ea006f2a87ABB68BF51EA6619813959095094C18C62A12F549504892A4AAA8C1554C6663626E05CA27F281A14E6983772AFC3FB97135759321DEA3D7004FB075A8443E283A7673BBBDBFD88DFA513D62253E27B7E9FFF4379D8121322A85C7E16198ADF129F152EEF5340DE1ED504E252F53EAD1F847BC471C6326134"/>
          <p:cNvSpPr txBox="1"/>
          <p:nvPr/>
        </p:nvSpPr>
        <p:spPr>
          <a:xfrm flipH="1">
            <a:off x="5165309" y="11423577"/>
            <a:ext cx="5679344" cy="400110"/>
          </a:xfrm>
          <a:prstGeom prst="rect"/>
          <a:noFill/>
        </p:spPr>
        <p:txBody>
          <a:bodyPr rtlCol="0" wrap="square">
            <a:spAutoFit/>
          </a:bodyPr>
          <a:p>
            <a:r>
              <a:rPr altLang="zh-CN" b="1" dirty="0" sz="2000" lang="en-US">
                <a:solidFill>
                  <a:srgbClr val="5EC1BE"/>
                </a:solidFill>
                <a:latin typeface="Calibri" panose="020F0502020204030204" charset="0"/>
                <a:ea typeface="Calibri" panose="020F0502020204030204" charset="0"/>
                <a:cs typeface="Calibri" panose="020F0502020204030204" charset="0"/>
              </a:rPr>
              <a:t>BUSINESS         ANNUAL        REPORT</a:t>
            </a:r>
            <a:endParaRPr altLang="en-US" b="1" dirty="0" sz="2000" lang="zh-CN">
              <a:solidFill>
                <a:srgbClr val="5EC1BE"/>
              </a:solidFill>
              <a:latin typeface="Calibri" panose="020F0502020204030204" charset="0"/>
              <a:ea typeface="Calibri" panose="020F0502020204030204" charset="0"/>
              <a:cs typeface="Calibri" panose="020F0502020204030204" charset="0"/>
            </a:endParaRPr>
          </a:p>
        </p:txBody>
      </p:sp>
    </p:spTree>
  </p:cSld>
  <p:clrMapOvr>
    <a:masterClrMapping/>
  </p:clrMapOvr>
  <p:timing>
    <p:tnLst>
      <p:par>
        <p:cTn dur="indefinite" id="1" nodeType="tmRoot" restart="never">
          <p:childTnLst>
            <p:seq concurrent="1" nextAc="seek">
              <p:cTn dur="indefinite" id="2" nodeType="mainSeq">
                <p:childTnLst>
                  <p:par>
                    <p:cTn fill="hold" id="3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 id="4">
                            <p:stCondLst>
                              <p:cond delay="0"/>
                            </p:stCondLst>
                            <p:childTnLst>
                              <p:par>
                                <p:cTn decel="100000" fill="hold" grpId="0" id="5" nodeType="afterEffect" presetClass="entr" presetID="5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6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dur="1000" fill="hold" id="7"/>
                                        <p:tgtEl>
                                          <p:spTgt spid="104869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ur="1000" fill="hold" id="8"/>
                                        <p:tgtEl>
                                          <p:spTgt spid="104869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dur="1000" id="9"/>
                                        <p:tgtEl>
                                          <p:spTgt spid="10486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 id="10">
                            <p:stCondLst>
                              <p:cond delay="1000"/>
                            </p:stCondLst>
                            <p:childTnLst>
                              <p:par>
                                <p:cTn fill="hold" grpId="0" id="11" nodeType="afterEffect" presetClass="entr" presetID="5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12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dur="750" fill="hold" id="13"/>
                                        <p:tgtEl>
                                          <p:spTgt spid="104869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ur="750" fill="hold" id="14"/>
                                        <p:tgtEl>
                                          <p:spTgt spid="104869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dur="750" id="15"/>
                                        <p:tgtEl>
                                          <p:spTgt spid="10486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8698" grpId="0"/>
      <p:bldP spid="1048699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61" name="图片 2"/>
          <p:cNvPicPr>
            <a:picLocks noChangeAspect="1"/>
          </p:cNvPicPr>
          <p:nvPr/>
        </p:nvPicPr>
        <p:blipFill rotWithShape="1">
          <a:blip xmlns:r="http://schemas.openxmlformats.org/officeDocument/2006/relationships" r:embed="rId1" cstate="print"/>
          <a:srcRect l="58734" r="33532"/>
          <a:stretch>
            <a:fillRect/>
          </a:stretch>
        </p:blipFill>
        <p:spPr>
          <a:xfrm rot="5400000" flipV="1">
            <a:off x="5429250" y="-5467350"/>
            <a:ext cx="1333500" cy="12192000"/>
          </a:xfrm>
          <a:prstGeom prst="rect"/>
        </p:spPr>
      </p:pic>
      <p:sp>
        <p:nvSpPr>
          <p:cNvPr id="1048700" name="Rectangle 5"/>
          <p:cNvSpPr>
            <a:spLocks noChangeArrowheads="1"/>
          </p:cNvSpPr>
          <p:nvPr/>
        </p:nvSpPr>
        <p:spPr bwMode="auto">
          <a:xfrm>
            <a:off x="2248123" y="-1204283"/>
            <a:ext cx="914401" cy="1052875"/>
          </a:xfrm>
          <a:prstGeom prst="rect"/>
          <a:solidFill>
            <a:srgbClr val="5CBFBC"/>
          </a:solidFill>
          <a:ln>
            <a:noFill/>
          </a:ln>
        </p:spPr>
        <p:txBody>
          <a:bodyPr anchor="t" anchorCtr="0" bIns="45720" compatLnSpc="1" lIns="91440" numCol="1" rIns="91440" tIns="45720" vert="horz" wrap="square"/>
          <a:p>
            <a:endParaRPr altLang="en-US" lang="zh-CN">
              <a:cs typeface="Calibri" panose="020F0502020204030204" charset="0"/>
            </a:endParaRPr>
          </a:p>
        </p:txBody>
      </p:sp>
      <p:sp>
        <p:nvSpPr>
          <p:cNvPr id="1048701" name="Rectangle 5"/>
          <p:cNvSpPr>
            <a:spLocks noChangeArrowheads="1"/>
          </p:cNvSpPr>
          <p:nvPr/>
        </p:nvSpPr>
        <p:spPr bwMode="auto">
          <a:xfrm>
            <a:off x="3162524" y="-1204283"/>
            <a:ext cx="914401" cy="1052875"/>
          </a:xfrm>
          <a:prstGeom prst="rect"/>
          <a:solidFill>
            <a:srgbClr val="1B2932"/>
          </a:solidFill>
          <a:ln>
            <a:noFill/>
          </a:ln>
        </p:spPr>
        <p:txBody>
          <a:bodyPr anchor="t" anchorCtr="0" bIns="45720" compatLnSpc="1" lIns="91440" numCol="1" rIns="91440" tIns="45720" vert="horz" wrap="square"/>
          <a:p>
            <a:endParaRPr altLang="en-US" lang="zh-CN">
              <a:cs typeface="Calibri" panose="020F0502020204030204" charset="0"/>
            </a:endParaRPr>
          </a:p>
        </p:txBody>
      </p:sp>
      <p:pic>
        <p:nvPicPr>
          <p:cNvPr id="2097162" name="图片 16"/>
          <p:cNvPicPr>
            <a:picLocks noChangeAspect="1"/>
          </p:cNvPicPr>
          <p:nvPr/>
        </p:nvPicPr>
        <p:blipFill>
          <a:blip xmlns:r="http://schemas.openxmlformats.org/officeDocument/2006/relationships" r:embed="rId2"/>
          <a:srcRect l="7805" r="7805"/>
          <a:stretch>
            <a:fillRect/>
          </a:stretch>
        </p:blipFill>
        <p:spPr>
          <a:xfrm>
            <a:off x="1012688" y="2081468"/>
            <a:ext cx="5214070" cy="3477895"/>
          </a:xfrm>
          <a:prstGeom prst="rect"/>
        </p:spPr>
      </p:pic>
      <p:sp>
        <p:nvSpPr>
          <p:cNvPr id="1048702" name="矩形 17"/>
          <p:cNvSpPr/>
          <p:nvPr/>
        </p:nvSpPr>
        <p:spPr>
          <a:xfrm>
            <a:off x="6614319" y="2380910"/>
            <a:ext cx="4558205" cy="1163619"/>
          </a:xfrm>
          <a:prstGeom prst="rect"/>
          <a:solidFill>
            <a:srgbClr val="5CBFB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  <a:endParaRPr altLang="en-US" lang="zh-CN">
              <a:cs typeface="Calibri" panose="020F0502020204030204" charset="0"/>
            </a:endParaRPr>
          </a:p>
        </p:txBody>
      </p:sp>
      <p:sp>
        <p:nvSpPr>
          <p:cNvPr id="1048703" name="文本框 18"/>
          <p:cNvSpPr txBox="1"/>
          <p:nvPr/>
        </p:nvSpPr>
        <p:spPr>
          <a:xfrm>
            <a:off x="6469763" y="2592501"/>
            <a:ext cx="4702761" cy="929641"/>
          </a:xfrm>
          <a:prstGeom prst="rect"/>
          <a:noFill/>
        </p:spPr>
        <p:txBody>
          <a:bodyPr rtlCol="0" wrap="square">
            <a:spAutoFit/>
          </a:bodyPr>
          <a:lstStyle>
            <a:defPPr>
              <a:defRPr lang="zh-CN"/>
            </a:defPPr>
            <a:lvl1pPr algn="l" defTabSz="914400" eaLnBrk="1" hangingPunct="1" latinLnBrk="0" marL="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algn="l" defTabSz="914400" eaLnBrk="1" hangingPunct="1" latinLnBrk="0" marL="4572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algn="l" defTabSz="914400" eaLnBrk="1" hangingPunct="1" latinLnBrk="0" marL="9144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algn="l" defTabSz="914400" eaLnBrk="1" hangingPunct="1" latinLnBrk="0" marL="13716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algn="l" defTabSz="914400" eaLnBrk="1" hangingPunct="1" latinLnBrk="0" marL="18288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algn="l" defTabSz="914400" eaLnBrk="1" hangingPunct="1" latinLnBrk="0" marL="22860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algn="l" defTabSz="914400" eaLnBrk="1" hangingPunct="1" latinLnBrk="0" marL="27432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algn="l" defTabSz="914400" eaLnBrk="1" hangingPunct="1" latinLnBrk="0" marL="32004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algn="l" defTabSz="914400" eaLnBrk="1" hangingPunct="1" latinLnBrk="0" marL="36576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altLang="zh-CN" b="1" dirty="0" sz="2800" lang="en-US">
                <a:solidFill>
                  <a:srgbClr val="FFFFFF"/>
                </a:solidFill>
                <a:latin typeface="Calibri" panose="020F0502020204030204" charset="0"/>
                <a:cs typeface="Calibri" panose="020F0502020204030204" charset="0"/>
              </a:rPr>
              <a:t>What is word guessing </a:t>
            </a:r>
            <a:endParaRPr altLang="en-US" b="1" dirty="0" sz="4000" lang="zh-CN">
              <a:solidFill>
                <a:srgbClr val="FFFFFF"/>
              </a:solidFill>
              <a:latin typeface="Calibri" panose="020F0502020204030204" charset="0"/>
              <a:cs typeface="Calibri" panose="020F0502020204030204" charset="0"/>
            </a:endParaRPr>
          </a:p>
          <a:p>
            <a:pPr algn="ctr"/>
            <a:r>
              <a:rPr altLang="zh-CN" b="1" dirty="0" sz="2800" lang="en-US">
                <a:solidFill>
                  <a:srgbClr val="FFFFFF"/>
                </a:solidFill>
                <a:latin typeface="Calibri" panose="020F0502020204030204" charset="0"/>
                <a:cs typeface="Calibri" panose="020F0502020204030204" charset="0"/>
              </a:rPr>
              <a:t>Game.....?</a:t>
            </a:r>
            <a:endParaRPr altLang="en-US" b="1" dirty="0" sz="4000" lang="zh-CN">
              <a:solidFill>
                <a:srgbClr val="FFFFFF"/>
              </a:solidFill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1048704" name="文本框 19"/>
          <p:cNvSpPr txBox="1"/>
          <p:nvPr/>
        </p:nvSpPr>
        <p:spPr>
          <a:xfrm>
            <a:off x="6614319" y="3820416"/>
            <a:ext cx="4653496" cy="1741933"/>
          </a:xfrm>
          <a:prstGeom prst="rect"/>
          <a:noFill/>
        </p:spPr>
        <p:txBody>
          <a:bodyPr rtlCol="0" wrap="square">
            <a:spAutoFit/>
            <a:scene3d>
              <a:camera prst="orthographicFront"/>
              <a:lightRig dir="t" rig="threePt"/>
            </a:scene3d>
            <a:sp3d contourW="12700"/>
          </a:bodyPr>
          <a:p>
            <a:pPr algn="just">
              <a:lnSpc>
                <a:spcPct val="114000"/>
              </a:lnSpc>
            </a:pPr>
            <a:r>
              <a:rPr altLang="zh-CN" dirty="0" sz="1600" lang="en-US">
                <a:solidFill>
                  <a:srgbClr val="21262C"/>
                </a:solidFill>
                <a:latin typeface="Calibri" panose="020F0502020204030204" charset="0"/>
                <a:ea typeface="+mj-ea"/>
                <a:cs typeface="Calibri" panose="020F0502020204030204" charset="0"/>
              </a:rPr>
              <a:t>A word‑guessing game challenges players to uncover a hidden word by suggesting letters or full guesses, making it a fun way to test vocabulary, memory, and problem‑solving skills while providing an engaging mental workout.</a:t>
            </a:r>
          </a:p>
        </p:txBody>
      </p:sp>
    </p:spTree>
  </p:cSld>
  <p:clrMapOvr>
    <a:masterClrMapping/>
  </p:clrMapOvr>
  <p:timing>
    <p:tnLst>
      <p:par>
        <p:cTn dur="indefinite" id="1" nodeType="tmRoot" restart="never">
          <p:childTnLst>
            <p:seq concurrent="1" nextAc="seek">
              <p:cTn dur="indefinite" id="2" nodeType="mainSeq">
                <p:childTnLst>
                  <p:par>
                    <p:cTn fill="hold" id="3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 id="4">
                            <p:stCondLst>
                              <p:cond delay="1000"/>
                            </p:stCondLst>
                            <p:childTnLst>
                              <p:par>
                                <p:cTn fill="hold" grpId="0" id="5" nodeType="afterEffect" presetClass="entr" presetID="16" presetSubtype="2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6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7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dur="500" id="7"/>
                                        <p:tgtEl>
                                          <p:spTgt spid="10487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 id="8">
                            <p:stCondLst>
                              <p:cond delay="1500"/>
                            </p:stCondLst>
                            <p:childTnLst>
                              <p:par>
                                <p:cTn fill="hold" grpId="0" id="9" nodeType="afterEffect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1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7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dur="500" id="11"/>
                                        <p:tgtEl>
                                          <p:spTgt spid="10487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 id="12">
                            <p:stCondLst>
                              <p:cond delay="2000"/>
                            </p:stCondLst>
                            <p:childTnLst>
                              <p:par>
                                <p:cTn fill="hold" grpId="0" id="13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14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7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dur="500" id="15"/>
                                        <p:tgtEl>
                                          <p:spTgt spid="10487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8702" grpId="0" bldLvl="0" animBg="1"/>
      <p:bldP spid="1048703" grpId="0"/>
      <p:bldP spid="104870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63" name="图片 2"/>
          <p:cNvPicPr>
            <a:picLocks noChangeAspect="1"/>
          </p:cNvPicPr>
          <p:nvPr/>
        </p:nvPicPr>
        <p:blipFill rotWithShape="1">
          <a:blip xmlns:r="http://schemas.openxmlformats.org/officeDocument/2006/relationships" r:embed="rId1" cstate="print"/>
          <a:srcRect l="58734" r="33532"/>
          <a:stretch>
            <a:fillRect/>
          </a:stretch>
        </p:blipFill>
        <p:spPr>
          <a:xfrm rot="5400000" flipV="1">
            <a:off x="5429250" y="-5467350"/>
            <a:ext cx="1333500" cy="12192000"/>
          </a:xfrm>
          <a:prstGeom prst="rect"/>
        </p:spPr>
      </p:pic>
      <p:sp>
        <p:nvSpPr>
          <p:cNvPr id="1048705" name="文本框 13"/>
          <p:cNvSpPr txBox="1"/>
          <p:nvPr/>
        </p:nvSpPr>
        <p:spPr>
          <a:xfrm>
            <a:off x="2961750" y="268644"/>
            <a:ext cx="6438475" cy="815340"/>
          </a:xfrm>
          <a:prstGeom prst="rect"/>
          <a:noFill/>
        </p:spPr>
        <p:txBody>
          <a:bodyPr rtlCol="0" wrap="square">
            <a:spAutoFit/>
          </a:bodyPr>
          <a:p>
            <a:r>
              <a:rPr altLang="zh-CN" b="1" dirty="0" sz="4800" lang="en-US">
                <a:solidFill>
                  <a:srgbClr val="5EC1BE"/>
                </a:solidFill>
                <a:latin typeface="Calibri" panose="020F0502020204030204" charset="0"/>
                <a:ea typeface="Calibri" panose="020F0502020204030204" charset="0"/>
                <a:cs typeface="Calibri" panose="020F0502020204030204" charset="0"/>
              </a:rPr>
              <a:t>GAME  OVERVIEW </a:t>
            </a:r>
            <a:endParaRPr altLang="en-US" b="1" dirty="0" sz="4800" lang="zh-CN">
              <a:solidFill>
                <a:srgbClr val="5EC1BE"/>
              </a:solidFill>
              <a:latin typeface="Calibri" panose="020F0502020204030204" charset="0"/>
              <a:ea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1048706" name="Rectangle 5"/>
          <p:cNvSpPr>
            <a:spLocks noChangeArrowheads="1"/>
          </p:cNvSpPr>
          <p:nvPr/>
        </p:nvSpPr>
        <p:spPr bwMode="auto">
          <a:xfrm>
            <a:off x="2248123" y="-1204283"/>
            <a:ext cx="914401" cy="1052875"/>
          </a:xfrm>
          <a:prstGeom prst="rect"/>
          <a:solidFill>
            <a:srgbClr val="5CBFBC"/>
          </a:solidFill>
          <a:ln>
            <a:noFill/>
          </a:ln>
        </p:spPr>
        <p:txBody>
          <a:bodyPr anchor="t" anchorCtr="0" bIns="45720" compatLnSpc="1" lIns="91440" numCol="1" rIns="91440" tIns="45720" vert="horz" wrap="square"/>
          <a:p>
            <a:endParaRPr altLang="en-US" lang="zh-CN">
              <a:cs typeface="Calibri" panose="020F0502020204030204" charset="0"/>
            </a:endParaRPr>
          </a:p>
        </p:txBody>
      </p:sp>
      <p:sp>
        <p:nvSpPr>
          <p:cNvPr id="1048707" name="Rectangle 5"/>
          <p:cNvSpPr>
            <a:spLocks noChangeArrowheads="1"/>
          </p:cNvSpPr>
          <p:nvPr/>
        </p:nvSpPr>
        <p:spPr bwMode="auto">
          <a:xfrm>
            <a:off x="3162524" y="-1204283"/>
            <a:ext cx="914401" cy="1052875"/>
          </a:xfrm>
          <a:prstGeom prst="rect"/>
          <a:solidFill>
            <a:srgbClr val="1B2932"/>
          </a:solidFill>
          <a:ln>
            <a:noFill/>
          </a:ln>
        </p:spPr>
        <p:txBody>
          <a:bodyPr anchor="t" anchorCtr="0" bIns="45720" compatLnSpc="1" lIns="91440" numCol="1" rIns="91440" tIns="45720" vert="horz" wrap="square"/>
          <a:p>
            <a:endParaRPr altLang="en-US" lang="zh-CN">
              <a:cs typeface="Calibri" panose="020F0502020204030204" charset="0"/>
            </a:endParaRPr>
          </a:p>
        </p:txBody>
      </p:sp>
      <p:sp>
        <p:nvSpPr>
          <p:cNvPr id="1048708" name="Freeform 20"/>
          <p:cNvSpPr/>
          <p:nvPr/>
        </p:nvSpPr>
        <p:spPr bwMode="auto">
          <a:xfrm>
            <a:off x="4780468" y="2225841"/>
            <a:ext cx="2534885" cy="3028851"/>
          </a:xfrm>
          <a:custGeom>
            <a:avLst/>
            <a:gdLst>
              <a:gd name="T0" fmla="*/ 350 w 350"/>
              <a:gd name="T1" fmla="*/ 175 h 418"/>
              <a:gd name="T2" fmla="*/ 175 w 350"/>
              <a:gd name="T3" fmla="*/ 0 h 418"/>
              <a:gd name="T4" fmla="*/ 0 w 350"/>
              <a:gd name="T5" fmla="*/ 175 h 418"/>
              <a:gd name="T6" fmla="*/ 76 w 350"/>
              <a:gd name="T7" fmla="*/ 319 h 418"/>
              <a:gd name="T8" fmla="*/ 97 w 350"/>
              <a:gd name="T9" fmla="*/ 357 h 418"/>
              <a:gd name="T10" fmla="*/ 97 w 350"/>
              <a:gd name="T11" fmla="*/ 393 h 418"/>
              <a:gd name="T12" fmla="*/ 122 w 350"/>
              <a:gd name="T13" fmla="*/ 418 h 418"/>
              <a:gd name="T14" fmla="*/ 228 w 350"/>
              <a:gd name="T15" fmla="*/ 418 h 418"/>
              <a:gd name="T16" fmla="*/ 253 w 350"/>
              <a:gd name="T17" fmla="*/ 393 h 418"/>
              <a:gd name="T18" fmla="*/ 253 w 350"/>
              <a:gd name="T19" fmla="*/ 357 h 418"/>
              <a:gd name="T20" fmla="*/ 274 w 350"/>
              <a:gd name="T21" fmla="*/ 319 h 418"/>
              <a:gd name="T22" fmla="*/ 350 w 350"/>
              <a:gd name="T23" fmla="*/ 175 h 4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350" h="418">
                <a:moveTo>
                  <a:pt x="350" y="175"/>
                </a:moveTo>
                <a:cubicBezTo>
                  <a:pt x="350" y="79"/>
                  <a:pt x="271" y="0"/>
                  <a:pt x="175" y="0"/>
                </a:cubicBezTo>
                <a:cubicBezTo>
                  <a:pt x="79" y="0"/>
                  <a:pt x="0" y="79"/>
                  <a:pt x="0" y="175"/>
                </a:cubicBezTo>
                <a:cubicBezTo>
                  <a:pt x="0" y="235"/>
                  <a:pt x="30" y="287"/>
                  <a:pt x="76" y="319"/>
                </a:cubicBezTo>
                <a:cubicBezTo>
                  <a:pt x="89" y="328"/>
                  <a:pt x="97" y="341"/>
                  <a:pt x="97" y="357"/>
                </a:cubicBezTo>
                <a:cubicBezTo>
                  <a:pt x="97" y="393"/>
                  <a:pt x="97" y="393"/>
                  <a:pt x="97" y="393"/>
                </a:cubicBezTo>
                <a:cubicBezTo>
                  <a:pt x="97" y="407"/>
                  <a:pt x="109" y="418"/>
                  <a:pt x="122" y="418"/>
                </a:cubicBezTo>
                <a:cubicBezTo>
                  <a:pt x="228" y="418"/>
                  <a:pt x="228" y="418"/>
                  <a:pt x="228" y="418"/>
                </a:cubicBezTo>
                <a:cubicBezTo>
                  <a:pt x="241" y="418"/>
                  <a:pt x="253" y="407"/>
                  <a:pt x="253" y="393"/>
                </a:cubicBezTo>
                <a:cubicBezTo>
                  <a:pt x="253" y="357"/>
                  <a:pt x="253" y="357"/>
                  <a:pt x="253" y="357"/>
                </a:cubicBezTo>
                <a:cubicBezTo>
                  <a:pt x="253" y="341"/>
                  <a:pt x="261" y="328"/>
                  <a:pt x="274" y="319"/>
                </a:cubicBezTo>
                <a:cubicBezTo>
                  <a:pt x="320" y="287"/>
                  <a:pt x="350" y="235"/>
                  <a:pt x="350" y="175"/>
                </a:cubicBezTo>
              </a:path>
            </a:pathLst>
          </a:cu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txBody>
          <a:bodyPr anchor="t" anchorCtr="0" bIns="45720" compatLnSpc="1" lIns="91440" numCol="1" rIns="91440" tIns="45720" vert="horz" wrap="square"/>
          <a:p>
            <a:pPr algn="l" defTabSz="914400" eaLnBrk="1" fontAlgn="auto" hangingPunct="1" indent="0" latinLnBrk="0" lvl="0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baseline="0" b="0" cap="none" sz="1800" i="0" kern="1200" kumimoji="0" lang="id-ID" noProof="0" normalizeH="0" spc="0" strike="noStrike" u="none">
              <a:ln>
                <a:noFill/>
              </a:ln>
              <a:solidFill>
                <a:srgbClr val="2A2A2A"/>
              </a:solidFill>
              <a:effectLst/>
              <a:uLnTx/>
              <a:uFillTx/>
              <a:latin typeface="Calibri" panose="020F0502020204030204" charset="0"/>
              <a:ea typeface="Calibri" panose="020F0502020204030204" charset="0"/>
              <a:cs typeface="Calibri" panose="020F0502020204030204" charset="0"/>
            </a:endParaRPr>
          </a:p>
        </p:txBody>
      </p:sp>
      <p:grpSp>
        <p:nvGrpSpPr>
          <p:cNvPr id="58" name="Group 16"/>
          <p:cNvGrpSpPr/>
          <p:nvPr/>
        </p:nvGrpSpPr>
        <p:grpSpPr>
          <a:xfrm>
            <a:off x="5467550" y="5240462"/>
            <a:ext cx="1158688" cy="992000"/>
            <a:chOff x="1630846" y="4033579"/>
            <a:chExt cx="904875" cy="774700"/>
          </a:xfrm>
          <a:effectLst>
            <a:outerShdw algn="br" blurRad="76200" dir="13500000" kx="1200000" rotWithShape="0" sy="23000">
              <a:prstClr val="black">
                <a:alpha val="20000"/>
              </a:prstClr>
            </a:outerShdw>
          </a:effectLst>
        </p:grpSpPr>
        <p:sp>
          <p:nvSpPr>
            <p:cNvPr id="1048709" name="Freeform 21"/>
            <p:cNvSpPr/>
            <p:nvPr/>
          </p:nvSpPr>
          <p:spPr bwMode="auto">
            <a:xfrm>
              <a:off x="1895959" y="4682867"/>
              <a:ext cx="374650" cy="125412"/>
            </a:xfrm>
            <a:custGeom>
              <a:avLst/>
              <a:gdLst>
                <a:gd name="T0" fmla="*/ 66 w 66"/>
                <a:gd name="T1" fmla="*/ 13 h 22"/>
                <a:gd name="T2" fmla="*/ 57 w 66"/>
                <a:gd name="T3" fmla="*/ 22 h 22"/>
                <a:gd name="T4" fmla="*/ 9 w 66"/>
                <a:gd name="T5" fmla="*/ 22 h 22"/>
                <a:gd name="T6" fmla="*/ 0 w 66"/>
                <a:gd name="T7" fmla="*/ 13 h 22"/>
                <a:gd name="T8" fmla="*/ 0 w 66"/>
                <a:gd name="T9" fmla="*/ 9 h 22"/>
                <a:gd name="T10" fmla="*/ 9 w 66"/>
                <a:gd name="T11" fmla="*/ 0 h 22"/>
                <a:gd name="T12" fmla="*/ 57 w 66"/>
                <a:gd name="T13" fmla="*/ 0 h 22"/>
                <a:gd name="T14" fmla="*/ 66 w 66"/>
                <a:gd name="T15" fmla="*/ 9 h 22"/>
                <a:gd name="T16" fmla="*/ 66 w 66"/>
                <a:gd name="T17" fmla="*/ 13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6" h="22">
                  <a:moveTo>
                    <a:pt x="66" y="13"/>
                  </a:moveTo>
                  <a:cubicBezTo>
                    <a:pt x="66" y="18"/>
                    <a:pt x="62" y="22"/>
                    <a:pt x="57" y="22"/>
                  </a:cubicBezTo>
                  <a:cubicBezTo>
                    <a:pt x="9" y="22"/>
                    <a:pt x="9" y="22"/>
                    <a:pt x="9" y="22"/>
                  </a:cubicBezTo>
                  <a:cubicBezTo>
                    <a:pt x="4" y="22"/>
                    <a:pt x="0" y="18"/>
                    <a:pt x="0" y="13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4"/>
                    <a:pt x="4" y="0"/>
                    <a:pt x="9" y="0"/>
                  </a:cubicBezTo>
                  <a:cubicBezTo>
                    <a:pt x="57" y="0"/>
                    <a:pt x="57" y="0"/>
                    <a:pt x="57" y="0"/>
                  </a:cubicBezTo>
                  <a:cubicBezTo>
                    <a:pt x="62" y="0"/>
                    <a:pt x="66" y="4"/>
                    <a:pt x="66" y="9"/>
                  </a:cubicBezTo>
                  <a:cubicBezTo>
                    <a:pt x="66" y="13"/>
                    <a:pt x="66" y="13"/>
                    <a:pt x="66" y="13"/>
                  </a:cubicBezTo>
                </a:path>
              </a:pathLst>
            </a:custGeom>
            <a:solidFill>
              <a:srgbClr val="676767"/>
            </a:solidFill>
            <a:ln>
              <a:noFill/>
            </a:ln>
          </p:spPr>
          <p:txBody>
            <a:bodyPr anchor="t" anchorCtr="0" bIns="45720" compatLnSpc="1" lIns="91440" numCol="1" rIns="91440" tIns="45720" vert="horz" wrap="square"/>
            <a:p>
              <a:pPr algn="l" defTabSz="914400" eaLnBrk="1" fontAlgn="auto" hangingPunct="1" indent="0" latinLnBrk="0" lvl="0" marL="0" marR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baseline="0" b="0" cap="none" sz="1800" i="0" kern="1200" kumimoji="0" lang="id-ID" noProof="0" normalizeH="0" spc="0" strike="noStrike" u="none">
                <a:ln>
                  <a:noFill/>
                </a:ln>
                <a:solidFill>
                  <a:srgbClr val="2A2A2A"/>
                </a:solidFill>
                <a:effectLst/>
                <a:uLnTx/>
                <a:uFillTx/>
                <a:latin typeface="Calibri" panose="020F0502020204030204" charset="0"/>
                <a:ea typeface="Calibri" panose="020F0502020204030204" charset="0"/>
                <a:cs typeface="Calibri" panose="020F0502020204030204" charset="0"/>
              </a:endParaRPr>
            </a:p>
          </p:txBody>
        </p:sp>
        <p:sp>
          <p:nvSpPr>
            <p:cNvPr id="1048710" name="Freeform 22"/>
            <p:cNvSpPr/>
            <p:nvPr/>
          </p:nvSpPr>
          <p:spPr bwMode="auto">
            <a:xfrm>
              <a:off x="1630846" y="4033579"/>
              <a:ext cx="904875" cy="706437"/>
            </a:xfrm>
            <a:custGeom>
              <a:avLst/>
              <a:gdLst>
                <a:gd name="T0" fmla="*/ 154 w 160"/>
                <a:gd name="T1" fmla="*/ 21 h 125"/>
                <a:gd name="T2" fmla="*/ 160 w 160"/>
                <a:gd name="T3" fmla="*/ 14 h 125"/>
                <a:gd name="T4" fmla="*/ 160 w 160"/>
                <a:gd name="T5" fmla="*/ 7 h 125"/>
                <a:gd name="T6" fmla="*/ 154 w 160"/>
                <a:gd name="T7" fmla="*/ 1 h 125"/>
                <a:gd name="T8" fmla="*/ 148 w 160"/>
                <a:gd name="T9" fmla="*/ 1 h 125"/>
                <a:gd name="T10" fmla="*/ 148 w 160"/>
                <a:gd name="T11" fmla="*/ 1 h 125"/>
                <a:gd name="T12" fmla="*/ 147 w 160"/>
                <a:gd name="T13" fmla="*/ 0 h 125"/>
                <a:gd name="T14" fmla="*/ 16 w 160"/>
                <a:gd name="T15" fmla="*/ 0 h 125"/>
                <a:gd name="T16" fmla="*/ 12 w 160"/>
                <a:gd name="T17" fmla="*/ 3 h 125"/>
                <a:gd name="T18" fmla="*/ 9 w 160"/>
                <a:gd name="T19" fmla="*/ 7 h 125"/>
                <a:gd name="T20" fmla="*/ 6 w 160"/>
                <a:gd name="T21" fmla="*/ 7 h 125"/>
                <a:gd name="T22" fmla="*/ 0 w 160"/>
                <a:gd name="T23" fmla="*/ 14 h 125"/>
                <a:gd name="T24" fmla="*/ 0 w 160"/>
                <a:gd name="T25" fmla="*/ 21 h 125"/>
                <a:gd name="T26" fmla="*/ 6 w 160"/>
                <a:gd name="T27" fmla="*/ 27 h 125"/>
                <a:gd name="T28" fmla="*/ 7 w 160"/>
                <a:gd name="T29" fmla="*/ 27 h 125"/>
                <a:gd name="T30" fmla="*/ 12 w 160"/>
                <a:gd name="T31" fmla="*/ 33 h 125"/>
                <a:gd name="T32" fmla="*/ 7 w 160"/>
                <a:gd name="T33" fmla="*/ 39 h 125"/>
                <a:gd name="T34" fmla="*/ 6 w 160"/>
                <a:gd name="T35" fmla="*/ 39 h 125"/>
                <a:gd name="T36" fmla="*/ 0 w 160"/>
                <a:gd name="T37" fmla="*/ 45 h 125"/>
                <a:gd name="T38" fmla="*/ 0 w 160"/>
                <a:gd name="T39" fmla="*/ 53 h 125"/>
                <a:gd name="T40" fmla="*/ 6 w 160"/>
                <a:gd name="T41" fmla="*/ 59 h 125"/>
                <a:gd name="T42" fmla="*/ 7 w 160"/>
                <a:gd name="T43" fmla="*/ 59 h 125"/>
                <a:gd name="T44" fmla="*/ 12 w 160"/>
                <a:gd name="T45" fmla="*/ 65 h 125"/>
                <a:gd name="T46" fmla="*/ 7 w 160"/>
                <a:gd name="T47" fmla="*/ 71 h 125"/>
                <a:gd name="T48" fmla="*/ 6 w 160"/>
                <a:gd name="T49" fmla="*/ 71 h 125"/>
                <a:gd name="T50" fmla="*/ 0 w 160"/>
                <a:gd name="T51" fmla="*/ 77 h 125"/>
                <a:gd name="T52" fmla="*/ 0 w 160"/>
                <a:gd name="T53" fmla="*/ 85 h 125"/>
                <a:gd name="T54" fmla="*/ 6 w 160"/>
                <a:gd name="T55" fmla="*/ 91 h 125"/>
                <a:gd name="T56" fmla="*/ 9 w 160"/>
                <a:gd name="T57" fmla="*/ 91 h 125"/>
                <a:gd name="T58" fmla="*/ 12 w 160"/>
                <a:gd name="T59" fmla="*/ 94 h 125"/>
                <a:gd name="T60" fmla="*/ 14 w 160"/>
                <a:gd name="T61" fmla="*/ 99 h 125"/>
                <a:gd name="T62" fmla="*/ 30 w 160"/>
                <a:gd name="T63" fmla="*/ 118 h 125"/>
                <a:gd name="T64" fmla="*/ 46 w 160"/>
                <a:gd name="T65" fmla="*/ 125 h 125"/>
                <a:gd name="T66" fmla="*/ 114 w 160"/>
                <a:gd name="T67" fmla="*/ 125 h 125"/>
                <a:gd name="T68" fmla="*/ 130 w 160"/>
                <a:gd name="T69" fmla="*/ 118 h 125"/>
                <a:gd name="T70" fmla="*/ 144 w 160"/>
                <a:gd name="T71" fmla="*/ 101 h 125"/>
                <a:gd name="T72" fmla="*/ 148 w 160"/>
                <a:gd name="T73" fmla="*/ 91 h 125"/>
                <a:gd name="T74" fmla="*/ 153 w 160"/>
                <a:gd name="T75" fmla="*/ 85 h 125"/>
                <a:gd name="T76" fmla="*/ 154 w 160"/>
                <a:gd name="T77" fmla="*/ 85 h 125"/>
                <a:gd name="T78" fmla="*/ 160 w 160"/>
                <a:gd name="T79" fmla="*/ 78 h 125"/>
                <a:gd name="T80" fmla="*/ 160 w 160"/>
                <a:gd name="T81" fmla="*/ 70 h 125"/>
                <a:gd name="T82" fmla="*/ 154 w 160"/>
                <a:gd name="T83" fmla="*/ 64 h 125"/>
                <a:gd name="T84" fmla="*/ 153 w 160"/>
                <a:gd name="T85" fmla="*/ 64 h 125"/>
                <a:gd name="T86" fmla="*/ 148 w 160"/>
                <a:gd name="T87" fmla="*/ 59 h 125"/>
                <a:gd name="T88" fmla="*/ 153 w 160"/>
                <a:gd name="T89" fmla="*/ 53 h 125"/>
                <a:gd name="T90" fmla="*/ 154 w 160"/>
                <a:gd name="T91" fmla="*/ 53 h 125"/>
                <a:gd name="T92" fmla="*/ 160 w 160"/>
                <a:gd name="T93" fmla="*/ 46 h 125"/>
                <a:gd name="T94" fmla="*/ 160 w 160"/>
                <a:gd name="T95" fmla="*/ 39 h 125"/>
                <a:gd name="T96" fmla="*/ 154 w 160"/>
                <a:gd name="T97" fmla="*/ 32 h 125"/>
                <a:gd name="T98" fmla="*/ 153 w 160"/>
                <a:gd name="T99" fmla="*/ 32 h 125"/>
                <a:gd name="T100" fmla="*/ 148 w 160"/>
                <a:gd name="T101" fmla="*/ 27 h 125"/>
                <a:gd name="T102" fmla="*/ 153 w 160"/>
                <a:gd name="T103" fmla="*/ 21 h 125"/>
                <a:gd name="T104" fmla="*/ 154 w 160"/>
                <a:gd name="T105" fmla="*/ 21 h 1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60" h="125">
                  <a:moveTo>
                    <a:pt x="154" y="21"/>
                  </a:moveTo>
                  <a:cubicBezTo>
                    <a:pt x="158" y="21"/>
                    <a:pt x="160" y="18"/>
                    <a:pt x="160" y="14"/>
                  </a:cubicBezTo>
                  <a:cubicBezTo>
                    <a:pt x="160" y="7"/>
                    <a:pt x="160" y="7"/>
                    <a:pt x="160" y="7"/>
                  </a:cubicBezTo>
                  <a:cubicBezTo>
                    <a:pt x="160" y="3"/>
                    <a:pt x="157" y="0"/>
                    <a:pt x="154" y="1"/>
                  </a:cubicBezTo>
                  <a:cubicBezTo>
                    <a:pt x="148" y="1"/>
                    <a:pt x="148" y="1"/>
                    <a:pt x="148" y="1"/>
                  </a:cubicBezTo>
                  <a:cubicBezTo>
                    <a:pt x="148" y="1"/>
                    <a:pt x="148" y="1"/>
                    <a:pt x="148" y="1"/>
                  </a:cubicBezTo>
                  <a:cubicBezTo>
                    <a:pt x="147" y="0"/>
                    <a:pt x="147" y="0"/>
                    <a:pt x="147" y="0"/>
                  </a:cubicBezTo>
                  <a:cubicBezTo>
                    <a:pt x="16" y="0"/>
                    <a:pt x="16" y="0"/>
                    <a:pt x="16" y="0"/>
                  </a:cubicBezTo>
                  <a:cubicBezTo>
                    <a:pt x="14" y="0"/>
                    <a:pt x="12" y="2"/>
                    <a:pt x="12" y="3"/>
                  </a:cubicBezTo>
                  <a:cubicBezTo>
                    <a:pt x="12" y="5"/>
                    <a:pt x="11" y="7"/>
                    <a:pt x="9" y="7"/>
                  </a:cubicBezTo>
                  <a:cubicBezTo>
                    <a:pt x="6" y="7"/>
                    <a:pt x="6" y="7"/>
                    <a:pt x="6" y="7"/>
                  </a:cubicBezTo>
                  <a:cubicBezTo>
                    <a:pt x="2" y="7"/>
                    <a:pt x="0" y="10"/>
                    <a:pt x="0" y="14"/>
                  </a:cubicBezTo>
                  <a:cubicBezTo>
                    <a:pt x="0" y="21"/>
                    <a:pt x="0" y="21"/>
                    <a:pt x="0" y="21"/>
                  </a:cubicBezTo>
                  <a:cubicBezTo>
                    <a:pt x="0" y="25"/>
                    <a:pt x="3" y="28"/>
                    <a:pt x="6" y="27"/>
                  </a:cubicBezTo>
                  <a:cubicBezTo>
                    <a:pt x="7" y="27"/>
                    <a:pt x="7" y="27"/>
                    <a:pt x="7" y="27"/>
                  </a:cubicBezTo>
                  <a:cubicBezTo>
                    <a:pt x="10" y="27"/>
                    <a:pt x="12" y="30"/>
                    <a:pt x="12" y="33"/>
                  </a:cubicBezTo>
                  <a:cubicBezTo>
                    <a:pt x="12" y="36"/>
                    <a:pt x="10" y="39"/>
                    <a:pt x="7" y="39"/>
                  </a:cubicBezTo>
                  <a:cubicBezTo>
                    <a:pt x="6" y="39"/>
                    <a:pt x="6" y="39"/>
                    <a:pt x="6" y="39"/>
                  </a:cubicBezTo>
                  <a:cubicBezTo>
                    <a:pt x="2" y="39"/>
                    <a:pt x="0" y="42"/>
                    <a:pt x="0" y="45"/>
                  </a:cubicBezTo>
                  <a:cubicBezTo>
                    <a:pt x="0" y="53"/>
                    <a:pt x="0" y="53"/>
                    <a:pt x="0" y="53"/>
                  </a:cubicBezTo>
                  <a:cubicBezTo>
                    <a:pt x="0" y="57"/>
                    <a:pt x="3" y="59"/>
                    <a:pt x="6" y="59"/>
                  </a:cubicBezTo>
                  <a:cubicBezTo>
                    <a:pt x="7" y="59"/>
                    <a:pt x="7" y="59"/>
                    <a:pt x="7" y="59"/>
                  </a:cubicBezTo>
                  <a:cubicBezTo>
                    <a:pt x="10" y="59"/>
                    <a:pt x="12" y="62"/>
                    <a:pt x="12" y="65"/>
                  </a:cubicBezTo>
                  <a:cubicBezTo>
                    <a:pt x="12" y="68"/>
                    <a:pt x="10" y="70"/>
                    <a:pt x="7" y="71"/>
                  </a:cubicBezTo>
                  <a:cubicBezTo>
                    <a:pt x="6" y="71"/>
                    <a:pt x="6" y="71"/>
                    <a:pt x="6" y="71"/>
                  </a:cubicBezTo>
                  <a:cubicBezTo>
                    <a:pt x="2" y="71"/>
                    <a:pt x="0" y="74"/>
                    <a:pt x="0" y="77"/>
                  </a:cubicBezTo>
                  <a:cubicBezTo>
                    <a:pt x="0" y="85"/>
                    <a:pt x="0" y="85"/>
                    <a:pt x="0" y="85"/>
                  </a:cubicBezTo>
                  <a:cubicBezTo>
                    <a:pt x="0" y="88"/>
                    <a:pt x="3" y="91"/>
                    <a:pt x="6" y="91"/>
                  </a:cubicBezTo>
                  <a:cubicBezTo>
                    <a:pt x="9" y="91"/>
                    <a:pt x="9" y="91"/>
                    <a:pt x="9" y="91"/>
                  </a:cubicBezTo>
                  <a:cubicBezTo>
                    <a:pt x="11" y="91"/>
                    <a:pt x="12" y="92"/>
                    <a:pt x="12" y="94"/>
                  </a:cubicBezTo>
                  <a:cubicBezTo>
                    <a:pt x="12" y="96"/>
                    <a:pt x="13" y="98"/>
                    <a:pt x="14" y="99"/>
                  </a:cubicBezTo>
                  <a:cubicBezTo>
                    <a:pt x="30" y="118"/>
                    <a:pt x="30" y="118"/>
                    <a:pt x="30" y="118"/>
                  </a:cubicBezTo>
                  <a:cubicBezTo>
                    <a:pt x="34" y="122"/>
                    <a:pt x="40" y="125"/>
                    <a:pt x="46" y="125"/>
                  </a:cubicBezTo>
                  <a:cubicBezTo>
                    <a:pt x="114" y="125"/>
                    <a:pt x="114" y="125"/>
                    <a:pt x="114" y="125"/>
                  </a:cubicBezTo>
                  <a:cubicBezTo>
                    <a:pt x="120" y="125"/>
                    <a:pt x="126" y="122"/>
                    <a:pt x="130" y="118"/>
                  </a:cubicBezTo>
                  <a:cubicBezTo>
                    <a:pt x="144" y="101"/>
                    <a:pt x="144" y="101"/>
                    <a:pt x="144" y="101"/>
                  </a:cubicBezTo>
                  <a:cubicBezTo>
                    <a:pt x="146" y="98"/>
                    <a:pt x="148" y="95"/>
                    <a:pt x="148" y="91"/>
                  </a:cubicBezTo>
                  <a:cubicBezTo>
                    <a:pt x="148" y="88"/>
                    <a:pt x="150" y="85"/>
                    <a:pt x="153" y="85"/>
                  </a:cubicBezTo>
                  <a:cubicBezTo>
                    <a:pt x="154" y="85"/>
                    <a:pt x="154" y="85"/>
                    <a:pt x="154" y="85"/>
                  </a:cubicBezTo>
                  <a:cubicBezTo>
                    <a:pt x="158" y="85"/>
                    <a:pt x="160" y="82"/>
                    <a:pt x="160" y="78"/>
                  </a:cubicBezTo>
                  <a:cubicBezTo>
                    <a:pt x="160" y="70"/>
                    <a:pt x="160" y="70"/>
                    <a:pt x="160" y="70"/>
                  </a:cubicBezTo>
                  <a:cubicBezTo>
                    <a:pt x="160" y="67"/>
                    <a:pt x="157" y="64"/>
                    <a:pt x="154" y="64"/>
                  </a:cubicBezTo>
                  <a:cubicBezTo>
                    <a:pt x="153" y="64"/>
                    <a:pt x="153" y="64"/>
                    <a:pt x="153" y="64"/>
                  </a:cubicBezTo>
                  <a:cubicBezTo>
                    <a:pt x="150" y="64"/>
                    <a:pt x="148" y="62"/>
                    <a:pt x="148" y="59"/>
                  </a:cubicBezTo>
                  <a:cubicBezTo>
                    <a:pt x="148" y="56"/>
                    <a:pt x="150" y="53"/>
                    <a:pt x="153" y="53"/>
                  </a:cubicBezTo>
                  <a:cubicBezTo>
                    <a:pt x="154" y="53"/>
                    <a:pt x="154" y="53"/>
                    <a:pt x="154" y="53"/>
                  </a:cubicBezTo>
                  <a:cubicBezTo>
                    <a:pt x="158" y="53"/>
                    <a:pt x="160" y="50"/>
                    <a:pt x="160" y="46"/>
                  </a:cubicBezTo>
                  <a:cubicBezTo>
                    <a:pt x="160" y="39"/>
                    <a:pt x="160" y="39"/>
                    <a:pt x="160" y="39"/>
                  </a:cubicBezTo>
                  <a:cubicBezTo>
                    <a:pt x="160" y="35"/>
                    <a:pt x="157" y="32"/>
                    <a:pt x="154" y="32"/>
                  </a:cubicBezTo>
                  <a:cubicBezTo>
                    <a:pt x="153" y="32"/>
                    <a:pt x="153" y="32"/>
                    <a:pt x="153" y="32"/>
                  </a:cubicBezTo>
                  <a:cubicBezTo>
                    <a:pt x="150" y="33"/>
                    <a:pt x="148" y="30"/>
                    <a:pt x="148" y="27"/>
                  </a:cubicBezTo>
                  <a:cubicBezTo>
                    <a:pt x="148" y="24"/>
                    <a:pt x="150" y="21"/>
                    <a:pt x="153" y="21"/>
                  </a:cubicBezTo>
                  <a:cubicBezTo>
                    <a:pt x="154" y="21"/>
                    <a:pt x="154" y="21"/>
                    <a:pt x="154" y="21"/>
                  </a:cubicBezTo>
                </a:path>
              </a:pathLst>
            </a:custGeom>
            <a:solidFill>
              <a:srgbClr val="E6E6E5"/>
            </a:solidFill>
            <a:ln>
              <a:noFill/>
            </a:ln>
          </p:spPr>
          <p:txBody>
            <a:bodyPr anchor="t" anchorCtr="0" bIns="45720" compatLnSpc="1" lIns="91440" numCol="1" rIns="91440" tIns="45720" vert="horz" wrap="square"/>
            <a:p>
              <a:pPr algn="l" defTabSz="914400" eaLnBrk="1" fontAlgn="auto" hangingPunct="1" indent="0" latinLnBrk="0" lvl="0" marL="0" marR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baseline="0" b="0" cap="none" sz="1800" i="0" kern="1200" kumimoji="0" lang="id-ID" noProof="0" normalizeH="0" spc="0" strike="noStrike" u="none">
                <a:ln>
                  <a:noFill/>
                </a:ln>
                <a:solidFill>
                  <a:srgbClr val="2A2A2A"/>
                </a:solidFill>
                <a:effectLst/>
                <a:uLnTx/>
                <a:uFillTx/>
                <a:latin typeface="Calibri" panose="020F0502020204030204" charset="0"/>
                <a:ea typeface="Calibri" panose="020F0502020204030204" charset="0"/>
                <a:cs typeface="Calibri" panose="020F0502020204030204" charset="0"/>
              </a:endParaRPr>
            </a:p>
          </p:txBody>
        </p:sp>
        <p:sp>
          <p:nvSpPr>
            <p:cNvPr id="1048711" name="Freeform 23"/>
            <p:cNvSpPr/>
            <p:nvPr/>
          </p:nvSpPr>
          <p:spPr bwMode="auto">
            <a:xfrm>
              <a:off x="1630846" y="4033579"/>
              <a:ext cx="904875" cy="157162"/>
            </a:xfrm>
            <a:custGeom>
              <a:avLst/>
              <a:gdLst>
                <a:gd name="T0" fmla="*/ 9 w 160"/>
                <a:gd name="T1" fmla="*/ 7 h 28"/>
                <a:gd name="T2" fmla="*/ 6 w 160"/>
                <a:gd name="T3" fmla="*/ 7 h 28"/>
                <a:gd name="T4" fmla="*/ 0 w 160"/>
                <a:gd name="T5" fmla="*/ 14 h 28"/>
                <a:gd name="T6" fmla="*/ 0 w 160"/>
                <a:gd name="T7" fmla="*/ 21 h 28"/>
                <a:gd name="T8" fmla="*/ 6 w 160"/>
                <a:gd name="T9" fmla="*/ 27 h 28"/>
                <a:gd name="T10" fmla="*/ 7 w 160"/>
                <a:gd name="T11" fmla="*/ 27 h 28"/>
                <a:gd name="T12" fmla="*/ 10 w 160"/>
                <a:gd name="T13" fmla="*/ 28 h 28"/>
                <a:gd name="T14" fmla="*/ 150 w 160"/>
                <a:gd name="T15" fmla="*/ 22 h 28"/>
                <a:gd name="T16" fmla="*/ 153 w 160"/>
                <a:gd name="T17" fmla="*/ 21 h 28"/>
                <a:gd name="T18" fmla="*/ 154 w 160"/>
                <a:gd name="T19" fmla="*/ 21 h 28"/>
                <a:gd name="T20" fmla="*/ 160 w 160"/>
                <a:gd name="T21" fmla="*/ 14 h 28"/>
                <a:gd name="T22" fmla="*/ 160 w 160"/>
                <a:gd name="T23" fmla="*/ 7 h 28"/>
                <a:gd name="T24" fmla="*/ 154 w 160"/>
                <a:gd name="T25" fmla="*/ 1 h 28"/>
                <a:gd name="T26" fmla="*/ 148 w 160"/>
                <a:gd name="T27" fmla="*/ 1 h 28"/>
                <a:gd name="T28" fmla="*/ 148 w 160"/>
                <a:gd name="T29" fmla="*/ 1 h 28"/>
                <a:gd name="T30" fmla="*/ 147 w 160"/>
                <a:gd name="T31" fmla="*/ 0 h 28"/>
                <a:gd name="T32" fmla="*/ 135 w 160"/>
                <a:gd name="T33" fmla="*/ 0 h 28"/>
                <a:gd name="T34" fmla="*/ 12 w 160"/>
                <a:gd name="T35" fmla="*/ 6 h 28"/>
                <a:gd name="T36" fmla="*/ 9 w 160"/>
                <a:gd name="T37" fmla="*/ 7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60" h="28">
                  <a:moveTo>
                    <a:pt x="9" y="7"/>
                  </a:moveTo>
                  <a:cubicBezTo>
                    <a:pt x="6" y="7"/>
                    <a:pt x="6" y="7"/>
                    <a:pt x="6" y="7"/>
                  </a:cubicBezTo>
                  <a:cubicBezTo>
                    <a:pt x="2" y="7"/>
                    <a:pt x="0" y="10"/>
                    <a:pt x="0" y="14"/>
                  </a:cubicBezTo>
                  <a:cubicBezTo>
                    <a:pt x="0" y="21"/>
                    <a:pt x="0" y="21"/>
                    <a:pt x="0" y="21"/>
                  </a:cubicBezTo>
                  <a:cubicBezTo>
                    <a:pt x="0" y="25"/>
                    <a:pt x="3" y="28"/>
                    <a:pt x="6" y="27"/>
                  </a:cubicBezTo>
                  <a:cubicBezTo>
                    <a:pt x="7" y="27"/>
                    <a:pt x="7" y="27"/>
                    <a:pt x="7" y="27"/>
                  </a:cubicBezTo>
                  <a:cubicBezTo>
                    <a:pt x="8" y="27"/>
                    <a:pt x="9" y="28"/>
                    <a:pt x="10" y="28"/>
                  </a:cubicBezTo>
                  <a:cubicBezTo>
                    <a:pt x="150" y="22"/>
                    <a:pt x="150" y="22"/>
                    <a:pt x="150" y="22"/>
                  </a:cubicBezTo>
                  <a:cubicBezTo>
                    <a:pt x="151" y="22"/>
                    <a:pt x="152" y="21"/>
                    <a:pt x="153" y="21"/>
                  </a:cubicBezTo>
                  <a:cubicBezTo>
                    <a:pt x="154" y="21"/>
                    <a:pt x="154" y="21"/>
                    <a:pt x="154" y="21"/>
                  </a:cubicBezTo>
                  <a:cubicBezTo>
                    <a:pt x="158" y="21"/>
                    <a:pt x="160" y="18"/>
                    <a:pt x="160" y="14"/>
                  </a:cubicBezTo>
                  <a:cubicBezTo>
                    <a:pt x="160" y="7"/>
                    <a:pt x="160" y="7"/>
                    <a:pt x="160" y="7"/>
                  </a:cubicBezTo>
                  <a:cubicBezTo>
                    <a:pt x="160" y="3"/>
                    <a:pt x="157" y="0"/>
                    <a:pt x="154" y="1"/>
                  </a:cubicBezTo>
                  <a:cubicBezTo>
                    <a:pt x="148" y="1"/>
                    <a:pt x="148" y="1"/>
                    <a:pt x="148" y="1"/>
                  </a:cubicBezTo>
                  <a:cubicBezTo>
                    <a:pt x="148" y="1"/>
                    <a:pt x="148" y="1"/>
                    <a:pt x="148" y="1"/>
                  </a:cubicBezTo>
                  <a:cubicBezTo>
                    <a:pt x="147" y="0"/>
                    <a:pt x="147" y="0"/>
                    <a:pt x="147" y="0"/>
                  </a:cubicBezTo>
                  <a:cubicBezTo>
                    <a:pt x="135" y="0"/>
                    <a:pt x="135" y="0"/>
                    <a:pt x="135" y="0"/>
                  </a:cubicBezTo>
                  <a:cubicBezTo>
                    <a:pt x="12" y="6"/>
                    <a:pt x="12" y="6"/>
                    <a:pt x="12" y="6"/>
                  </a:cubicBezTo>
                  <a:cubicBezTo>
                    <a:pt x="11" y="6"/>
                    <a:pt x="10" y="7"/>
                    <a:pt x="9" y="7"/>
                  </a:cubicBezTo>
                </a:path>
              </a:pathLst>
            </a:custGeom>
            <a:solidFill>
              <a:srgbClr val="B4B4B4"/>
            </a:solidFill>
            <a:ln>
              <a:noFill/>
            </a:ln>
          </p:spPr>
          <p:txBody>
            <a:bodyPr anchor="t" anchorCtr="0" bIns="45720" compatLnSpc="1" lIns="91440" numCol="1" rIns="91440" tIns="45720" vert="horz" wrap="square"/>
            <a:p>
              <a:pPr algn="l" defTabSz="914400" eaLnBrk="1" fontAlgn="auto" hangingPunct="1" indent="0" latinLnBrk="0" lvl="0" marL="0" marR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baseline="0" b="0" cap="none" sz="1800" i="0" kern="1200" kumimoji="0" lang="id-ID" noProof="0" normalizeH="0" spc="0" strike="noStrike" u="none">
                <a:ln>
                  <a:noFill/>
                </a:ln>
                <a:solidFill>
                  <a:srgbClr val="2A2A2A"/>
                </a:solidFill>
                <a:effectLst/>
                <a:uLnTx/>
                <a:uFillTx/>
                <a:latin typeface="Calibri" panose="020F0502020204030204" charset="0"/>
                <a:ea typeface="Calibri" panose="020F0502020204030204" charset="0"/>
                <a:cs typeface="Calibri" panose="020F0502020204030204" charset="0"/>
              </a:endParaRPr>
            </a:p>
          </p:txBody>
        </p:sp>
        <p:sp>
          <p:nvSpPr>
            <p:cNvPr id="1048712" name="Freeform 24"/>
            <p:cNvSpPr/>
            <p:nvPr/>
          </p:nvSpPr>
          <p:spPr bwMode="auto">
            <a:xfrm>
              <a:off x="1630846" y="4214554"/>
              <a:ext cx="904875" cy="157162"/>
            </a:xfrm>
            <a:custGeom>
              <a:avLst/>
              <a:gdLst>
                <a:gd name="T0" fmla="*/ 7 w 160"/>
                <a:gd name="T1" fmla="*/ 7 h 28"/>
                <a:gd name="T2" fmla="*/ 6 w 160"/>
                <a:gd name="T3" fmla="*/ 7 h 28"/>
                <a:gd name="T4" fmla="*/ 0 w 160"/>
                <a:gd name="T5" fmla="*/ 13 h 28"/>
                <a:gd name="T6" fmla="*/ 0 w 160"/>
                <a:gd name="T7" fmla="*/ 21 h 28"/>
                <a:gd name="T8" fmla="*/ 6 w 160"/>
                <a:gd name="T9" fmla="*/ 27 h 28"/>
                <a:gd name="T10" fmla="*/ 7 w 160"/>
                <a:gd name="T11" fmla="*/ 27 h 28"/>
                <a:gd name="T12" fmla="*/ 10 w 160"/>
                <a:gd name="T13" fmla="*/ 28 h 28"/>
                <a:gd name="T14" fmla="*/ 150 w 160"/>
                <a:gd name="T15" fmla="*/ 22 h 28"/>
                <a:gd name="T16" fmla="*/ 153 w 160"/>
                <a:gd name="T17" fmla="*/ 21 h 28"/>
                <a:gd name="T18" fmla="*/ 154 w 160"/>
                <a:gd name="T19" fmla="*/ 21 h 28"/>
                <a:gd name="T20" fmla="*/ 160 w 160"/>
                <a:gd name="T21" fmla="*/ 14 h 28"/>
                <a:gd name="T22" fmla="*/ 160 w 160"/>
                <a:gd name="T23" fmla="*/ 7 h 28"/>
                <a:gd name="T24" fmla="*/ 154 w 160"/>
                <a:gd name="T25" fmla="*/ 0 h 28"/>
                <a:gd name="T26" fmla="*/ 153 w 160"/>
                <a:gd name="T27" fmla="*/ 0 h 28"/>
                <a:gd name="T28" fmla="*/ 150 w 160"/>
                <a:gd name="T29" fmla="*/ 0 h 28"/>
                <a:gd name="T30" fmla="*/ 10 w 160"/>
                <a:gd name="T31" fmla="*/ 6 h 28"/>
                <a:gd name="T32" fmla="*/ 7 w 160"/>
                <a:gd name="T33" fmla="*/ 7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60" h="28">
                  <a:moveTo>
                    <a:pt x="7" y="7"/>
                  </a:moveTo>
                  <a:cubicBezTo>
                    <a:pt x="6" y="7"/>
                    <a:pt x="6" y="7"/>
                    <a:pt x="6" y="7"/>
                  </a:cubicBezTo>
                  <a:cubicBezTo>
                    <a:pt x="2" y="7"/>
                    <a:pt x="0" y="10"/>
                    <a:pt x="0" y="13"/>
                  </a:cubicBezTo>
                  <a:cubicBezTo>
                    <a:pt x="0" y="21"/>
                    <a:pt x="0" y="21"/>
                    <a:pt x="0" y="21"/>
                  </a:cubicBezTo>
                  <a:cubicBezTo>
                    <a:pt x="0" y="25"/>
                    <a:pt x="3" y="27"/>
                    <a:pt x="6" y="27"/>
                  </a:cubicBezTo>
                  <a:cubicBezTo>
                    <a:pt x="7" y="27"/>
                    <a:pt x="7" y="27"/>
                    <a:pt x="7" y="27"/>
                  </a:cubicBezTo>
                  <a:cubicBezTo>
                    <a:pt x="8" y="27"/>
                    <a:pt x="9" y="28"/>
                    <a:pt x="10" y="28"/>
                  </a:cubicBezTo>
                  <a:cubicBezTo>
                    <a:pt x="150" y="22"/>
                    <a:pt x="150" y="22"/>
                    <a:pt x="150" y="22"/>
                  </a:cubicBezTo>
                  <a:cubicBezTo>
                    <a:pt x="151" y="21"/>
                    <a:pt x="152" y="21"/>
                    <a:pt x="153" y="21"/>
                  </a:cubicBezTo>
                  <a:cubicBezTo>
                    <a:pt x="154" y="21"/>
                    <a:pt x="154" y="21"/>
                    <a:pt x="154" y="21"/>
                  </a:cubicBezTo>
                  <a:cubicBezTo>
                    <a:pt x="158" y="21"/>
                    <a:pt x="160" y="18"/>
                    <a:pt x="160" y="14"/>
                  </a:cubicBezTo>
                  <a:cubicBezTo>
                    <a:pt x="160" y="7"/>
                    <a:pt x="160" y="7"/>
                    <a:pt x="160" y="7"/>
                  </a:cubicBezTo>
                  <a:cubicBezTo>
                    <a:pt x="160" y="3"/>
                    <a:pt x="157" y="0"/>
                    <a:pt x="154" y="0"/>
                  </a:cubicBezTo>
                  <a:cubicBezTo>
                    <a:pt x="153" y="0"/>
                    <a:pt x="153" y="0"/>
                    <a:pt x="153" y="0"/>
                  </a:cubicBezTo>
                  <a:cubicBezTo>
                    <a:pt x="152" y="0"/>
                    <a:pt x="151" y="0"/>
                    <a:pt x="150" y="0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9" y="6"/>
                    <a:pt x="8" y="7"/>
                    <a:pt x="7" y="7"/>
                  </a:cubicBezTo>
                </a:path>
              </a:pathLst>
            </a:custGeom>
            <a:solidFill>
              <a:srgbClr val="B4B4B4"/>
            </a:solidFill>
            <a:ln>
              <a:noFill/>
            </a:ln>
          </p:spPr>
          <p:txBody>
            <a:bodyPr anchor="t" anchorCtr="0" bIns="45720" compatLnSpc="1" lIns="91440" numCol="1" rIns="91440" tIns="45720" vert="horz" wrap="square"/>
            <a:p>
              <a:pPr algn="l" defTabSz="914400" eaLnBrk="1" fontAlgn="auto" hangingPunct="1" indent="0" latinLnBrk="0" lvl="0" marL="0" marR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baseline="0" b="0" cap="none" sz="1800" i="0" kern="1200" kumimoji="0" lang="id-ID" noProof="0" normalizeH="0" spc="0" strike="noStrike" u="none">
                <a:ln>
                  <a:noFill/>
                </a:ln>
                <a:solidFill>
                  <a:srgbClr val="2A2A2A"/>
                </a:solidFill>
                <a:effectLst/>
                <a:uLnTx/>
                <a:uFillTx/>
                <a:latin typeface="Calibri" panose="020F0502020204030204" charset="0"/>
                <a:ea typeface="Calibri" panose="020F0502020204030204" charset="0"/>
                <a:cs typeface="Calibri" panose="020F0502020204030204" charset="0"/>
              </a:endParaRPr>
            </a:p>
          </p:txBody>
        </p:sp>
        <p:sp>
          <p:nvSpPr>
            <p:cNvPr id="1048713" name="Freeform 25"/>
            <p:cNvSpPr/>
            <p:nvPr/>
          </p:nvSpPr>
          <p:spPr bwMode="auto">
            <a:xfrm>
              <a:off x="1630846" y="4395529"/>
              <a:ext cx="904875" cy="157162"/>
            </a:xfrm>
            <a:custGeom>
              <a:avLst/>
              <a:gdLst>
                <a:gd name="T0" fmla="*/ 7 w 160"/>
                <a:gd name="T1" fmla="*/ 7 h 28"/>
                <a:gd name="T2" fmla="*/ 6 w 160"/>
                <a:gd name="T3" fmla="*/ 7 h 28"/>
                <a:gd name="T4" fmla="*/ 0 w 160"/>
                <a:gd name="T5" fmla="*/ 13 h 28"/>
                <a:gd name="T6" fmla="*/ 0 w 160"/>
                <a:gd name="T7" fmla="*/ 21 h 28"/>
                <a:gd name="T8" fmla="*/ 6 w 160"/>
                <a:gd name="T9" fmla="*/ 27 h 28"/>
                <a:gd name="T10" fmla="*/ 9 w 160"/>
                <a:gd name="T11" fmla="*/ 27 h 28"/>
                <a:gd name="T12" fmla="*/ 12 w 160"/>
                <a:gd name="T13" fmla="*/ 28 h 28"/>
                <a:gd name="T14" fmla="*/ 150 w 160"/>
                <a:gd name="T15" fmla="*/ 22 h 28"/>
                <a:gd name="T16" fmla="*/ 153 w 160"/>
                <a:gd name="T17" fmla="*/ 21 h 28"/>
                <a:gd name="T18" fmla="*/ 154 w 160"/>
                <a:gd name="T19" fmla="*/ 21 h 28"/>
                <a:gd name="T20" fmla="*/ 160 w 160"/>
                <a:gd name="T21" fmla="*/ 14 h 28"/>
                <a:gd name="T22" fmla="*/ 160 w 160"/>
                <a:gd name="T23" fmla="*/ 6 h 28"/>
                <a:gd name="T24" fmla="*/ 154 w 160"/>
                <a:gd name="T25" fmla="*/ 0 h 28"/>
                <a:gd name="T26" fmla="*/ 153 w 160"/>
                <a:gd name="T27" fmla="*/ 0 h 28"/>
                <a:gd name="T28" fmla="*/ 150 w 160"/>
                <a:gd name="T29" fmla="*/ 0 h 28"/>
                <a:gd name="T30" fmla="*/ 10 w 160"/>
                <a:gd name="T31" fmla="*/ 6 h 28"/>
                <a:gd name="T32" fmla="*/ 7 w 160"/>
                <a:gd name="T33" fmla="*/ 7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60" h="28">
                  <a:moveTo>
                    <a:pt x="7" y="7"/>
                  </a:moveTo>
                  <a:cubicBezTo>
                    <a:pt x="6" y="7"/>
                    <a:pt x="6" y="7"/>
                    <a:pt x="6" y="7"/>
                  </a:cubicBezTo>
                  <a:cubicBezTo>
                    <a:pt x="2" y="7"/>
                    <a:pt x="0" y="10"/>
                    <a:pt x="0" y="13"/>
                  </a:cubicBezTo>
                  <a:cubicBezTo>
                    <a:pt x="0" y="21"/>
                    <a:pt x="0" y="21"/>
                    <a:pt x="0" y="21"/>
                  </a:cubicBezTo>
                  <a:cubicBezTo>
                    <a:pt x="0" y="24"/>
                    <a:pt x="3" y="27"/>
                    <a:pt x="6" y="27"/>
                  </a:cubicBezTo>
                  <a:cubicBezTo>
                    <a:pt x="9" y="27"/>
                    <a:pt x="9" y="27"/>
                    <a:pt x="9" y="27"/>
                  </a:cubicBezTo>
                  <a:cubicBezTo>
                    <a:pt x="10" y="27"/>
                    <a:pt x="11" y="27"/>
                    <a:pt x="12" y="28"/>
                  </a:cubicBezTo>
                  <a:cubicBezTo>
                    <a:pt x="150" y="22"/>
                    <a:pt x="150" y="22"/>
                    <a:pt x="150" y="22"/>
                  </a:cubicBezTo>
                  <a:cubicBezTo>
                    <a:pt x="151" y="21"/>
                    <a:pt x="152" y="21"/>
                    <a:pt x="153" y="21"/>
                  </a:cubicBezTo>
                  <a:cubicBezTo>
                    <a:pt x="154" y="21"/>
                    <a:pt x="154" y="21"/>
                    <a:pt x="154" y="21"/>
                  </a:cubicBezTo>
                  <a:cubicBezTo>
                    <a:pt x="158" y="21"/>
                    <a:pt x="160" y="18"/>
                    <a:pt x="160" y="14"/>
                  </a:cubicBezTo>
                  <a:cubicBezTo>
                    <a:pt x="160" y="6"/>
                    <a:pt x="160" y="6"/>
                    <a:pt x="160" y="6"/>
                  </a:cubicBezTo>
                  <a:cubicBezTo>
                    <a:pt x="160" y="3"/>
                    <a:pt x="157" y="0"/>
                    <a:pt x="154" y="0"/>
                  </a:cubicBezTo>
                  <a:cubicBezTo>
                    <a:pt x="153" y="0"/>
                    <a:pt x="153" y="0"/>
                    <a:pt x="153" y="0"/>
                  </a:cubicBezTo>
                  <a:cubicBezTo>
                    <a:pt x="152" y="0"/>
                    <a:pt x="151" y="0"/>
                    <a:pt x="150" y="0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9" y="6"/>
                    <a:pt x="8" y="6"/>
                    <a:pt x="7" y="7"/>
                  </a:cubicBezTo>
                </a:path>
              </a:pathLst>
            </a:custGeom>
            <a:solidFill>
              <a:srgbClr val="B4B4B4"/>
            </a:solidFill>
            <a:ln>
              <a:noFill/>
            </a:ln>
          </p:spPr>
          <p:txBody>
            <a:bodyPr anchor="t" anchorCtr="0" bIns="45720" compatLnSpc="1" lIns="91440" numCol="1" rIns="91440" tIns="45720" vert="horz" wrap="square"/>
            <a:p>
              <a:pPr algn="l" defTabSz="914400" eaLnBrk="1" fontAlgn="auto" hangingPunct="1" indent="0" latinLnBrk="0" lvl="0" marL="0" marR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baseline="0" b="0" cap="none" sz="1800" i="0" kern="1200" kumimoji="0" lang="id-ID" noProof="0" normalizeH="0" spc="0" strike="noStrike" u="none">
                <a:ln>
                  <a:noFill/>
                </a:ln>
                <a:solidFill>
                  <a:srgbClr val="2A2A2A"/>
                </a:solidFill>
                <a:effectLst/>
                <a:uLnTx/>
                <a:uFillTx/>
                <a:latin typeface="Calibri" panose="020F0502020204030204" charset="0"/>
                <a:ea typeface="Calibri" panose="020F0502020204030204" charset="0"/>
                <a:cs typeface="Calibri" panose="020F0502020204030204" charset="0"/>
              </a:endParaRPr>
            </a:p>
          </p:txBody>
        </p:sp>
        <p:sp>
          <p:nvSpPr>
            <p:cNvPr id="1048714" name="Freeform 26"/>
            <p:cNvSpPr>
              <a:spLocks noEditPoints="1"/>
            </p:cNvSpPr>
            <p:nvPr/>
          </p:nvSpPr>
          <p:spPr bwMode="auto">
            <a:xfrm>
              <a:off x="1692759" y="4055804"/>
              <a:ext cx="6350" cy="11112"/>
            </a:xfrm>
            <a:custGeom>
              <a:avLst/>
              <a:gdLst>
                <a:gd name="T0" fmla="*/ 1 w 1"/>
                <a:gd name="T1" fmla="*/ 1 h 2"/>
                <a:gd name="T2" fmla="*/ 1 w 1"/>
                <a:gd name="T3" fmla="*/ 2 h 2"/>
                <a:gd name="T4" fmla="*/ 0 w 1"/>
                <a:gd name="T5" fmla="*/ 2 h 2"/>
                <a:gd name="T6" fmla="*/ 0 w 1"/>
                <a:gd name="T7" fmla="*/ 2 h 2"/>
                <a:gd name="T8" fmla="*/ 1 w 1"/>
                <a:gd name="T9" fmla="*/ 2 h 2"/>
                <a:gd name="T10" fmla="*/ 1 w 1"/>
                <a:gd name="T11" fmla="*/ 2 h 2"/>
                <a:gd name="T12" fmla="*/ 1 w 1"/>
                <a:gd name="T13" fmla="*/ 1 h 2"/>
                <a:gd name="T14" fmla="*/ 1 w 1"/>
                <a:gd name="T15" fmla="*/ 1 h 2"/>
                <a:gd name="T16" fmla="*/ 1 w 1"/>
                <a:gd name="T17" fmla="*/ 1 h 2"/>
                <a:gd name="T18" fmla="*/ 1 w 1"/>
                <a:gd name="T19" fmla="*/ 1 h 2"/>
                <a:gd name="T20" fmla="*/ 1 w 1"/>
                <a:gd name="T21" fmla="*/ 0 h 2"/>
                <a:gd name="T22" fmla="*/ 1 w 1"/>
                <a:gd name="T23" fmla="*/ 0 h 2"/>
                <a:gd name="T24" fmla="*/ 1 w 1"/>
                <a:gd name="T25" fmla="*/ 0 h 2"/>
                <a:gd name="T26" fmla="*/ 1 w 1"/>
                <a:gd name="T27" fmla="*/ 0 h 2"/>
                <a:gd name="T28" fmla="*/ 1 w 1"/>
                <a:gd name="T29" fmla="*/ 0 h 2"/>
                <a:gd name="T30" fmla="*/ 1 w 1"/>
                <a:gd name="T31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" h="2">
                  <a:moveTo>
                    <a:pt x="1" y="1"/>
                  </a:moveTo>
                  <a:cubicBezTo>
                    <a:pt x="1" y="1"/>
                    <a:pt x="1" y="1"/>
                    <a:pt x="1" y="2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1" y="2"/>
                    <a:pt x="1" y="2"/>
                    <a:pt x="1" y="2"/>
                  </a:cubicBezTo>
                  <a:cubicBezTo>
                    <a:pt x="1" y="2"/>
                    <a:pt x="1" y="2"/>
                    <a:pt x="1" y="2"/>
                  </a:cubicBezTo>
                  <a:cubicBezTo>
                    <a:pt x="1" y="1"/>
                    <a:pt x="1" y="1"/>
                    <a:pt x="1" y="1"/>
                  </a:cubicBezTo>
                  <a:moveTo>
                    <a:pt x="1" y="1"/>
                  </a:moveTo>
                  <a:cubicBezTo>
                    <a:pt x="1" y="1"/>
                    <a:pt x="1" y="1"/>
                    <a:pt x="1" y="1"/>
                  </a:cubicBezTo>
                  <a:cubicBezTo>
                    <a:pt x="1" y="1"/>
                    <a:pt x="1" y="1"/>
                    <a:pt x="1" y="1"/>
                  </a:cubicBezTo>
                  <a:moveTo>
                    <a:pt x="1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moveTo>
                    <a:pt x="1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</a:path>
              </a:pathLst>
            </a:custGeom>
            <a:solidFill>
              <a:srgbClr val="EAEAEB"/>
            </a:solidFill>
            <a:ln>
              <a:noFill/>
            </a:ln>
          </p:spPr>
          <p:txBody>
            <a:bodyPr anchor="t" anchorCtr="0" bIns="45720" compatLnSpc="1" lIns="91440" numCol="1" rIns="91440" tIns="45720" vert="horz" wrap="square"/>
            <a:p>
              <a:pPr algn="l" defTabSz="914400" eaLnBrk="1" fontAlgn="auto" hangingPunct="1" indent="0" latinLnBrk="0" lvl="0" marL="0" marR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baseline="0" b="0" cap="none" sz="1800" i="0" kern="1200" kumimoji="0" lang="id-ID" noProof="0" normalizeH="0" spc="0" strike="noStrike" u="none">
                <a:ln>
                  <a:noFill/>
                </a:ln>
                <a:solidFill>
                  <a:srgbClr val="2A2A2A"/>
                </a:solidFill>
                <a:effectLst/>
                <a:uLnTx/>
                <a:uFillTx/>
                <a:latin typeface="Calibri" panose="020F0502020204030204" charset="0"/>
                <a:ea typeface="Calibri" panose="020F0502020204030204" charset="0"/>
                <a:cs typeface="Calibri" panose="020F0502020204030204" charset="0"/>
              </a:endParaRPr>
            </a:p>
          </p:txBody>
        </p:sp>
        <p:sp>
          <p:nvSpPr>
            <p:cNvPr id="1048715" name="Freeform 27"/>
            <p:cNvSpPr/>
            <p:nvPr/>
          </p:nvSpPr>
          <p:spPr bwMode="auto">
            <a:xfrm>
              <a:off x="1699109" y="4033579"/>
              <a:ext cx="377825" cy="33337"/>
            </a:xfrm>
            <a:custGeom>
              <a:avLst/>
              <a:gdLst>
                <a:gd name="T0" fmla="*/ 67 w 67"/>
                <a:gd name="T1" fmla="*/ 0 h 6"/>
                <a:gd name="T2" fmla="*/ 4 w 67"/>
                <a:gd name="T3" fmla="*/ 0 h 6"/>
                <a:gd name="T4" fmla="*/ 0 w 67"/>
                <a:gd name="T5" fmla="*/ 3 h 6"/>
                <a:gd name="T6" fmla="*/ 0 w 67"/>
                <a:gd name="T7" fmla="*/ 3 h 6"/>
                <a:gd name="T8" fmla="*/ 0 w 67"/>
                <a:gd name="T9" fmla="*/ 4 h 6"/>
                <a:gd name="T10" fmla="*/ 0 w 67"/>
                <a:gd name="T11" fmla="*/ 4 h 6"/>
                <a:gd name="T12" fmla="*/ 0 w 67"/>
                <a:gd name="T13" fmla="*/ 4 h 6"/>
                <a:gd name="T14" fmla="*/ 0 w 67"/>
                <a:gd name="T15" fmla="*/ 4 h 6"/>
                <a:gd name="T16" fmla="*/ 0 w 67"/>
                <a:gd name="T17" fmla="*/ 5 h 6"/>
                <a:gd name="T18" fmla="*/ 0 w 67"/>
                <a:gd name="T19" fmla="*/ 5 h 6"/>
                <a:gd name="T20" fmla="*/ 0 w 67"/>
                <a:gd name="T21" fmla="*/ 5 h 6"/>
                <a:gd name="T22" fmla="*/ 0 w 67"/>
                <a:gd name="T23" fmla="*/ 6 h 6"/>
                <a:gd name="T24" fmla="*/ 67 w 67"/>
                <a:gd name="T25" fmla="*/ 3 h 6"/>
                <a:gd name="T26" fmla="*/ 67 w 67"/>
                <a:gd name="T27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7" h="6">
                  <a:moveTo>
                    <a:pt x="67" y="0"/>
                  </a:moveTo>
                  <a:cubicBezTo>
                    <a:pt x="4" y="0"/>
                    <a:pt x="4" y="0"/>
                    <a:pt x="4" y="0"/>
                  </a:cubicBezTo>
                  <a:cubicBezTo>
                    <a:pt x="2" y="0"/>
                    <a:pt x="0" y="2"/>
                    <a:pt x="0" y="3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3"/>
                    <a:pt x="0" y="3"/>
                    <a:pt x="0" y="4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0" y="4"/>
                    <a:pt x="0" y="5"/>
                    <a:pt x="0" y="5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0" y="5"/>
                    <a:pt x="0" y="5"/>
                    <a:pt x="0" y="6"/>
                  </a:cubicBezTo>
                  <a:cubicBezTo>
                    <a:pt x="67" y="3"/>
                    <a:pt x="67" y="3"/>
                    <a:pt x="67" y="3"/>
                  </a:cubicBezTo>
                  <a:cubicBezTo>
                    <a:pt x="67" y="0"/>
                    <a:pt x="67" y="0"/>
                    <a:pt x="67" y="0"/>
                  </a:cubicBezTo>
                </a:path>
              </a:pathLst>
            </a:custGeom>
            <a:solidFill>
              <a:srgbClr val="D3D3D3"/>
            </a:solidFill>
            <a:ln>
              <a:noFill/>
            </a:ln>
          </p:spPr>
          <p:txBody>
            <a:bodyPr anchor="t" anchorCtr="0" bIns="45720" compatLnSpc="1" lIns="91440" numCol="1" rIns="91440" tIns="45720" vert="horz" wrap="square"/>
            <a:p>
              <a:pPr algn="l" defTabSz="914400" eaLnBrk="1" fontAlgn="auto" hangingPunct="1" indent="0" latinLnBrk="0" lvl="0" marL="0" marR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baseline="0" b="0" cap="none" sz="1800" i="0" kern="1200" kumimoji="0" lang="id-ID" noProof="0" normalizeH="0" spc="0" strike="noStrike" u="none">
                <a:ln>
                  <a:noFill/>
                </a:ln>
                <a:solidFill>
                  <a:srgbClr val="2A2A2A"/>
                </a:solidFill>
                <a:effectLst/>
                <a:uLnTx/>
                <a:uFillTx/>
                <a:latin typeface="Calibri" panose="020F0502020204030204" charset="0"/>
                <a:ea typeface="Calibri" panose="020F0502020204030204" charset="0"/>
                <a:cs typeface="Calibri" panose="020F0502020204030204" charset="0"/>
              </a:endParaRPr>
            </a:p>
          </p:txBody>
        </p:sp>
        <p:sp>
          <p:nvSpPr>
            <p:cNvPr id="1048716" name="Freeform 28"/>
            <p:cNvSpPr>
              <a:spLocks noEditPoints="1"/>
            </p:cNvSpPr>
            <p:nvPr/>
          </p:nvSpPr>
          <p:spPr bwMode="auto">
            <a:xfrm>
              <a:off x="1630846" y="4066917"/>
              <a:ext cx="68263" cy="180975"/>
            </a:xfrm>
            <a:custGeom>
              <a:avLst/>
              <a:gdLst>
                <a:gd name="T0" fmla="*/ 10 w 12"/>
                <a:gd name="T1" fmla="*/ 32 h 32"/>
                <a:gd name="T2" fmla="*/ 9 w 12"/>
                <a:gd name="T3" fmla="*/ 32 h 32"/>
                <a:gd name="T4" fmla="*/ 9 w 12"/>
                <a:gd name="T5" fmla="*/ 32 h 32"/>
                <a:gd name="T6" fmla="*/ 8 w 12"/>
                <a:gd name="T7" fmla="*/ 32 h 32"/>
                <a:gd name="T8" fmla="*/ 9 w 12"/>
                <a:gd name="T9" fmla="*/ 32 h 32"/>
                <a:gd name="T10" fmla="*/ 10 w 12"/>
                <a:gd name="T11" fmla="*/ 32 h 32"/>
                <a:gd name="T12" fmla="*/ 12 w 12"/>
                <a:gd name="T13" fmla="*/ 28 h 32"/>
                <a:gd name="T14" fmla="*/ 12 w 12"/>
                <a:gd name="T15" fmla="*/ 28 h 32"/>
                <a:gd name="T16" fmla="*/ 12 w 12"/>
                <a:gd name="T17" fmla="*/ 28 h 32"/>
                <a:gd name="T18" fmla="*/ 12 w 12"/>
                <a:gd name="T19" fmla="*/ 27 h 32"/>
                <a:gd name="T20" fmla="*/ 12 w 12"/>
                <a:gd name="T21" fmla="*/ 27 h 32"/>
                <a:gd name="T22" fmla="*/ 12 w 12"/>
                <a:gd name="T23" fmla="*/ 27 h 32"/>
                <a:gd name="T24" fmla="*/ 12 w 12"/>
                <a:gd name="T25" fmla="*/ 27 h 32"/>
                <a:gd name="T26" fmla="*/ 12 w 12"/>
                <a:gd name="T27" fmla="*/ 27 h 32"/>
                <a:gd name="T28" fmla="*/ 12 w 12"/>
                <a:gd name="T29" fmla="*/ 27 h 32"/>
                <a:gd name="T30" fmla="*/ 12 w 12"/>
                <a:gd name="T31" fmla="*/ 27 h 32"/>
                <a:gd name="T32" fmla="*/ 12 w 12"/>
                <a:gd name="T33" fmla="*/ 27 h 32"/>
                <a:gd name="T34" fmla="*/ 12 w 12"/>
                <a:gd name="T35" fmla="*/ 26 h 32"/>
                <a:gd name="T36" fmla="*/ 12 w 12"/>
                <a:gd name="T37" fmla="*/ 26 h 32"/>
                <a:gd name="T38" fmla="*/ 12 w 12"/>
                <a:gd name="T39" fmla="*/ 26 h 32"/>
                <a:gd name="T40" fmla="*/ 12 w 12"/>
                <a:gd name="T41" fmla="*/ 26 h 32"/>
                <a:gd name="T42" fmla="*/ 12 w 12"/>
                <a:gd name="T43" fmla="*/ 26 h 32"/>
                <a:gd name="T44" fmla="*/ 12 w 12"/>
                <a:gd name="T45" fmla="*/ 26 h 32"/>
                <a:gd name="T46" fmla="*/ 12 w 12"/>
                <a:gd name="T47" fmla="*/ 25 h 32"/>
                <a:gd name="T48" fmla="*/ 12 w 12"/>
                <a:gd name="T49" fmla="*/ 25 h 32"/>
                <a:gd name="T50" fmla="*/ 12 w 12"/>
                <a:gd name="T51" fmla="*/ 25 h 32"/>
                <a:gd name="T52" fmla="*/ 12 w 12"/>
                <a:gd name="T53" fmla="*/ 25 h 32"/>
                <a:gd name="T54" fmla="*/ 12 w 12"/>
                <a:gd name="T55" fmla="*/ 25 h 32"/>
                <a:gd name="T56" fmla="*/ 12 w 12"/>
                <a:gd name="T57" fmla="*/ 25 h 32"/>
                <a:gd name="T58" fmla="*/ 12 w 12"/>
                <a:gd name="T59" fmla="*/ 25 h 32"/>
                <a:gd name="T60" fmla="*/ 10 w 12"/>
                <a:gd name="T61" fmla="*/ 22 h 32"/>
                <a:gd name="T62" fmla="*/ 12 w 12"/>
                <a:gd name="T63" fmla="*/ 25 h 32"/>
                <a:gd name="T64" fmla="*/ 1 w 12"/>
                <a:gd name="T65" fmla="*/ 4 h 32"/>
                <a:gd name="T66" fmla="*/ 0 w 12"/>
                <a:gd name="T67" fmla="*/ 5 h 32"/>
                <a:gd name="T68" fmla="*/ 5 w 12"/>
                <a:gd name="T69" fmla="*/ 1 h 32"/>
                <a:gd name="T70" fmla="*/ 1 w 12"/>
                <a:gd name="T71" fmla="*/ 3 h 32"/>
                <a:gd name="T72" fmla="*/ 5 w 12"/>
                <a:gd name="T73" fmla="*/ 1 h 32"/>
                <a:gd name="T74" fmla="*/ 5 w 12"/>
                <a:gd name="T75" fmla="*/ 1 h 32"/>
                <a:gd name="T76" fmla="*/ 5 w 12"/>
                <a:gd name="T77" fmla="*/ 1 h 32"/>
                <a:gd name="T78" fmla="*/ 10 w 12"/>
                <a:gd name="T79" fmla="*/ 1 h 32"/>
                <a:gd name="T80" fmla="*/ 10 w 12"/>
                <a:gd name="T81" fmla="*/ 1 h 32"/>
                <a:gd name="T82" fmla="*/ 10 w 12"/>
                <a:gd name="T83" fmla="*/ 1 h 32"/>
                <a:gd name="T84" fmla="*/ 6 w 12"/>
                <a:gd name="T85" fmla="*/ 1 h 32"/>
                <a:gd name="T86" fmla="*/ 6 w 12"/>
                <a:gd name="T87" fmla="*/ 1 h 32"/>
                <a:gd name="T88" fmla="*/ 10 w 12"/>
                <a:gd name="T89" fmla="*/ 1 h 32"/>
                <a:gd name="T90" fmla="*/ 10 w 12"/>
                <a:gd name="T91" fmla="*/ 0 h 32"/>
                <a:gd name="T92" fmla="*/ 11 w 12"/>
                <a:gd name="T93" fmla="*/ 0 h 32"/>
                <a:gd name="T94" fmla="*/ 11 w 12"/>
                <a:gd name="T95" fmla="*/ 0 h 32"/>
                <a:gd name="T96" fmla="*/ 11 w 12"/>
                <a:gd name="T97" fmla="*/ 0 h 32"/>
                <a:gd name="T98" fmla="*/ 11 w 12"/>
                <a:gd name="T99" fmla="*/ 0 h 32"/>
                <a:gd name="T100" fmla="*/ 11 w 12"/>
                <a:gd name="T101" fmla="*/ 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2" h="32">
                  <a:moveTo>
                    <a:pt x="12" y="28"/>
                  </a:moveTo>
                  <a:cubicBezTo>
                    <a:pt x="12" y="29"/>
                    <a:pt x="11" y="31"/>
                    <a:pt x="10" y="32"/>
                  </a:cubicBezTo>
                  <a:cubicBezTo>
                    <a:pt x="9" y="32"/>
                    <a:pt x="9" y="32"/>
                    <a:pt x="9" y="32"/>
                  </a:cubicBezTo>
                  <a:cubicBezTo>
                    <a:pt x="9" y="32"/>
                    <a:pt x="9" y="32"/>
                    <a:pt x="9" y="32"/>
                  </a:cubicBezTo>
                  <a:cubicBezTo>
                    <a:pt x="9" y="32"/>
                    <a:pt x="9" y="32"/>
                    <a:pt x="9" y="32"/>
                  </a:cubicBezTo>
                  <a:cubicBezTo>
                    <a:pt x="9" y="32"/>
                    <a:pt x="9" y="32"/>
                    <a:pt x="9" y="32"/>
                  </a:cubicBezTo>
                  <a:cubicBezTo>
                    <a:pt x="8" y="32"/>
                    <a:pt x="8" y="32"/>
                    <a:pt x="8" y="32"/>
                  </a:cubicBezTo>
                  <a:cubicBezTo>
                    <a:pt x="8" y="32"/>
                    <a:pt x="8" y="32"/>
                    <a:pt x="8" y="32"/>
                  </a:cubicBezTo>
                  <a:cubicBezTo>
                    <a:pt x="8" y="32"/>
                    <a:pt x="9" y="32"/>
                    <a:pt x="9" y="32"/>
                  </a:cubicBezTo>
                  <a:cubicBezTo>
                    <a:pt x="9" y="32"/>
                    <a:pt x="9" y="32"/>
                    <a:pt x="9" y="32"/>
                  </a:cubicBezTo>
                  <a:cubicBezTo>
                    <a:pt x="9" y="32"/>
                    <a:pt x="9" y="32"/>
                    <a:pt x="10" y="32"/>
                  </a:cubicBezTo>
                  <a:cubicBezTo>
                    <a:pt x="10" y="32"/>
                    <a:pt x="10" y="32"/>
                    <a:pt x="10" y="32"/>
                  </a:cubicBezTo>
                  <a:cubicBezTo>
                    <a:pt x="11" y="31"/>
                    <a:pt x="12" y="29"/>
                    <a:pt x="12" y="28"/>
                  </a:cubicBezTo>
                  <a:moveTo>
                    <a:pt x="12" y="28"/>
                  </a:moveTo>
                  <a:cubicBezTo>
                    <a:pt x="12" y="28"/>
                    <a:pt x="12" y="28"/>
                    <a:pt x="12" y="28"/>
                  </a:cubicBezTo>
                  <a:cubicBezTo>
                    <a:pt x="12" y="28"/>
                    <a:pt x="12" y="28"/>
                    <a:pt x="12" y="28"/>
                  </a:cubicBezTo>
                  <a:moveTo>
                    <a:pt x="12" y="27"/>
                  </a:moveTo>
                  <a:cubicBezTo>
                    <a:pt x="12" y="28"/>
                    <a:pt x="12" y="28"/>
                    <a:pt x="12" y="28"/>
                  </a:cubicBezTo>
                  <a:cubicBezTo>
                    <a:pt x="12" y="28"/>
                    <a:pt x="12" y="28"/>
                    <a:pt x="12" y="27"/>
                  </a:cubicBezTo>
                  <a:moveTo>
                    <a:pt x="12" y="27"/>
                  </a:moveTo>
                  <a:cubicBezTo>
                    <a:pt x="12" y="27"/>
                    <a:pt x="12" y="27"/>
                    <a:pt x="12" y="27"/>
                  </a:cubicBezTo>
                  <a:cubicBezTo>
                    <a:pt x="12" y="27"/>
                    <a:pt x="12" y="27"/>
                    <a:pt x="12" y="27"/>
                  </a:cubicBezTo>
                  <a:moveTo>
                    <a:pt x="12" y="27"/>
                  </a:moveTo>
                  <a:cubicBezTo>
                    <a:pt x="12" y="27"/>
                    <a:pt x="12" y="27"/>
                    <a:pt x="12" y="27"/>
                  </a:cubicBezTo>
                  <a:cubicBezTo>
                    <a:pt x="12" y="27"/>
                    <a:pt x="12" y="27"/>
                    <a:pt x="12" y="27"/>
                  </a:cubicBezTo>
                  <a:moveTo>
                    <a:pt x="12" y="27"/>
                  </a:moveTo>
                  <a:cubicBezTo>
                    <a:pt x="12" y="27"/>
                    <a:pt x="12" y="27"/>
                    <a:pt x="12" y="27"/>
                  </a:cubicBezTo>
                  <a:cubicBezTo>
                    <a:pt x="12" y="27"/>
                    <a:pt x="12" y="27"/>
                    <a:pt x="12" y="27"/>
                  </a:cubicBezTo>
                  <a:moveTo>
                    <a:pt x="12" y="27"/>
                  </a:moveTo>
                  <a:cubicBezTo>
                    <a:pt x="12" y="27"/>
                    <a:pt x="12" y="27"/>
                    <a:pt x="12" y="27"/>
                  </a:cubicBezTo>
                  <a:cubicBezTo>
                    <a:pt x="12" y="27"/>
                    <a:pt x="12" y="27"/>
                    <a:pt x="12" y="27"/>
                  </a:cubicBezTo>
                  <a:moveTo>
                    <a:pt x="12" y="27"/>
                  </a:moveTo>
                  <a:cubicBezTo>
                    <a:pt x="12" y="27"/>
                    <a:pt x="12" y="27"/>
                    <a:pt x="12" y="27"/>
                  </a:cubicBezTo>
                  <a:cubicBezTo>
                    <a:pt x="12" y="27"/>
                    <a:pt x="12" y="27"/>
                    <a:pt x="12" y="27"/>
                  </a:cubicBezTo>
                  <a:moveTo>
                    <a:pt x="12" y="26"/>
                  </a:moveTo>
                  <a:cubicBezTo>
                    <a:pt x="12" y="26"/>
                    <a:pt x="12" y="26"/>
                    <a:pt x="12" y="26"/>
                  </a:cubicBezTo>
                  <a:cubicBezTo>
                    <a:pt x="12" y="26"/>
                    <a:pt x="12" y="26"/>
                    <a:pt x="12" y="26"/>
                  </a:cubicBezTo>
                  <a:moveTo>
                    <a:pt x="12" y="26"/>
                  </a:moveTo>
                  <a:cubicBezTo>
                    <a:pt x="12" y="26"/>
                    <a:pt x="12" y="26"/>
                    <a:pt x="12" y="26"/>
                  </a:cubicBezTo>
                  <a:cubicBezTo>
                    <a:pt x="12" y="26"/>
                    <a:pt x="12" y="26"/>
                    <a:pt x="12" y="26"/>
                  </a:cubicBezTo>
                  <a:moveTo>
                    <a:pt x="12" y="26"/>
                  </a:moveTo>
                  <a:cubicBezTo>
                    <a:pt x="12" y="26"/>
                    <a:pt x="12" y="26"/>
                    <a:pt x="12" y="26"/>
                  </a:cubicBezTo>
                  <a:cubicBezTo>
                    <a:pt x="12" y="26"/>
                    <a:pt x="12" y="26"/>
                    <a:pt x="12" y="26"/>
                  </a:cubicBezTo>
                  <a:moveTo>
                    <a:pt x="12" y="26"/>
                  </a:moveTo>
                  <a:cubicBezTo>
                    <a:pt x="12" y="26"/>
                    <a:pt x="12" y="26"/>
                    <a:pt x="12" y="26"/>
                  </a:cubicBezTo>
                  <a:cubicBezTo>
                    <a:pt x="12" y="26"/>
                    <a:pt x="12" y="26"/>
                    <a:pt x="12" y="26"/>
                  </a:cubicBezTo>
                  <a:moveTo>
                    <a:pt x="12" y="25"/>
                  </a:moveTo>
                  <a:cubicBezTo>
                    <a:pt x="12" y="25"/>
                    <a:pt x="12" y="25"/>
                    <a:pt x="12" y="25"/>
                  </a:cubicBezTo>
                  <a:cubicBezTo>
                    <a:pt x="12" y="25"/>
                    <a:pt x="12" y="25"/>
                    <a:pt x="12" y="25"/>
                  </a:cubicBezTo>
                  <a:moveTo>
                    <a:pt x="12" y="25"/>
                  </a:moveTo>
                  <a:cubicBezTo>
                    <a:pt x="12" y="25"/>
                    <a:pt x="12" y="25"/>
                    <a:pt x="12" y="25"/>
                  </a:cubicBezTo>
                  <a:cubicBezTo>
                    <a:pt x="12" y="25"/>
                    <a:pt x="12" y="25"/>
                    <a:pt x="12" y="25"/>
                  </a:cubicBezTo>
                  <a:moveTo>
                    <a:pt x="12" y="25"/>
                  </a:moveTo>
                  <a:cubicBezTo>
                    <a:pt x="12" y="25"/>
                    <a:pt x="12" y="25"/>
                    <a:pt x="12" y="25"/>
                  </a:cubicBezTo>
                  <a:cubicBezTo>
                    <a:pt x="12" y="25"/>
                    <a:pt x="12" y="25"/>
                    <a:pt x="12" y="25"/>
                  </a:cubicBezTo>
                  <a:moveTo>
                    <a:pt x="12" y="25"/>
                  </a:moveTo>
                  <a:cubicBezTo>
                    <a:pt x="12" y="25"/>
                    <a:pt x="12" y="25"/>
                    <a:pt x="12" y="25"/>
                  </a:cubicBezTo>
                  <a:cubicBezTo>
                    <a:pt x="12" y="25"/>
                    <a:pt x="12" y="25"/>
                    <a:pt x="12" y="25"/>
                  </a:cubicBezTo>
                  <a:moveTo>
                    <a:pt x="12" y="25"/>
                  </a:moveTo>
                  <a:cubicBezTo>
                    <a:pt x="12" y="25"/>
                    <a:pt x="12" y="25"/>
                    <a:pt x="12" y="25"/>
                  </a:cubicBezTo>
                  <a:cubicBezTo>
                    <a:pt x="12" y="25"/>
                    <a:pt x="12" y="25"/>
                    <a:pt x="12" y="25"/>
                  </a:cubicBezTo>
                  <a:moveTo>
                    <a:pt x="10" y="22"/>
                  </a:moveTo>
                  <a:cubicBezTo>
                    <a:pt x="10" y="22"/>
                    <a:pt x="10" y="22"/>
                    <a:pt x="10" y="22"/>
                  </a:cubicBezTo>
                  <a:cubicBezTo>
                    <a:pt x="11" y="23"/>
                    <a:pt x="12" y="24"/>
                    <a:pt x="12" y="25"/>
                  </a:cubicBezTo>
                  <a:cubicBezTo>
                    <a:pt x="12" y="24"/>
                    <a:pt x="11" y="23"/>
                    <a:pt x="10" y="22"/>
                  </a:cubicBezTo>
                  <a:moveTo>
                    <a:pt x="1" y="4"/>
                  </a:moveTo>
                  <a:cubicBezTo>
                    <a:pt x="1" y="4"/>
                    <a:pt x="1" y="4"/>
                    <a:pt x="1" y="4"/>
                  </a:cubicBezTo>
                  <a:cubicBezTo>
                    <a:pt x="1" y="4"/>
                    <a:pt x="0" y="4"/>
                    <a:pt x="0" y="5"/>
                  </a:cubicBezTo>
                  <a:cubicBezTo>
                    <a:pt x="0" y="4"/>
                    <a:pt x="1" y="4"/>
                    <a:pt x="1" y="4"/>
                  </a:cubicBezTo>
                  <a:moveTo>
                    <a:pt x="5" y="1"/>
                  </a:moveTo>
                  <a:cubicBezTo>
                    <a:pt x="4" y="1"/>
                    <a:pt x="2" y="2"/>
                    <a:pt x="1" y="3"/>
                  </a:cubicBezTo>
                  <a:cubicBezTo>
                    <a:pt x="1" y="3"/>
                    <a:pt x="1" y="3"/>
                    <a:pt x="1" y="3"/>
                  </a:cubicBezTo>
                  <a:cubicBezTo>
                    <a:pt x="2" y="2"/>
                    <a:pt x="4" y="1"/>
                    <a:pt x="5" y="1"/>
                  </a:cubicBezTo>
                  <a:moveTo>
                    <a:pt x="5" y="1"/>
                  </a:moveTo>
                  <a:cubicBezTo>
                    <a:pt x="5" y="1"/>
                    <a:pt x="5" y="1"/>
                    <a:pt x="5" y="1"/>
                  </a:cubicBezTo>
                  <a:cubicBezTo>
                    <a:pt x="5" y="1"/>
                    <a:pt x="5" y="1"/>
                    <a:pt x="5" y="1"/>
                  </a:cubicBezTo>
                  <a:moveTo>
                    <a:pt x="5" y="1"/>
                  </a:moveTo>
                  <a:cubicBezTo>
                    <a:pt x="5" y="1"/>
                    <a:pt x="5" y="1"/>
                    <a:pt x="5" y="1"/>
                  </a:cubicBezTo>
                  <a:cubicBezTo>
                    <a:pt x="5" y="1"/>
                    <a:pt x="5" y="1"/>
                    <a:pt x="5" y="1"/>
                  </a:cubicBezTo>
                  <a:moveTo>
                    <a:pt x="10" y="1"/>
                  </a:moveTo>
                  <a:cubicBezTo>
                    <a:pt x="10" y="1"/>
                    <a:pt x="10" y="1"/>
                    <a:pt x="10" y="1"/>
                  </a:cubicBezTo>
                  <a:cubicBezTo>
                    <a:pt x="10" y="1"/>
                    <a:pt x="10" y="1"/>
                    <a:pt x="10" y="1"/>
                  </a:cubicBezTo>
                  <a:cubicBezTo>
                    <a:pt x="10" y="1"/>
                    <a:pt x="10" y="1"/>
                    <a:pt x="10" y="1"/>
                  </a:cubicBezTo>
                  <a:cubicBezTo>
                    <a:pt x="10" y="1"/>
                    <a:pt x="10" y="1"/>
                    <a:pt x="10" y="1"/>
                  </a:cubicBezTo>
                  <a:cubicBezTo>
                    <a:pt x="9" y="1"/>
                    <a:pt x="9" y="1"/>
                    <a:pt x="9" y="1"/>
                  </a:cubicBezTo>
                  <a:cubicBezTo>
                    <a:pt x="6" y="1"/>
                    <a:pt x="6" y="1"/>
                    <a:pt x="6" y="1"/>
                  </a:cubicBezTo>
                  <a:cubicBezTo>
                    <a:pt x="6" y="1"/>
                    <a:pt x="6" y="1"/>
                    <a:pt x="6" y="1"/>
                  </a:cubicBezTo>
                  <a:cubicBezTo>
                    <a:pt x="6" y="1"/>
                    <a:pt x="6" y="1"/>
                    <a:pt x="6" y="1"/>
                  </a:cubicBezTo>
                  <a:cubicBezTo>
                    <a:pt x="9" y="1"/>
                    <a:pt x="9" y="1"/>
                    <a:pt x="9" y="1"/>
                  </a:cubicBezTo>
                  <a:cubicBezTo>
                    <a:pt x="10" y="1"/>
                    <a:pt x="10" y="1"/>
                    <a:pt x="10" y="1"/>
                  </a:cubicBezTo>
                  <a:moveTo>
                    <a:pt x="11" y="0"/>
                  </a:moveTo>
                  <a:cubicBezTo>
                    <a:pt x="10" y="0"/>
                    <a:pt x="10" y="0"/>
                    <a:pt x="10" y="0"/>
                  </a:cubicBezTo>
                  <a:cubicBezTo>
                    <a:pt x="10" y="0"/>
                    <a:pt x="11" y="0"/>
                    <a:pt x="11" y="0"/>
                  </a:cubicBezTo>
                  <a:moveTo>
                    <a:pt x="11" y="0"/>
                  </a:moveTo>
                  <a:cubicBezTo>
                    <a:pt x="11" y="0"/>
                    <a:pt x="11" y="0"/>
                    <a:pt x="11" y="0"/>
                  </a:cubicBezTo>
                  <a:cubicBezTo>
                    <a:pt x="11" y="0"/>
                    <a:pt x="11" y="0"/>
                    <a:pt x="11" y="0"/>
                  </a:cubicBezTo>
                  <a:cubicBezTo>
                    <a:pt x="11" y="0"/>
                    <a:pt x="11" y="0"/>
                    <a:pt x="11" y="0"/>
                  </a:cubicBezTo>
                  <a:moveTo>
                    <a:pt x="11" y="0"/>
                  </a:moveTo>
                  <a:cubicBezTo>
                    <a:pt x="11" y="0"/>
                    <a:pt x="11" y="0"/>
                    <a:pt x="11" y="0"/>
                  </a:cubicBezTo>
                  <a:cubicBezTo>
                    <a:pt x="11" y="0"/>
                    <a:pt x="11" y="0"/>
                    <a:pt x="11" y="0"/>
                  </a:cubicBezTo>
                  <a:cubicBezTo>
                    <a:pt x="11" y="0"/>
                    <a:pt x="11" y="0"/>
                    <a:pt x="11" y="0"/>
                  </a:cubicBezTo>
                  <a:cubicBezTo>
                    <a:pt x="11" y="0"/>
                    <a:pt x="11" y="0"/>
                    <a:pt x="11" y="0"/>
                  </a:cubicBezTo>
                  <a:cubicBezTo>
                    <a:pt x="11" y="0"/>
                    <a:pt x="11" y="0"/>
                    <a:pt x="11" y="0"/>
                  </a:cubicBezTo>
                </a:path>
              </a:pathLst>
            </a:custGeom>
            <a:solidFill>
              <a:srgbClr val="EAEAEB"/>
            </a:solidFill>
            <a:ln>
              <a:noFill/>
            </a:ln>
          </p:spPr>
          <p:txBody>
            <a:bodyPr anchor="t" anchorCtr="0" bIns="45720" compatLnSpc="1" lIns="91440" numCol="1" rIns="91440" tIns="45720" vert="horz" wrap="square"/>
            <a:p>
              <a:pPr algn="l" defTabSz="914400" eaLnBrk="1" fontAlgn="auto" hangingPunct="1" indent="0" latinLnBrk="0" lvl="0" marL="0" marR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baseline="0" b="0" cap="none" sz="1800" i="0" kern="1200" kumimoji="0" lang="id-ID" noProof="0" normalizeH="0" spc="0" strike="noStrike" u="none">
                <a:ln>
                  <a:noFill/>
                </a:ln>
                <a:solidFill>
                  <a:srgbClr val="2A2A2A"/>
                </a:solidFill>
                <a:effectLst/>
                <a:uLnTx/>
                <a:uFillTx/>
                <a:latin typeface="Calibri" panose="020F0502020204030204" charset="0"/>
                <a:ea typeface="Calibri" panose="020F0502020204030204" charset="0"/>
                <a:cs typeface="Calibri" panose="020F0502020204030204" charset="0"/>
              </a:endParaRPr>
            </a:p>
          </p:txBody>
        </p:sp>
        <p:sp>
          <p:nvSpPr>
            <p:cNvPr id="1048717" name="Freeform 29"/>
            <p:cNvSpPr>
              <a:spLocks noEditPoints="1"/>
            </p:cNvSpPr>
            <p:nvPr/>
          </p:nvSpPr>
          <p:spPr bwMode="auto">
            <a:xfrm>
              <a:off x="1676884" y="4174867"/>
              <a:ext cx="400050" cy="73025"/>
            </a:xfrm>
            <a:custGeom>
              <a:avLst/>
              <a:gdLst>
                <a:gd name="T0" fmla="*/ 0 w 71"/>
                <a:gd name="T1" fmla="*/ 13 h 13"/>
                <a:gd name="T2" fmla="*/ 0 w 71"/>
                <a:gd name="T3" fmla="*/ 13 h 13"/>
                <a:gd name="T4" fmla="*/ 0 w 71"/>
                <a:gd name="T5" fmla="*/ 13 h 13"/>
                <a:gd name="T6" fmla="*/ 0 w 71"/>
                <a:gd name="T7" fmla="*/ 13 h 13"/>
                <a:gd name="T8" fmla="*/ 1 w 71"/>
                <a:gd name="T9" fmla="*/ 13 h 13"/>
                <a:gd name="T10" fmla="*/ 1 w 71"/>
                <a:gd name="T11" fmla="*/ 13 h 13"/>
                <a:gd name="T12" fmla="*/ 1 w 71"/>
                <a:gd name="T13" fmla="*/ 13 h 13"/>
                <a:gd name="T14" fmla="*/ 71 w 71"/>
                <a:gd name="T15" fmla="*/ 0 h 13"/>
                <a:gd name="T16" fmla="*/ 2 w 71"/>
                <a:gd name="T17" fmla="*/ 3 h 13"/>
                <a:gd name="T18" fmla="*/ 4 w 71"/>
                <a:gd name="T19" fmla="*/ 6 h 13"/>
                <a:gd name="T20" fmla="*/ 4 w 71"/>
                <a:gd name="T21" fmla="*/ 6 h 13"/>
                <a:gd name="T22" fmla="*/ 4 w 71"/>
                <a:gd name="T23" fmla="*/ 6 h 13"/>
                <a:gd name="T24" fmla="*/ 4 w 71"/>
                <a:gd name="T25" fmla="*/ 6 h 13"/>
                <a:gd name="T26" fmla="*/ 4 w 71"/>
                <a:gd name="T27" fmla="*/ 6 h 13"/>
                <a:gd name="T28" fmla="*/ 4 w 71"/>
                <a:gd name="T29" fmla="*/ 6 h 13"/>
                <a:gd name="T30" fmla="*/ 4 w 71"/>
                <a:gd name="T31" fmla="*/ 6 h 13"/>
                <a:gd name="T32" fmla="*/ 4 w 71"/>
                <a:gd name="T33" fmla="*/ 6 h 13"/>
                <a:gd name="T34" fmla="*/ 4 w 71"/>
                <a:gd name="T35" fmla="*/ 6 h 13"/>
                <a:gd name="T36" fmla="*/ 4 w 71"/>
                <a:gd name="T37" fmla="*/ 6 h 13"/>
                <a:gd name="T38" fmla="*/ 4 w 71"/>
                <a:gd name="T39" fmla="*/ 6 h 13"/>
                <a:gd name="T40" fmla="*/ 4 w 71"/>
                <a:gd name="T41" fmla="*/ 7 h 13"/>
                <a:gd name="T42" fmla="*/ 4 w 71"/>
                <a:gd name="T43" fmla="*/ 7 h 13"/>
                <a:gd name="T44" fmla="*/ 4 w 71"/>
                <a:gd name="T45" fmla="*/ 7 h 13"/>
                <a:gd name="T46" fmla="*/ 4 w 71"/>
                <a:gd name="T47" fmla="*/ 7 h 13"/>
                <a:gd name="T48" fmla="*/ 4 w 71"/>
                <a:gd name="T49" fmla="*/ 7 h 13"/>
                <a:gd name="T50" fmla="*/ 4 w 71"/>
                <a:gd name="T51" fmla="*/ 7 h 13"/>
                <a:gd name="T52" fmla="*/ 4 w 71"/>
                <a:gd name="T53" fmla="*/ 7 h 13"/>
                <a:gd name="T54" fmla="*/ 4 w 71"/>
                <a:gd name="T55" fmla="*/ 7 h 13"/>
                <a:gd name="T56" fmla="*/ 4 w 71"/>
                <a:gd name="T57" fmla="*/ 8 h 13"/>
                <a:gd name="T58" fmla="*/ 4 w 71"/>
                <a:gd name="T59" fmla="*/ 8 h 13"/>
                <a:gd name="T60" fmla="*/ 4 w 71"/>
                <a:gd name="T61" fmla="*/ 8 h 13"/>
                <a:gd name="T62" fmla="*/ 4 w 71"/>
                <a:gd name="T63" fmla="*/ 8 h 13"/>
                <a:gd name="T64" fmla="*/ 4 w 71"/>
                <a:gd name="T65" fmla="*/ 8 h 13"/>
                <a:gd name="T66" fmla="*/ 4 w 71"/>
                <a:gd name="T67" fmla="*/ 8 h 13"/>
                <a:gd name="T68" fmla="*/ 4 w 71"/>
                <a:gd name="T69" fmla="*/ 8 h 13"/>
                <a:gd name="T70" fmla="*/ 4 w 71"/>
                <a:gd name="T71" fmla="*/ 8 h 13"/>
                <a:gd name="T72" fmla="*/ 4 w 71"/>
                <a:gd name="T73" fmla="*/ 8 h 13"/>
                <a:gd name="T74" fmla="*/ 4 w 71"/>
                <a:gd name="T75" fmla="*/ 8 h 13"/>
                <a:gd name="T76" fmla="*/ 4 w 71"/>
                <a:gd name="T77" fmla="*/ 8 h 13"/>
                <a:gd name="T78" fmla="*/ 4 w 71"/>
                <a:gd name="T79" fmla="*/ 8 h 13"/>
                <a:gd name="T80" fmla="*/ 4 w 71"/>
                <a:gd name="T81" fmla="*/ 8 h 13"/>
                <a:gd name="T82" fmla="*/ 4 w 71"/>
                <a:gd name="T83" fmla="*/ 8 h 13"/>
                <a:gd name="T84" fmla="*/ 4 w 71"/>
                <a:gd name="T85" fmla="*/ 8 h 13"/>
                <a:gd name="T86" fmla="*/ 4 w 71"/>
                <a:gd name="T87" fmla="*/ 9 h 13"/>
                <a:gd name="T88" fmla="*/ 4 w 71"/>
                <a:gd name="T89" fmla="*/ 9 h 13"/>
                <a:gd name="T90" fmla="*/ 4 w 71"/>
                <a:gd name="T91" fmla="*/ 9 h 13"/>
                <a:gd name="T92" fmla="*/ 4 w 71"/>
                <a:gd name="T93" fmla="*/ 9 h 13"/>
                <a:gd name="T94" fmla="*/ 2 w 71"/>
                <a:gd name="T95" fmla="*/ 13 h 13"/>
                <a:gd name="T96" fmla="*/ 71 w 71"/>
                <a:gd name="T97" fmla="*/ 10 h 13"/>
                <a:gd name="T98" fmla="*/ 71 w 71"/>
                <a:gd name="T99" fmla="*/ 0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71" h="13">
                  <a:moveTo>
                    <a:pt x="0" y="13"/>
                  </a:moveTo>
                  <a:cubicBezTo>
                    <a:pt x="0" y="13"/>
                    <a:pt x="0" y="13"/>
                    <a:pt x="0" y="13"/>
                  </a:cubicBezTo>
                  <a:cubicBezTo>
                    <a:pt x="0" y="13"/>
                    <a:pt x="0" y="13"/>
                    <a:pt x="0" y="13"/>
                  </a:cubicBezTo>
                  <a:cubicBezTo>
                    <a:pt x="0" y="13"/>
                    <a:pt x="0" y="13"/>
                    <a:pt x="0" y="13"/>
                  </a:cubicBezTo>
                  <a:moveTo>
                    <a:pt x="1" y="13"/>
                  </a:moveTo>
                  <a:cubicBezTo>
                    <a:pt x="1" y="13"/>
                    <a:pt x="1" y="13"/>
                    <a:pt x="1" y="13"/>
                  </a:cubicBezTo>
                  <a:cubicBezTo>
                    <a:pt x="1" y="13"/>
                    <a:pt x="1" y="13"/>
                    <a:pt x="1" y="13"/>
                  </a:cubicBezTo>
                  <a:moveTo>
                    <a:pt x="71" y="0"/>
                  </a:moveTo>
                  <a:cubicBezTo>
                    <a:pt x="2" y="3"/>
                    <a:pt x="2" y="3"/>
                    <a:pt x="2" y="3"/>
                  </a:cubicBezTo>
                  <a:cubicBezTo>
                    <a:pt x="3" y="4"/>
                    <a:pt x="4" y="5"/>
                    <a:pt x="4" y="6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4" y="6"/>
                    <a:pt x="4" y="6"/>
                    <a:pt x="4" y="7"/>
                  </a:cubicBezTo>
                  <a:cubicBezTo>
                    <a:pt x="4" y="7"/>
                    <a:pt x="4" y="7"/>
                    <a:pt x="4" y="7"/>
                  </a:cubicBezTo>
                  <a:cubicBezTo>
                    <a:pt x="4" y="7"/>
                    <a:pt x="4" y="7"/>
                    <a:pt x="4" y="7"/>
                  </a:cubicBezTo>
                  <a:cubicBezTo>
                    <a:pt x="4" y="7"/>
                    <a:pt x="4" y="7"/>
                    <a:pt x="4" y="7"/>
                  </a:cubicBezTo>
                  <a:cubicBezTo>
                    <a:pt x="4" y="7"/>
                    <a:pt x="4" y="7"/>
                    <a:pt x="4" y="7"/>
                  </a:cubicBezTo>
                  <a:cubicBezTo>
                    <a:pt x="4" y="7"/>
                    <a:pt x="4" y="7"/>
                    <a:pt x="4" y="7"/>
                  </a:cubicBezTo>
                  <a:cubicBezTo>
                    <a:pt x="4" y="7"/>
                    <a:pt x="4" y="7"/>
                    <a:pt x="4" y="7"/>
                  </a:cubicBezTo>
                  <a:cubicBezTo>
                    <a:pt x="4" y="7"/>
                    <a:pt x="4" y="7"/>
                    <a:pt x="4" y="7"/>
                  </a:cubicBezTo>
                  <a:cubicBezTo>
                    <a:pt x="4" y="7"/>
                    <a:pt x="4" y="8"/>
                    <a:pt x="4" y="8"/>
                  </a:cubicBezTo>
                  <a:cubicBezTo>
                    <a:pt x="4" y="8"/>
                    <a:pt x="4" y="8"/>
                    <a:pt x="4" y="8"/>
                  </a:cubicBezTo>
                  <a:cubicBezTo>
                    <a:pt x="4" y="8"/>
                    <a:pt x="4" y="8"/>
                    <a:pt x="4" y="8"/>
                  </a:cubicBezTo>
                  <a:cubicBezTo>
                    <a:pt x="4" y="8"/>
                    <a:pt x="4" y="8"/>
                    <a:pt x="4" y="8"/>
                  </a:cubicBezTo>
                  <a:cubicBezTo>
                    <a:pt x="4" y="8"/>
                    <a:pt x="4" y="8"/>
                    <a:pt x="4" y="8"/>
                  </a:cubicBezTo>
                  <a:cubicBezTo>
                    <a:pt x="4" y="8"/>
                    <a:pt x="4" y="8"/>
                    <a:pt x="4" y="8"/>
                  </a:cubicBezTo>
                  <a:cubicBezTo>
                    <a:pt x="4" y="8"/>
                    <a:pt x="4" y="8"/>
                    <a:pt x="4" y="8"/>
                  </a:cubicBezTo>
                  <a:cubicBezTo>
                    <a:pt x="4" y="8"/>
                    <a:pt x="4" y="8"/>
                    <a:pt x="4" y="8"/>
                  </a:cubicBezTo>
                  <a:cubicBezTo>
                    <a:pt x="4" y="8"/>
                    <a:pt x="4" y="8"/>
                    <a:pt x="4" y="8"/>
                  </a:cubicBezTo>
                  <a:cubicBezTo>
                    <a:pt x="4" y="8"/>
                    <a:pt x="4" y="8"/>
                    <a:pt x="4" y="8"/>
                  </a:cubicBezTo>
                  <a:cubicBezTo>
                    <a:pt x="4" y="8"/>
                    <a:pt x="4" y="8"/>
                    <a:pt x="4" y="8"/>
                  </a:cubicBezTo>
                  <a:cubicBezTo>
                    <a:pt x="4" y="8"/>
                    <a:pt x="4" y="8"/>
                    <a:pt x="4" y="8"/>
                  </a:cubicBezTo>
                  <a:cubicBezTo>
                    <a:pt x="4" y="8"/>
                    <a:pt x="4" y="8"/>
                    <a:pt x="4" y="8"/>
                  </a:cubicBezTo>
                  <a:cubicBezTo>
                    <a:pt x="4" y="8"/>
                    <a:pt x="4" y="8"/>
                    <a:pt x="4" y="8"/>
                  </a:cubicBezTo>
                  <a:cubicBezTo>
                    <a:pt x="4" y="8"/>
                    <a:pt x="4" y="8"/>
                    <a:pt x="4" y="8"/>
                  </a:cubicBezTo>
                  <a:cubicBezTo>
                    <a:pt x="4" y="9"/>
                    <a:pt x="4" y="9"/>
                    <a:pt x="4" y="9"/>
                  </a:cubicBezTo>
                  <a:cubicBezTo>
                    <a:pt x="4" y="9"/>
                    <a:pt x="4" y="9"/>
                    <a:pt x="4" y="9"/>
                  </a:cubicBezTo>
                  <a:cubicBezTo>
                    <a:pt x="4" y="9"/>
                    <a:pt x="4" y="9"/>
                    <a:pt x="4" y="9"/>
                  </a:cubicBezTo>
                  <a:cubicBezTo>
                    <a:pt x="4" y="9"/>
                    <a:pt x="4" y="9"/>
                    <a:pt x="4" y="9"/>
                  </a:cubicBezTo>
                  <a:cubicBezTo>
                    <a:pt x="4" y="10"/>
                    <a:pt x="3" y="12"/>
                    <a:pt x="2" y="13"/>
                  </a:cubicBezTo>
                  <a:cubicBezTo>
                    <a:pt x="71" y="10"/>
                    <a:pt x="71" y="10"/>
                    <a:pt x="71" y="10"/>
                  </a:cubicBezTo>
                  <a:cubicBezTo>
                    <a:pt x="71" y="0"/>
                    <a:pt x="71" y="0"/>
                    <a:pt x="71" y="0"/>
                  </a:cubicBezTo>
                </a:path>
              </a:pathLst>
            </a:custGeom>
            <a:solidFill>
              <a:srgbClr val="D3D3D3"/>
            </a:solidFill>
            <a:ln>
              <a:noFill/>
            </a:ln>
          </p:spPr>
          <p:txBody>
            <a:bodyPr anchor="t" anchorCtr="0" bIns="45720" compatLnSpc="1" lIns="91440" numCol="1" rIns="91440" tIns="45720" vert="horz" wrap="square"/>
            <a:p>
              <a:pPr algn="l" defTabSz="914400" eaLnBrk="1" fontAlgn="auto" hangingPunct="1" indent="0" latinLnBrk="0" lvl="0" marL="0" marR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baseline="0" b="0" cap="none" sz="1800" i="0" kern="1200" kumimoji="0" lang="id-ID" noProof="0" normalizeH="0" spc="0" strike="noStrike" u="none">
                <a:ln>
                  <a:noFill/>
                </a:ln>
                <a:solidFill>
                  <a:srgbClr val="2A2A2A"/>
                </a:solidFill>
                <a:effectLst/>
                <a:uLnTx/>
                <a:uFillTx/>
                <a:latin typeface="Calibri" panose="020F0502020204030204" charset="0"/>
                <a:ea typeface="Calibri" panose="020F0502020204030204" charset="0"/>
                <a:cs typeface="Calibri" panose="020F0502020204030204" charset="0"/>
              </a:endParaRPr>
            </a:p>
          </p:txBody>
        </p:sp>
        <p:sp>
          <p:nvSpPr>
            <p:cNvPr id="1048718" name="Freeform 30"/>
            <p:cNvSpPr/>
            <p:nvPr/>
          </p:nvSpPr>
          <p:spPr bwMode="auto">
            <a:xfrm>
              <a:off x="1670534" y="4185979"/>
              <a:ext cx="0" cy="0"/>
            </a:xfrm>
            <a:custGeom>
              <a:av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</a:path>
              </a:pathLst>
            </a:custGeom>
            <a:solidFill>
              <a:srgbClr val="EAEAEB"/>
            </a:solidFill>
            <a:ln>
              <a:noFill/>
            </a:ln>
          </p:spPr>
          <p:txBody>
            <a:bodyPr anchor="t" anchorCtr="0" bIns="45720" compatLnSpc="1" lIns="91440" numCol="1" rIns="91440" tIns="45720" vert="horz" wrap="square"/>
            <a:p>
              <a:pPr algn="l" defTabSz="914400" eaLnBrk="1" fontAlgn="auto" hangingPunct="1" indent="0" latinLnBrk="0" lvl="0" marL="0" marR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baseline="0" b="0" cap="none" sz="1800" i="0" kern="1200" kumimoji="0" lang="id-ID" noProof="0" normalizeH="0" spc="0" strike="noStrike" u="none">
                <a:ln>
                  <a:noFill/>
                </a:ln>
                <a:solidFill>
                  <a:srgbClr val="2A2A2A"/>
                </a:solidFill>
                <a:effectLst/>
                <a:uLnTx/>
                <a:uFillTx/>
                <a:latin typeface="Calibri" panose="020F0502020204030204" charset="0"/>
                <a:ea typeface="Calibri" panose="020F0502020204030204" charset="0"/>
                <a:cs typeface="Calibri" panose="020F0502020204030204" charset="0"/>
              </a:endParaRPr>
            </a:p>
          </p:txBody>
        </p:sp>
        <p:sp>
          <p:nvSpPr>
            <p:cNvPr id="1048719" name="Freeform 31"/>
            <p:cNvSpPr/>
            <p:nvPr/>
          </p:nvSpPr>
          <p:spPr bwMode="auto">
            <a:xfrm>
              <a:off x="1670534" y="4185979"/>
              <a:ext cx="0" cy="0"/>
            </a:xfrm>
            <a:custGeom>
              <a:av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</a:path>
              </a:pathLst>
            </a:custGeom>
            <a:solidFill>
              <a:srgbClr val="D3D3D3"/>
            </a:solidFill>
            <a:ln>
              <a:noFill/>
            </a:ln>
          </p:spPr>
          <p:txBody>
            <a:bodyPr anchor="t" anchorCtr="0" bIns="45720" compatLnSpc="1" lIns="91440" numCol="1" rIns="91440" tIns="45720" vert="horz" wrap="square"/>
            <a:p>
              <a:pPr algn="l" defTabSz="914400" eaLnBrk="1" fontAlgn="auto" hangingPunct="1" indent="0" latinLnBrk="0" lvl="0" marL="0" marR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baseline="0" b="0" cap="none" sz="1800" i="0" kern="1200" kumimoji="0" lang="id-ID" noProof="0" normalizeH="0" spc="0" strike="noStrike" u="none">
                <a:ln>
                  <a:noFill/>
                </a:ln>
                <a:solidFill>
                  <a:srgbClr val="2A2A2A"/>
                </a:solidFill>
                <a:effectLst/>
                <a:uLnTx/>
                <a:uFillTx/>
                <a:latin typeface="Calibri" panose="020F0502020204030204" charset="0"/>
                <a:ea typeface="Calibri" panose="020F0502020204030204" charset="0"/>
                <a:cs typeface="Calibri" panose="020F0502020204030204" charset="0"/>
              </a:endParaRPr>
            </a:p>
          </p:txBody>
        </p:sp>
        <p:sp>
          <p:nvSpPr>
            <p:cNvPr id="1048720" name="Freeform 32"/>
            <p:cNvSpPr>
              <a:spLocks noEditPoints="1"/>
            </p:cNvSpPr>
            <p:nvPr/>
          </p:nvSpPr>
          <p:spPr bwMode="auto">
            <a:xfrm>
              <a:off x="1659421" y="4185979"/>
              <a:ext cx="28575" cy="68262"/>
            </a:xfrm>
            <a:custGeom>
              <a:avLst/>
              <a:gdLst>
                <a:gd name="T0" fmla="*/ 3 w 5"/>
                <a:gd name="T1" fmla="*/ 11 h 12"/>
                <a:gd name="T2" fmla="*/ 3 w 5"/>
                <a:gd name="T3" fmla="*/ 11 h 12"/>
                <a:gd name="T4" fmla="*/ 3 w 5"/>
                <a:gd name="T5" fmla="*/ 12 h 12"/>
                <a:gd name="T6" fmla="*/ 2 w 5"/>
                <a:gd name="T7" fmla="*/ 12 h 12"/>
                <a:gd name="T8" fmla="*/ 2 w 5"/>
                <a:gd name="T9" fmla="*/ 12 h 12"/>
                <a:gd name="T10" fmla="*/ 3 w 5"/>
                <a:gd name="T11" fmla="*/ 11 h 12"/>
                <a:gd name="T12" fmla="*/ 4 w 5"/>
                <a:gd name="T13" fmla="*/ 1 h 12"/>
                <a:gd name="T14" fmla="*/ 5 w 5"/>
                <a:gd name="T15" fmla="*/ 1 h 12"/>
                <a:gd name="T16" fmla="*/ 4 w 5"/>
                <a:gd name="T17" fmla="*/ 1 h 12"/>
                <a:gd name="T18" fmla="*/ 3 w 5"/>
                <a:gd name="T19" fmla="*/ 0 h 12"/>
                <a:gd name="T20" fmla="*/ 3 w 5"/>
                <a:gd name="T21" fmla="*/ 1 h 12"/>
                <a:gd name="T22" fmla="*/ 4 w 5"/>
                <a:gd name="T23" fmla="*/ 1 h 12"/>
                <a:gd name="T24" fmla="*/ 4 w 5"/>
                <a:gd name="T25" fmla="*/ 1 h 12"/>
                <a:gd name="T26" fmla="*/ 3 w 5"/>
                <a:gd name="T27" fmla="*/ 0 h 12"/>
                <a:gd name="T28" fmla="*/ 1 w 5"/>
                <a:gd name="T29" fmla="*/ 0 h 12"/>
                <a:gd name="T30" fmla="*/ 1 w 5"/>
                <a:gd name="T31" fmla="*/ 0 h 12"/>
                <a:gd name="T32" fmla="*/ 1 w 5"/>
                <a:gd name="T33" fmla="*/ 0 h 12"/>
                <a:gd name="T34" fmla="*/ 1 w 5"/>
                <a:gd name="T35" fmla="*/ 0 h 12"/>
                <a:gd name="T36" fmla="*/ 1 w 5"/>
                <a:gd name="T37" fmla="*/ 0 h 12"/>
                <a:gd name="T38" fmla="*/ 1 w 5"/>
                <a:gd name="T39" fmla="*/ 0 h 12"/>
                <a:gd name="T40" fmla="*/ 0 w 5"/>
                <a:gd name="T41" fmla="*/ 0 h 12"/>
                <a:gd name="T42" fmla="*/ 0 w 5"/>
                <a:gd name="T43" fmla="*/ 0 h 12"/>
                <a:gd name="T44" fmla="*/ 0 w 5"/>
                <a:gd name="T45" fmla="*/ 0 h 12"/>
                <a:gd name="T46" fmla="*/ 2 w 5"/>
                <a:gd name="T47" fmla="*/ 0 h 12"/>
                <a:gd name="T48" fmla="*/ 2 w 5"/>
                <a:gd name="T49" fmla="*/ 0 h 12"/>
                <a:gd name="T50" fmla="*/ 3 w 5"/>
                <a:gd name="T51" fmla="*/ 0 h 12"/>
                <a:gd name="T52" fmla="*/ 3 w 5"/>
                <a:gd name="T53" fmla="*/ 0 h 12"/>
                <a:gd name="T54" fmla="*/ 2 w 5"/>
                <a:gd name="T55" fmla="*/ 0 h 12"/>
                <a:gd name="T56" fmla="*/ 2 w 5"/>
                <a:gd name="T57" fmla="*/ 0 h 12"/>
                <a:gd name="T58" fmla="*/ 1 w 5"/>
                <a:gd name="T59" fmla="*/ 0 h 12"/>
                <a:gd name="T60" fmla="*/ 1 w 5"/>
                <a:gd name="T61" fmla="*/ 0 h 12"/>
                <a:gd name="T62" fmla="*/ 2 w 5"/>
                <a:gd name="T63" fmla="*/ 0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5" h="12">
                  <a:moveTo>
                    <a:pt x="3" y="11"/>
                  </a:moveTo>
                  <a:cubicBezTo>
                    <a:pt x="3" y="11"/>
                    <a:pt x="3" y="11"/>
                    <a:pt x="3" y="11"/>
                  </a:cubicBezTo>
                  <a:cubicBezTo>
                    <a:pt x="3" y="12"/>
                    <a:pt x="3" y="12"/>
                    <a:pt x="3" y="12"/>
                  </a:cubicBezTo>
                  <a:cubicBezTo>
                    <a:pt x="2" y="12"/>
                    <a:pt x="2" y="12"/>
                    <a:pt x="2" y="12"/>
                  </a:cubicBezTo>
                  <a:cubicBezTo>
                    <a:pt x="2" y="12"/>
                    <a:pt x="2" y="12"/>
                    <a:pt x="2" y="12"/>
                  </a:cubicBezTo>
                  <a:cubicBezTo>
                    <a:pt x="3" y="12"/>
                    <a:pt x="3" y="11"/>
                    <a:pt x="3" y="11"/>
                  </a:cubicBezTo>
                  <a:moveTo>
                    <a:pt x="4" y="1"/>
                  </a:moveTo>
                  <a:cubicBezTo>
                    <a:pt x="5" y="1"/>
                    <a:pt x="5" y="1"/>
                    <a:pt x="5" y="1"/>
                  </a:cubicBezTo>
                  <a:cubicBezTo>
                    <a:pt x="4" y="1"/>
                    <a:pt x="4" y="1"/>
                    <a:pt x="4" y="1"/>
                  </a:cubicBezTo>
                  <a:moveTo>
                    <a:pt x="3" y="0"/>
                  </a:moveTo>
                  <a:cubicBezTo>
                    <a:pt x="3" y="1"/>
                    <a:pt x="3" y="1"/>
                    <a:pt x="3" y="1"/>
                  </a:cubicBezTo>
                  <a:cubicBezTo>
                    <a:pt x="4" y="1"/>
                    <a:pt x="4" y="1"/>
                    <a:pt x="4" y="1"/>
                  </a:cubicBezTo>
                  <a:cubicBezTo>
                    <a:pt x="4" y="1"/>
                    <a:pt x="4" y="1"/>
                    <a:pt x="4" y="1"/>
                  </a:cubicBezTo>
                  <a:cubicBezTo>
                    <a:pt x="4" y="1"/>
                    <a:pt x="3" y="1"/>
                    <a:pt x="3" y="0"/>
                  </a:cubicBezTo>
                  <a:moveTo>
                    <a:pt x="1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moveTo>
                    <a:pt x="1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moveTo>
                    <a:pt x="2" y="0"/>
                  </a:moveTo>
                  <a:cubicBezTo>
                    <a:pt x="2" y="0"/>
                    <a:pt x="2" y="0"/>
                    <a:pt x="2" y="0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3" y="0"/>
                    <a:pt x="3" y="0"/>
                    <a:pt x="2" y="0"/>
                  </a:cubicBezTo>
                  <a:moveTo>
                    <a:pt x="2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2" y="0"/>
                    <a:pt x="2" y="0"/>
                    <a:pt x="2" y="0"/>
                  </a:cubicBezTo>
                </a:path>
              </a:pathLst>
            </a:custGeom>
            <a:solidFill>
              <a:srgbClr val="EAEAEB"/>
            </a:solidFill>
            <a:ln>
              <a:noFill/>
            </a:ln>
          </p:spPr>
          <p:txBody>
            <a:bodyPr anchor="t" anchorCtr="0" bIns="45720" compatLnSpc="1" lIns="91440" numCol="1" rIns="91440" tIns="45720" vert="horz" wrap="square"/>
            <a:p>
              <a:pPr algn="l" defTabSz="914400" eaLnBrk="1" fontAlgn="auto" hangingPunct="1" indent="0" latinLnBrk="0" lvl="0" marL="0" marR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baseline="0" b="0" cap="none" sz="1800" i="0" kern="1200" kumimoji="0" lang="id-ID" noProof="0" normalizeH="0" spc="0" strike="noStrike" u="none">
                <a:ln>
                  <a:noFill/>
                </a:ln>
                <a:solidFill>
                  <a:srgbClr val="2A2A2A"/>
                </a:solidFill>
                <a:effectLst/>
                <a:uLnTx/>
                <a:uFillTx/>
                <a:latin typeface="Calibri" panose="020F0502020204030204" charset="0"/>
                <a:ea typeface="Calibri" panose="020F0502020204030204" charset="0"/>
                <a:cs typeface="Calibri" panose="020F0502020204030204" charset="0"/>
              </a:endParaRPr>
            </a:p>
          </p:txBody>
        </p:sp>
        <p:sp>
          <p:nvSpPr>
            <p:cNvPr id="1048721" name="Freeform 33"/>
            <p:cNvSpPr/>
            <p:nvPr/>
          </p:nvSpPr>
          <p:spPr bwMode="auto">
            <a:xfrm>
              <a:off x="1670534" y="4247892"/>
              <a:ext cx="6350" cy="6350"/>
            </a:xfrm>
            <a:custGeom>
              <a:avLst/>
              <a:gdLst>
                <a:gd name="T0" fmla="*/ 1 w 1"/>
                <a:gd name="T1" fmla="*/ 0 h 1"/>
                <a:gd name="T2" fmla="*/ 1 w 1"/>
                <a:gd name="T3" fmla="*/ 0 h 1"/>
                <a:gd name="T4" fmla="*/ 0 w 1"/>
                <a:gd name="T5" fmla="*/ 1 h 1"/>
                <a:gd name="T6" fmla="*/ 0 w 1"/>
                <a:gd name="T7" fmla="*/ 1 h 1"/>
                <a:gd name="T8" fmla="*/ 1 w 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1" y="1"/>
                    <a:pt x="1" y="0"/>
                    <a:pt x="1" y="0"/>
                  </a:cubicBezTo>
                </a:path>
              </a:pathLst>
            </a:custGeom>
            <a:solidFill>
              <a:srgbClr val="D3D3D3"/>
            </a:solidFill>
            <a:ln>
              <a:noFill/>
            </a:ln>
          </p:spPr>
          <p:txBody>
            <a:bodyPr anchor="t" anchorCtr="0" bIns="45720" compatLnSpc="1" lIns="91440" numCol="1" rIns="91440" tIns="45720" vert="horz" wrap="square"/>
            <a:p>
              <a:pPr algn="l" defTabSz="914400" eaLnBrk="1" fontAlgn="auto" hangingPunct="1" indent="0" latinLnBrk="0" lvl="0" marL="0" marR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baseline="0" b="0" cap="none" sz="1800" i="0" kern="1200" kumimoji="0" lang="id-ID" noProof="0" normalizeH="0" spc="0" strike="noStrike" u="none">
                <a:ln>
                  <a:noFill/>
                </a:ln>
                <a:solidFill>
                  <a:srgbClr val="2A2A2A"/>
                </a:solidFill>
                <a:effectLst/>
                <a:uLnTx/>
                <a:uFillTx/>
                <a:latin typeface="Calibri" panose="020F0502020204030204" charset="0"/>
                <a:ea typeface="Calibri" panose="020F0502020204030204" charset="0"/>
                <a:cs typeface="Calibri" panose="020F0502020204030204" charset="0"/>
              </a:endParaRPr>
            </a:p>
          </p:txBody>
        </p:sp>
        <p:sp>
          <p:nvSpPr>
            <p:cNvPr id="1048722" name="Freeform 34"/>
            <p:cNvSpPr/>
            <p:nvPr/>
          </p:nvSpPr>
          <p:spPr bwMode="auto">
            <a:xfrm>
              <a:off x="1670534" y="4254242"/>
              <a:ext cx="0" cy="0"/>
            </a:xfrm>
            <a:custGeom>
              <a:av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</a:path>
              </a:pathLst>
            </a:custGeom>
            <a:solidFill>
              <a:srgbClr val="EAEAEB"/>
            </a:solidFill>
            <a:ln>
              <a:noFill/>
            </a:ln>
          </p:spPr>
          <p:txBody>
            <a:bodyPr anchor="t" anchorCtr="0" bIns="45720" compatLnSpc="1" lIns="91440" numCol="1" rIns="91440" tIns="45720" vert="horz" wrap="square"/>
            <a:p>
              <a:pPr algn="l" defTabSz="914400" eaLnBrk="1" fontAlgn="auto" hangingPunct="1" indent="0" latinLnBrk="0" lvl="0" marL="0" marR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baseline="0" b="0" cap="none" sz="1800" i="0" kern="1200" kumimoji="0" lang="id-ID" noProof="0" normalizeH="0" spc="0" strike="noStrike" u="none">
                <a:ln>
                  <a:noFill/>
                </a:ln>
                <a:solidFill>
                  <a:srgbClr val="2A2A2A"/>
                </a:solidFill>
                <a:effectLst/>
                <a:uLnTx/>
                <a:uFillTx/>
                <a:latin typeface="Calibri" panose="020F0502020204030204" charset="0"/>
                <a:ea typeface="Calibri" panose="020F0502020204030204" charset="0"/>
                <a:cs typeface="Calibri" panose="020F0502020204030204" charset="0"/>
              </a:endParaRPr>
            </a:p>
          </p:txBody>
        </p:sp>
        <p:sp>
          <p:nvSpPr>
            <p:cNvPr id="1048723" name="Freeform 35"/>
            <p:cNvSpPr/>
            <p:nvPr/>
          </p:nvSpPr>
          <p:spPr bwMode="auto">
            <a:xfrm>
              <a:off x="1670534" y="4254242"/>
              <a:ext cx="0" cy="0"/>
            </a:xfrm>
            <a:custGeom>
              <a:av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</a:path>
              </a:pathLst>
            </a:custGeom>
            <a:solidFill>
              <a:srgbClr val="D3D3D3"/>
            </a:solidFill>
            <a:ln>
              <a:noFill/>
            </a:ln>
          </p:spPr>
          <p:txBody>
            <a:bodyPr anchor="t" anchorCtr="0" bIns="45720" compatLnSpc="1" lIns="91440" numCol="1" rIns="91440" tIns="45720" vert="horz" wrap="square"/>
            <a:p>
              <a:pPr algn="l" defTabSz="914400" eaLnBrk="1" fontAlgn="auto" hangingPunct="1" indent="0" latinLnBrk="0" lvl="0" marL="0" marR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baseline="0" b="0" cap="none" sz="1800" i="0" kern="1200" kumimoji="0" lang="id-ID" noProof="0" normalizeH="0" spc="0" strike="noStrike" u="none">
                <a:ln>
                  <a:noFill/>
                </a:ln>
                <a:solidFill>
                  <a:srgbClr val="2A2A2A"/>
                </a:solidFill>
                <a:effectLst/>
                <a:uLnTx/>
                <a:uFillTx/>
                <a:latin typeface="Calibri" panose="020F0502020204030204" charset="0"/>
                <a:ea typeface="Calibri" panose="020F0502020204030204" charset="0"/>
                <a:cs typeface="Calibri" panose="020F0502020204030204" charset="0"/>
              </a:endParaRPr>
            </a:p>
          </p:txBody>
        </p:sp>
        <p:sp>
          <p:nvSpPr>
            <p:cNvPr id="1048724" name="Freeform 36"/>
            <p:cNvSpPr>
              <a:spLocks noEditPoints="1"/>
            </p:cNvSpPr>
            <p:nvPr/>
          </p:nvSpPr>
          <p:spPr bwMode="auto">
            <a:xfrm>
              <a:off x="1630846" y="4254242"/>
              <a:ext cx="68263" cy="174625"/>
            </a:xfrm>
            <a:custGeom>
              <a:avLst/>
              <a:gdLst>
                <a:gd name="T0" fmla="*/ 10 w 12"/>
                <a:gd name="T1" fmla="*/ 31 h 31"/>
                <a:gd name="T2" fmla="*/ 9 w 12"/>
                <a:gd name="T3" fmla="*/ 31 h 31"/>
                <a:gd name="T4" fmla="*/ 9 w 12"/>
                <a:gd name="T5" fmla="*/ 31 h 31"/>
                <a:gd name="T6" fmla="*/ 8 w 12"/>
                <a:gd name="T7" fmla="*/ 31 h 31"/>
                <a:gd name="T8" fmla="*/ 7 w 12"/>
                <a:gd name="T9" fmla="*/ 31 h 31"/>
                <a:gd name="T10" fmla="*/ 8 w 12"/>
                <a:gd name="T11" fmla="*/ 31 h 31"/>
                <a:gd name="T12" fmla="*/ 8 w 12"/>
                <a:gd name="T13" fmla="*/ 31 h 31"/>
                <a:gd name="T14" fmla="*/ 10 w 12"/>
                <a:gd name="T15" fmla="*/ 31 h 31"/>
                <a:gd name="T16" fmla="*/ 11 w 12"/>
                <a:gd name="T17" fmla="*/ 29 h 31"/>
                <a:gd name="T18" fmla="*/ 11 w 12"/>
                <a:gd name="T19" fmla="*/ 29 h 31"/>
                <a:gd name="T20" fmla="*/ 12 w 12"/>
                <a:gd name="T21" fmla="*/ 26 h 31"/>
                <a:gd name="T22" fmla="*/ 12 w 12"/>
                <a:gd name="T23" fmla="*/ 26 h 31"/>
                <a:gd name="T24" fmla="*/ 12 w 12"/>
                <a:gd name="T25" fmla="*/ 26 h 31"/>
                <a:gd name="T26" fmla="*/ 12 w 12"/>
                <a:gd name="T27" fmla="*/ 26 h 31"/>
                <a:gd name="T28" fmla="*/ 12 w 12"/>
                <a:gd name="T29" fmla="*/ 26 h 31"/>
                <a:gd name="T30" fmla="*/ 12 w 12"/>
                <a:gd name="T31" fmla="*/ 26 h 31"/>
                <a:gd name="T32" fmla="*/ 12 w 12"/>
                <a:gd name="T33" fmla="*/ 26 h 31"/>
                <a:gd name="T34" fmla="*/ 12 w 12"/>
                <a:gd name="T35" fmla="*/ 25 h 31"/>
                <a:gd name="T36" fmla="*/ 12 w 12"/>
                <a:gd name="T37" fmla="*/ 25 h 31"/>
                <a:gd name="T38" fmla="*/ 12 w 12"/>
                <a:gd name="T39" fmla="*/ 25 h 31"/>
                <a:gd name="T40" fmla="*/ 12 w 12"/>
                <a:gd name="T41" fmla="*/ 25 h 31"/>
                <a:gd name="T42" fmla="*/ 12 w 12"/>
                <a:gd name="T43" fmla="*/ 25 h 31"/>
                <a:gd name="T44" fmla="*/ 11 w 12"/>
                <a:gd name="T45" fmla="*/ 22 h 31"/>
                <a:gd name="T46" fmla="*/ 11 w 12"/>
                <a:gd name="T47" fmla="*/ 22 h 31"/>
                <a:gd name="T48" fmla="*/ 11 w 12"/>
                <a:gd name="T49" fmla="*/ 22 h 31"/>
                <a:gd name="T50" fmla="*/ 10 w 12"/>
                <a:gd name="T51" fmla="*/ 21 h 31"/>
                <a:gd name="T52" fmla="*/ 10 w 12"/>
                <a:gd name="T53" fmla="*/ 21 h 31"/>
                <a:gd name="T54" fmla="*/ 0 w 12"/>
                <a:gd name="T55" fmla="*/ 4 h 31"/>
                <a:gd name="T56" fmla="*/ 0 w 12"/>
                <a:gd name="T57" fmla="*/ 4 h 31"/>
                <a:gd name="T58" fmla="*/ 0 w 12"/>
                <a:gd name="T59" fmla="*/ 4 h 31"/>
                <a:gd name="T60" fmla="*/ 0 w 12"/>
                <a:gd name="T61" fmla="*/ 3 h 31"/>
                <a:gd name="T62" fmla="*/ 0 w 12"/>
                <a:gd name="T63" fmla="*/ 3 h 31"/>
                <a:gd name="T64" fmla="*/ 4 w 12"/>
                <a:gd name="T65" fmla="*/ 0 h 31"/>
                <a:gd name="T66" fmla="*/ 4 w 12"/>
                <a:gd name="T67" fmla="*/ 0 h 31"/>
                <a:gd name="T68" fmla="*/ 4 w 12"/>
                <a:gd name="T69" fmla="*/ 0 h 31"/>
                <a:gd name="T70" fmla="*/ 4 w 12"/>
                <a:gd name="T71" fmla="*/ 0 h 31"/>
                <a:gd name="T72" fmla="*/ 4 w 12"/>
                <a:gd name="T73" fmla="*/ 0 h 31"/>
                <a:gd name="T74" fmla="*/ 4 w 12"/>
                <a:gd name="T75" fmla="*/ 0 h 31"/>
                <a:gd name="T76" fmla="*/ 4 w 12"/>
                <a:gd name="T77" fmla="*/ 0 h 31"/>
                <a:gd name="T78" fmla="*/ 4 w 12"/>
                <a:gd name="T79" fmla="*/ 0 h 31"/>
                <a:gd name="T80" fmla="*/ 4 w 12"/>
                <a:gd name="T81" fmla="*/ 0 h 31"/>
                <a:gd name="T82" fmla="*/ 4 w 12"/>
                <a:gd name="T83" fmla="*/ 0 h 31"/>
                <a:gd name="T84" fmla="*/ 5 w 12"/>
                <a:gd name="T85" fmla="*/ 0 h 31"/>
                <a:gd name="T86" fmla="*/ 5 w 12"/>
                <a:gd name="T87" fmla="*/ 0 h 31"/>
                <a:gd name="T88" fmla="*/ 5 w 12"/>
                <a:gd name="T89" fmla="*/ 0 h 31"/>
                <a:gd name="T90" fmla="*/ 5 w 12"/>
                <a:gd name="T91" fmla="*/ 0 h 31"/>
                <a:gd name="T92" fmla="*/ 5 w 12"/>
                <a:gd name="T93" fmla="*/ 0 h 31"/>
                <a:gd name="T94" fmla="*/ 5 w 12"/>
                <a:gd name="T95" fmla="*/ 0 h 31"/>
                <a:gd name="T96" fmla="*/ 5 w 12"/>
                <a:gd name="T97" fmla="*/ 0 h 31"/>
                <a:gd name="T98" fmla="*/ 5 w 12"/>
                <a:gd name="T99" fmla="*/ 0 h 31"/>
                <a:gd name="T100" fmla="*/ 5 w 12"/>
                <a:gd name="T101" fmla="*/ 0 h 31"/>
                <a:gd name="T102" fmla="*/ 6 w 12"/>
                <a:gd name="T103" fmla="*/ 0 h 31"/>
                <a:gd name="T104" fmla="*/ 6 w 12"/>
                <a:gd name="T105" fmla="*/ 0 h 31"/>
                <a:gd name="T106" fmla="*/ 6 w 12"/>
                <a:gd name="T107" fmla="*/ 0 h 31"/>
                <a:gd name="T108" fmla="*/ 6 w 12"/>
                <a:gd name="T109" fmla="*/ 0 h 31"/>
                <a:gd name="T110" fmla="*/ 6 w 12"/>
                <a:gd name="T111" fmla="*/ 0 h 31"/>
                <a:gd name="T112" fmla="*/ 6 w 12"/>
                <a:gd name="T113" fmla="*/ 0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2" h="31">
                  <a:moveTo>
                    <a:pt x="11" y="29"/>
                  </a:moveTo>
                  <a:cubicBezTo>
                    <a:pt x="11" y="30"/>
                    <a:pt x="10" y="30"/>
                    <a:pt x="10" y="31"/>
                  </a:cubicBezTo>
                  <a:cubicBezTo>
                    <a:pt x="9" y="31"/>
                    <a:pt x="9" y="31"/>
                    <a:pt x="9" y="31"/>
                  </a:cubicBezTo>
                  <a:cubicBezTo>
                    <a:pt x="9" y="31"/>
                    <a:pt x="9" y="31"/>
                    <a:pt x="9" y="31"/>
                  </a:cubicBezTo>
                  <a:cubicBezTo>
                    <a:pt x="9" y="31"/>
                    <a:pt x="9" y="31"/>
                    <a:pt x="9" y="31"/>
                  </a:cubicBezTo>
                  <a:cubicBezTo>
                    <a:pt x="9" y="31"/>
                    <a:pt x="9" y="31"/>
                    <a:pt x="9" y="31"/>
                  </a:cubicBezTo>
                  <a:cubicBezTo>
                    <a:pt x="8" y="31"/>
                    <a:pt x="8" y="31"/>
                    <a:pt x="8" y="31"/>
                  </a:cubicBezTo>
                  <a:cubicBezTo>
                    <a:pt x="8" y="31"/>
                    <a:pt x="8" y="31"/>
                    <a:pt x="8" y="31"/>
                  </a:cubicBezTo>
                  <a:cubicBezTo>
                    <a:pt x="8" y="31"/>
                    <a:pt x="8" y="31"/>
                    <a:pt x="8" y="31"/>
                  </a:cubicBezTo>
                  <a:cubicBezTo>
                    <a:pt x="7" y="31"/>
                    <a:pt x="7" y="31"/>
                    <a:pt x="7" y="31"/>
                  </a:cubicBezTo>
                  <a:cubicBezTo>
                    <a:pt x="7" y="31"/>
                    <a:pt x="7" y="31"/>
                    <a:pt x="7" y="31"/>
                  </a:cubicBezTo>
                  <a:cubicBezTo>
                    <a:pt x="8" y="31"/>
                    <a:pt x="8" y="31"/>
                    <a:pt x="8" y="31"/>
                  </a:cubicBezTo>
                  <a:cubicBezTo>
                    <a:pt x="8" y="31"/>
                    <a:pt x="8" y="31"/>
                    <a:pt x="8" y="31"/>
                  </a:cubicBezTo>
                  <a:cubicBezTo>
                    <a:pt x="8" y="31"/>
                    <a:pt x="8" y="31"/>
                    <a:pt x="8" y="31"/>
                  </a:cubicBezTo>
                  <a:cubicBezTo>
                    <a:pt x="9" y="31"/>
                    <a:pt x="9" y="31"/>
                    <a:pt x="10" y="31"/>
                  </a:cubicBezTo>
                  <a:cubicBezTo>
                    <a:pt x="10" y="31"/>
                    <a:pt x="10" y="31"/>
                    <a:pt x="10" y="31"/>
                  </a:cubicBezTo>
                  <a:cubicBezTo>
                    <a:pt x="10" y="30"/>
                    <a:pt x="11" y="30"/>
                    <a:pt x="11" y="29"/>
                  </a:cubicBezTo>
                  <a:moveTo>
                    <a:pt x="11" y="29"/>
                  </a:moveTo>
                  <a:cubicBezTo>
                    <a:pt x="11" y="29"/>
                    <a:pt x="11" y="29"/>
                    <a:pt x="11" y="29"/>
                  </a:cubicBezTo>
                  <a:cubicBezTo>
                    <a:pt x="11" y="29"/>
                    <a:pt x="11" y="29"/>
                    <a:pt x="11" y="29"/>
                  </a:cubicBezTo>
                  <a:moveTo>
                    <a:pt x="12" y="26"/>
                  </a:moveTo>
                  <a:cubicBezTo>
                    <a:pt x="12" y="26"/>
                    <a:pt x="12" y="26"/>
                    <a:pt x="12" y="26"/>
                  </a:cubicBezTo>
                  <a:cubicBezTo>
                    <a:pt x="12" y="26"/>
                    <a:pt x="12" y="26"/>
                    <a:pt x="12" y="26"/>
                  </a:cubicBezTo>
                  <a:moveTo>
                    <a:pt x="12" y="26"/>
                  </a:moveTo>
                  <a:cubicBezTo>
                    <a:pt x="12" y="26"/>
                    <a:pt x="12" y="26"/>
                    <a:pt x="12" y="26"/>
                  </a:cubicBezTo>
                  <a:cubicBezTo>
                    <a:pt x="12" y="26"/>
                    <a:pt x="12" y="26"/>
                    <a:pt x="12" y="26"/>
                  </a:cubicBezTo>
                  <a:moveTo>
                    <a:pt x="12" y="26"/>
                  </a:moveTo>
                  <a:cubicBezTo>
                    <a:pt x="12" y="26"/>
                    <a:pt x="12" y="26"/>
                    <a:pt x="12" y="26"/>
                  </a:cubicBezTo>
                  <a:cubicBezTo>
                    <a:pt x="12" y="26"/>
                    <a:pt x="12" y="26"/>
                    <a:pt x="12" y="26"/>
                  </a:cubicBezTo>
                  <a:moveTo>
                    <a:pt x="12" y="26"/>
                  </a:moveTo>
                  <a:cubicBezTo>
                    <a:pt x="12" y="26"/>
                    <a:pt x="12" y="26"/>
                    <a:pt x="12" y="26"/>
                  </a:cubicBezTo>
                  <a:cubicBezTo>
                    <a:pt x="12" y="26"/>
                    <a:pt x="12" y="26"/>
                    <a:pt x="12" y="26"/>
                  </a:cubicBezTo>
                  <a:moveTo>
                    <a:pt x="12" y="25"/>
                  </a:moveTo>
                  <a:cubicBezTo>
                    <a:pt x="12" y="26"/>
                    <a:pt x="12" y="26"/>
                    <a:pt x="12" y="26"/>
                  </a:cubicBezTo>
                  <a:cubicBezTo>
                    <a:pt x="12" y="26"/>
                    <a:pt x="12" y="26"/>
                    <a:pt x="12" y="25"/>
                  </a:cubicBezTo>
                  <a:moveTo>
                    <a:pt x="12" y="25"/>
                  </a:moveTo>
                  <a:cubicBezTo>
                    <a:pt x="12" y="25"/>
                    <a:pt x="12" y="25"/>
                    <a:pt x="12" y="25"/>
                  </a:cubicBezTo>
                  <a:cubicBezTo>
                    <a:pt x="12" y="25"/>
                    <a:pt x="12" y="25"/>
                    <a:pt x="12" y="25"/>
                  </a:cubicBezTo>
                  <a:moveTo>
                    <a:pt x="12" y="25"/>
                  </a:moveTo>
                  <a:cubicBezTo>
                    <a:pt x="12" y="25"/>
                    <a:pt x="12" y="25"/>
                    <a:pt x="12" y="25"/>
                  </a:cubicBezTo>
                  <a:cubicBezTo>
                    <a:pt x="12" y="25"/>
                    <a:pt x="12" y="25"/>
                    <a:pt x="12" y="25"/>
                  </a:cubicBezTo>
                  <a:moveTo>
                    <a:pt x="12" y="25"/>
                  </a:moveTo>
                  <a:cubicBezTo>
                    <a:pt x="12" y="25"/>
                    <a:pt x="12" y="25"/>
                    <a:pt x="12" y="25"/>
                  </a:cubicBezTo>
                  <a:cubicBezTo>
                    <a:pt x="12" y="25"/>
                    <a:pt x="12" y="25"/>
                    <a:pt x="12" y="25"/>
                  </a:cubicBezTo>
                  <a:moveTo>
                    <a:pt x="11" y="22"/>
                  </a:moveTo>
                  <a:cubicBezTo>
                    <a:pt x="11" y="22"/>
                    <a:pt x="11" y="22"/>
                    <a:pt x="11" y="22"/>
                  </a:cubicBezTo>
                  <a:cubicBezTo>
                    <a:pt x="11" y="22"/>
                    <a:pt x="11" y="22"/>
                    <a:pt x="11" y="22"/>
                  </a:cubicBezTo>
                  <a:moveTo>
                    <a:pt x="11" y="22"/>
                  </a:moveTo>
                  <a:cubicBezTo>
                    <a:pt x="11" y="22"/>
                    <a:pt x="11" y="22"/>
                    <a:pt x="11" y="22"/>
                  </a:cubicBezTo>
                  <a:cubicBezTo>
                    <a:pt x="11" y="22"/>
                    <a:pt x="11" y="22"/>
                    <a:pt x="11" y="22"/>
                  </a:cubicBezTo>
                  <a:moveTo>
                    <a:pt x="10" y="21"/>
                  </a:moveTo>
                  <a:cubicBezTo>
                    <a:pt x="10" y="21"/>
                    <a:pt x="10" y="21"/>
                    <a:pt x="10" y="21"/>
                  </a:cubicBezTo>
                  <a:cubicBezTo>
                    <a:pt x="10" y="21"/>
                    <a:pt x="11" y="22"/>
                    <a:pt x="11" y="22"/>
                  </a:cubicBezTo>
                  <a:cubicBezTo>
                    <a:pt x="11" y="22"/>
                    <a:pt x="10" y="21"/>
                    <a:pt x="10" y="21"/>
                  </a:cubicBezTo>
                  <a:moveTo>
                    <a:pt x="0" y="4"/>
                  </a:moveTo>
                  <a:cubicBezTo>
                    <a:pt x="0" y="4"/>
                    <a:pt x="0" y="4"/>
                    <a:pt x="0" y="4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0" y="4"/>
                    <a:pt x="0" y="4"/>
                    <a:pt x="0" y="4"/>
                  </a:cubicBezTo>
                  <a:moveTo>
                    <a:pt x="0" y="4"/>
                  </a:moveTo>
                  <a:cubicBezTo>
                    <a:pt x="0" y="4"/>
                    <a:pt x="0" y="4"/>
                    <a:pt x="0" y="4"/>
                  </a:cubicBezTo>
                  <a:cubicBezTo>
                    <a:pt x="0" y="4"/>
                    <a:pt x="0" y="4"/>
                    <a:pt x="0" y="4"/>
                  </a:cubicBezTo>
                  <a:moveTo>
                    <a:pt x="0" y="3"/>
                  </a:moveTo>
                  <a:cubicBezTo>
                    <a:pt x="0" y="3"/>
                    <a:pt x="0" y="4"/>
                    <a:pt x="0" y="4"/>
                  </a:cubicBezTo>
                  <a:cubicBezTo>
                    <a:pt x="0" y="4"/>
                    <a:pt x="0" y="3"/>
                    <a:pt x="0" y="3"/>
                  </a:cubicBezTo>
                  <a:moveTo>
                    <a:pt x="4" y="0"/>
                  </a:moveTo>
                  <a:cubicBezTo>
                    <a:pt x="4" y="0"/>
                    <a:pt x="4" y="0"/>
                    <a:pt x="4" y="0"/>
                  </a:cubicBezTo>
                  <a:cubicBezTo>
                    <a:pt x="4" y="0"/>
                    <a:pt x="4" y="0"/>
                    <a:pt x="4" y="0"/>
                  </a:cubicBezTo>
                  <a:moveTo>
                    <a:pt x="4" y="0"/>
                  </a:moveTo>
                  <a:cubicBezTo>
                    <a:pt x="4" y="0"/>
                    <a:pt x="4" y="0"/>
                    <a:pt x="4" y="0"/>
                  </a:cubicBezTo>
                  <a:cubicBezTo>
                    <a:pt x="4" y="0"/>
                    <a:pt x="4" y="0"/>
                    <a:pt x="4" y="0"/>
                  </a:cubicBezTo>
                  <a:moveTo>
                    <a:pt x="4" y="0"/>
                  </a:moveTo>
                  <a:cubicBezTo>
                    <a:pt x="4" y="0"/>
                    <a:pt x="4" y="0"/>
                    <a:pt x="4" y="0"/>
                  </a:cubicBezTo>
                  <a:cubicBezTo>
                    <a:pt x="4" y="0"/>
                    <a:pt x="4" y="0"/>
                    <a:pt x="4" y="0"/>
                  </a:cubicBezTo>
                  <a:moveTo>
                    <a:pt x="4" y="0"/>
                  </a:moveTo>
                  <a:cubicBezTo>
                    <a:pt x="4" y="0"/>
                    <a:pt x="4" y="0"/>
                    <a:pt x="4" y="0"/>
                  </a:cubicBezTo>
                  <a:cubicBezTo>
                    <a:pt x="4" y="0"/>
                    <a:pt x="4" y="0"/>
                    <a:pt x="4" y="0"/>
                  </a:cubicBezTo>
                  <a:moveTo>
                    <a:pt x="4" y="0"/>
                  </a:moveTo>
                  <a:cubicBezTo>
                    <a:pt x="4" y="0"/>
                    <a:pt x="4" y="0"/>
                    <a:pt x="4" y="0"/>
                  </a:cubicBezTo>
                  <a:cubicBezTo>
                    <a:pt x="4" y="0"/>
                    <a:pt x="4" y="0"/>
                    <a:pt x="4" y="0"/>
                  </a:cubicBezTo>
                  <a:moveTo>
                    <a:pt x="4" y="0"/>
                  </a:moveTo>
                  <a:cubicBezTo>
                    <a:pt x="4" y="0"/>
                    <a:pt x="4" y="0"/>
                    <a:pt x="4" y="0"/>
                  </a:cubicBezTo>
                  <a:cubicBezTo>
                    <a:pt x="4" y="0"/>
                    <a:pt x="4" y="0"/>
                    <a:pt x="4" y="0"/>
                  </a:cubicBezTo>
                  <a:moveTo>
                    <a:pt x="5" y="0"/>
                  </a:moveTo>
                  <a:cubicBezTo>
                    <a:pt x="4" y="0"/>
                    <a:pt x="4" y="0"/>
                    <a:pt x="4" y="0"/>
                  </a:cubicBezTo>
                  <a:cubicBezTo>
                    <a:pt x="4" y="0"/>
                    <a:pt x="4" y="0"/>
                    <a:pt x="5" y="0"/>
                  </a:cubicBezTo>
                  <a:moveTo>
                    <a:pt x="5" y="0"/>
                  </a:moveTo>
                  <a:cubicBezTo>
                    <a:pt x="5" y="0"/>
                    <a:pt x="5" y="0"/>
                    <a:pt x="5" y="0"/>
                  </a:cubicBezTo>
                  <a:cubicBezTo>
                    <a:pt x="5" y="0"/>
                    <a:pt x="5" y="0"/>
                    <a:pt x="5" y="0"/>
                  </a:cubicBezTo>
                  <a:moveTo>
                    <a:pt x="5" y="0"/>
                  </a:moveTo>
                  <a:cubicBezTo>
                    <a:pt x="5" y="0"/>
                    <a:pt x="5" y="0"/>
                    <a:pt x="5" y="0"/>
                  </a:cubicBezTo>
                  <a:cubicBezTo>
                    <a:pt x="5" y="0"/>
                    <a:pt x="5" y="0"/>
                    <a:pt x="5" y="0"/>
                  </a:cubicBezTo>
                  <a:moveTo>
                    <a:pt x="5" y="0"/>
                  </a:moveTo>
                  <a:cubicBezTo>
                    <a:pt x="5" y="0"/>
                    <a:pt x="5" y="0"/>
                    <a:pt x="5" y="0"/>
                  </a:cubicBezTo>
                  <a:cubicBezTo>
                    <a:pt x="5" y="0"/>
                    <a:pt x="5" y="0"/>
                    <a:pt x="5" y="0"/>
                  </a:cubicBezTo>
                  <a:moveTo>
                    <a:pt x="5" y="0"/>
                  </a:moveTo>
                  <a:cubicBezTo>
                    <a:pt x="5" y="0"/>
                    <a:pt x="5" y="0"/>
                    <a:pt x="5" y="0"/>
                  </a:cubicBezTo>
                  <a:cubicBezTo>
                    <a:pt x="5" y="0"/>
                    <a:pt x="5" y="0"/>
                    <a:pt x="5" y="0"/>
                  </a:cubicBezTo>
                  <a:moveTo>
                    <a:pt x="5" y="0"/>
                  </a:moveTo>
                  <a:cubicBezTo>
                    <a:pt x="5" y="0"/>
                    <a:pt x="5" y="0"/>
                    <a:pt x="5" y="0"/>
                  </a:cubicBezTo>
                  <a:cubicBezTo>
                    <a:pt x="5" y="0"/>
                    <a:pt x="5" y="0"/>
                    <a:pt x="5" y="0"/>
                  </a:cubicBezTo>
                  <a:moveTo>
                    <a:pt x="6" y="0"/>
                  </a:moveTo>
                  <a:cubicBezTo>
                    <a:pt x="5" y="0"/>
                    <a:pt x="5" y="0"/>
                    <a:pt x="5" y="0"/>
                  </a:cubicBezTo>
                  <a:cubicBezTo>
                    <a:pt x="5" y="0"/>
                    <a:pt x="5" y="0"/>
                    <a:pt x="6" y="0"/>
                  </a:cubicBezTo>
                  <a:moveTo>
                    <a:pt x="6" y="0"/>
                  </a:moveTo>
                  <a:cubicBezTo>
                    <a:pt x="6" y="0"/>
                    <a:pt x="6" y="0"/>
                    <a:pt x="6" y="0"/>
                  </a:cubicBezTo>
                  <a:cubicBezTo>
                    <a:pt x="6" y="0"/>
                    <a:pt x="6" y="0"/>
                    <a:pt x="6" y="0"/>
                  </a:cubicBezTo>
                  <a:moveTo>
                    <a:pt x="6" y="0"/>
                  </a:moveTo>
                  <a:cubicBezTo>
                    <a:pt x="6" y="0"/>
                    <a:pt x="6" y="0"/>
                    <a:pt x="6" y="0"/>
                  </a:cubicBezTo>
                  <a:cubicBezTo>
                    <a:pt x="6" y="0"/>
                    <a:pt x="6" y="0"/>
                    <a:pt x="6" y="0"/>
                  </a:cubicBezTo>
                  <a:moveTo>
                    <a:pt x="6" y="0"/>
                  </a:moveTo>
                  <a:cubicBezTo>
                    <a:pt x="6" y="0"/>
                    <a:pt x="6" y="0"/>
                    <a:pt x="6" y="0"/>
                  </a:cubicBezTo>
                  <a:cubicBezTo>
                    <a:pt x="6" y="0"/>
                    <a:pt x="6" y="0"/>
                    <a:pt x="6" y="0"/>
                  </a:cubicBezTo>
                  <a:cubicBezTo>
                    <a:pt x="6" y="0"/>
                    <a:pt x="6" y="0"/>
                    <a:pt x="6" y="0"/>
                  </a:cubicBezTo>
                  <a:cubicBezTo>
                    <a:pt x="6" y="0"/>
                    <a:pt x="6" y="0"/>
                    <a:pt x="6" y="0"/>
                  </a:cubicBezTo>
                </a:path>
              </a:pathLst>
            </a:custGeom>
            <a:solidFill>
              <a:srgbClr val="EAEAEB"/>
            </a:solidFill>
            <a:ln>
              <a:noFill/>
            </a:ln>
          </p:spPr>
          <p:txBody>
            <a:bodyPr anchor="t" anchorCtr="0" bIns="45720" compatLnSpc="1" lIns="91440" numCol="1" rIns="91440" tIns="45720" vert="horz" wrap="square"/>
            <a:p>
              <a:pPr algn="l" defTabSz="914400" eaLnBrk="1" fontAlgn="auto" hangingPunct="1" indent="0" latinLnBrk="0" lvl="0" marL="0" marR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baseline="0" b="0" cap="none" sz="1800" i="0" kern="1200" kumimoji="0" lang="id-ID" noProof="0" normalizeH="0" spc="0" strike="noStrike" u="none">
                <a:ln>
                  <a:noFill/>
                </a:ln>
                <a:solidFill>
                  <a:srgbClr val="2A2A2A"/>
                </a:solidFill>
                <a:effectLst/>
                <a:uLnTx/>
                <a:uFillTx/>
                <a:latin typeface="Calibri" panose="020F0502020204030204" charset="0"/>
                <a:ea typeface="Calibri" panose="020F0502020204030204" charset="0"/>
                <a:cs typeface="Calibri" panose="020F0502020204030204" charset="0"/>
              </a:endParaRPr>
            </a:p>
          </p:txBody>
        </p:sp>
        <p:sp>
          <p:nvSpPr>
            <p:cNvPr id="1048725" name="Freeform 37"/>
            <p:cNvSpPr>
              <a:spLocks noEditPoints="1"/>
            </p:cNvSpPr>
            <p:nvPr/>
          </p:nvSpPr>
          <p:spPr bwMode="auto">
            <a:xfrm>
              <a:off x="1670534" y="4355842"/>
              <a:ext cx="406400" cy="73025"/>
            </a:xfrm>
            <a:custGeom>
              <a:avLst/>
              <a:gdLst>
                <a:gd name="T0" fmla="*/ 1 w 72"/>
                <a:gd name="T1" fmla="*/ 13 h 13"/>
                <a:gd name="T2" fmla="*/ 0 w 72"/>
                <a:gd name="T3" fmla="*/ 13 h 13"/>
                <a:gd name="T4" fmla="*/ 0 w 72"/>
                <a:gd name="T5" fmla="*/ 13 h 13"/>
                <a:gd name="T6" fmla="*/ 1 w 72"/>
                <a:gd name="T7" fmla="*/ 13 h 13"/>
                <a:gd name="T8" fmla="*/ 1 w 72"/>
                <a:gd name="T9" fmla="*/ 13 h 13"/>
                <a:gd name="T10" fmla="*/ 1 w 72"/>
                <a:gd name="T11" fmla="*/ 13 h 13"/>
                <a:gd name="T12" fmla="*/ 1 w 72"/>
                <a:gd name="T13" fmla="*/ 13 h 13"/>
                <a:gd name="T14" fmla="*/ 72 w 72"/>
                <a:gd name="T15" fmla="*/ 0 h 13"/>
                <a:gd name="T16" fmla="*/ 3 w 72"/>
                <a:gd name="T17" fmla="*/ 3 h 13"/>
                <a:gd name="T18" fmla="*/ 4 w 72"/>
                <a:gd name="T19" fmla="*/ 4 h 13"/>
                <a:gd name="T20" fmla="*/ 4 w 72"/>
                <a:gd name="T21" fmla="*/ 4 h 13"/>
                <a:gd name="T22" fmla="*/ 4 w 72"/>
                <a:gd name="T23" fmla="*/ 4 h 13"/>
                <a:gd name="T24" fmla="*/ 4 w 72"/>
                <a:gd name="T25" fmla="*/ 4 h 13"/>
                <a:gd name="T26" fmla="*/ 4 w 72"/>
                <a:gd name="T27" fmla="*/ 4 h 13"/>
                <a:gd name="T28" fmla="*/ 5 w 72"/>
                <a:gd name="T29" fmla="*/ 7 h 13"/>
                <a:gd name="T30" fmla="*/ 5 w 72"/>
                <a:gd name="T31" fmla="*/ 7 h 13"/>
                <a:gd name="T32" fmla="*/ 5 w 72"/>
                <a:gd name="T33" fmla="*/ 7 h 13"/>
                <a:gd name="T34" fmla="*/ 5 w 72"/>
                <a:gd name="T35" fmla="*/ 7 h 13"/>
                <a:gd name="T36" fmla="*/ 5 w 72"/>
                <a:gd name="T37" fmla="*/ 7 h 13"/>
                <a:gd name="T38" fmla="*/ 5 w 72"/>
                <a:gd name="T39" fmla="*/ 7 h 13"/>
                <a:gd name="T40" fmla="*/ 5 w 72"/>
                <a:gd name="T41" fmla="*/ 7 h 13"/>
                <a:gd name="T42" fmla="*/ 5 w 72"/>
                <a:gd name="T43" fmla="*/ 8 h 13"/>
                <a:gd name="T44" fmla="*/ 5 w 72"/>
                <a:gd name="T45" fmla="*/ 8 h 13"/>
                <a:gd name="T46" fmla="*/ 5 w 72"/>
                <a:gd name="T47" fmla="*/ 8 h 13"/>
                <a:gd name="T48" fmla="*/ 5 w 72"/>
                <a:gd name="T49" fmla="*/ 8 h 13"/>
                <a:gd name="T50" fmla="*/ 5 w 72"/>
                <a:gd name="T51" fmla="*/ 8 h 13"/>
                <a:gd name="T52" fmla="*/ 5 w 72"/>
                <a:gd name="T53" fmla="*/ 8 h 13"/>
                <a:gd name="T54" fmla="*/ 5 w 72"/>
                <a:gd name="T55" fmla="*/ 8 h 13"/>
                <a:gd name="T56" fmla="*/ 5 w 72"/>
                <a:gd name="T57" fmla="*/ 8 h 13"/>
                <a:gd name="T58" fmla="*/ 5 w 72"/>
                <a:gd name="T59" fmla="*/ 8 h 13"/>
                <a:gd name="T60" fmla="*/ 5 w 72"/>
                <a:gd name="T61" fmla="*/ 8 h 13"/>
                <a:gd name="T62" fmla="*/ 5 w 72"/>
                <a:gd name="T63" fmla="*/ 8 h 13"/>
                <a:gd name="T64" fmla="*/ 5 w 72"/>
                <a:gd name="T65" fmla="*/ 8 h 13"/>
                <a:gd name="T66" fmla="*/ 5 w 72"/>
                <a:gd name="T67" fmla="*/ 8 h 13"/>
                <a:gd name="T68" fmla="*/ 4 w 72"/>
                <a:gd name="T69" fmla="*/ 11 h 13"/>
                <a:gd name="T70" fmla="*/ 4 w 72"/>
                <a:gd name="T71" fmla="*/ 11 h 13"/>
                <a:gd name="T72" fmla="*/ 4 w 72"/>
                <a:gd name="T73" fmla="*/ 11 h 13"/>
                <a:gd name="T74" fmla="*/ 3 w 72"/>
                <a:gd name="T75" fmla="*/ 13 h 13"/>
                <a:gd name="T76" fmla="*/ 72 w 72"/>
                <a:gd name="T77" fmla="*/ 10 h 13"/>
                <a:gd name="T78" fmla="*/ 72 w 72"/>
                <a:gd name="T79" fmla="*/ 0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72" h="13">
                  <a:moveTo>
                    <a:pt x="1" y="13"/>
                  </a:moveTo>
                  <a:cubicBezTo>
                    <a:pt x="1" y="13"/>
                    <a:pt x="1" y="13"/>
                    <a:pt x="0" y="13"/>
                  </a:cubicBezTo>
                  <a:cubicBezTo>
                    <a:pt x="0" y="13"/>
                    <a:pt x="0" y="13"/>
                    <a:pt x="0" y="13"/>
                  </a:cubicBezTo>
                  <a:cubicBezTo>
                    <a:pt x="1" y="13"/>
                    <a:pt x="1" y="13"/>
                    <a:pt x="1" y="13"/>
                  </a:cubicBezTo>
                  <a:moveTo>
                    <a:pt x="1" y="13"/>
                  </a:moveTo>
                  <a:cubicBezTo>
                    <a:pt x="1" y="13"/>
                    <a:pt x="1" y="13"/>
                    <a:pt x="1" y="13"/>
                  </a:cubicBezTo>
                  <a:cubicBezTo>
                    <a:pt x="1" y="13"/>
                    <a:pt x="1" y="13"/>
                    <a:pt x="1" y="13"/>
                  </a:cubicBezTo>
                  <a:moveTo>
                    <a:pt x="72" y="0"/>
                  </a:moveTo>
                  <a:cubicBezTo>
                    <a:pt x="3" y="3"/>
                    <a:pt x="3" y="3"/>
                    <a:pt x="3" y="3"/>
                  </a:cubicBezTo>
                  <a:cubicBezTo>
                    <a:pt x="3" y="3"/>
                    <a:pt x="4" y="4"/>
                    <a:pt x="4" y="4"/>
                  </a:cubicBezTo>
                  <a:cubicBezTo>
                    <a:pt x="4" y="4"/>
                    <a:pt x="4" y="4"/>
                    <a:pt x="4" y="4"/>
                  </a:cubicBezTo>
                  <a:cubicBezTo>
                    <a:pt x="4" y="4"/>
                    <a:pt x="4" y="4"/>
                    <a:pt x="4" y="4"/>
                  </a:cubicBezTo>
                  <a:cubicBezTo>
                    <a:pt x="4" y="4"/>
                    <a:pt x="4" y="4"/>
                    <a:pt x="4" y="4"/>
                  </a:cubicBezTo>
                  <a:cubicBezTo>
                    <a:pt x="4" y="4"/>
                    <a:pt x="4" y="4"/>
                    <a:pt x="4" y="4"/>
                  </a:cubicBezTo>
                  <a:cubicBezTo>
                    <a:pt x="5" y="5"/>
                    <a:pt x="5" y="6"/>
                    <a:pt x="5" y="7"/>
                  </a:cubicBezTo>
                  <a:cubicBezTo>
                    <a:pt x="5" y="7"/>
                    <a:pt x="5" y="7"/>
                    <a:pt x="5" y="7"/>
                  </a:cubicBezTo>
                  <a:cubicBezTo>
                    <a:pt x="5" y="7"/>
                    <a:pt x="5" y="7"/>
                    <a:pt x="5" y="7"/>
                  </a:cubicBezTo>
                  <a:cubicBezTo>
                    <a:pt x="5" y="7"/>
                    <a:pt x="5" y="7"/>
                    <a:pt x="5" y="7"/>
                  </a:cubicBezTo>
                  <a:cubicBezTo>
                    <a:pt x="5" y="7"/>
                    <a:pt x="5" y="7"/>
                    <a:pt x="5" y="7"/>
                  </a:cubicBezTo>
                  <a:cubicBezTo>
                    <a:pt x="5" y="7"/>
                    <a:pt x="5" y="7"/>
                    <a:pt x="5" y="7"/>
                  </a:cubicBezTo>
                  <a:cubicBezTo>
                    <a:pt x="5" y="7"/>
                    <a:pt x="5" y="7"/>
                    <a:pt x="5" y="7"/>
                  </a:cubicBezTo>
                  <a:cubicBezTo>
                    <a:pt x="5" y="8"/>
                    <a:pt x="5" y="8"/>
                    <a:pt x="5" y="8"/>
                  </a:cubicBezTo>
                  <a:cubicBezTo>
                    <a:pt x="5" y="8"/>
                    <a:pt x="5" y="8"/>
                    <a:pt x="5" y="8"/>
                  </a:cubicBezTo>
                  <a:cubicBezTo>
                    <a:pt x="5" y="8"/>
                    <a:pt x="5" y="8"/>
                    <a:pt x="5" y="8"/>
                  </a:cubicBezTo>
                  <a:cubicBezTo>
                    <a:pt x="5" y="8"/>
                    <a:pt x="5" y="8"/>
                    <a:pt x="5" y="8"/>
                  </a:cubicBezTo>
                  <a:cubicBezTo>
                    <a:pt x="5" y="8"/>
                    <a:pt x="5" y="8"/>
                    <a:pt x="5" y="8"/>
                  </a:cubicBezTo>
                  <a:cubicBezTo>
                    <a:pt x="5" y="8"/>
                    <a:pt x="5" y="8"/>
                    <a:pt x="5" y="8"/>
                  </a:cubicBezTo>
                  <a:cubicBezTo>
                    <a:pt x="5" y="8"/>
                    <a:pt x="5" y="8"/>
                    <a:pt x="5" y="8"/>
                  </a:cubicBezTo>
                  <a:cubicBezTo>
                    <a:pt x="5" y="8"/>
                    <a:pt x="5" y="8"/>
                    <a:pt x="5" y="8"/>
                  </a:cubicBezTo>
                  <a:cubicBezTo>
                    <a:pt x="5" y="8"/>
                    <a:pt x="5" y="8"/>
                    <a:pt x="5" y="8"/>
                  </a:cubicBezTo>
                  <a:cubicBezTo>
                    <a:pt x="5" y="8"/>
                    <a:pt x="5" y="8"/>
                    <a:pt x="5" y="8"/>
                  </a:cubicBezTo>
                  <a:cubicBezTo>
                    <a:pt x="5" y="8"/>
                    <a:pt x="5" y="8"/>
                    <a:pt x="5" y="8"/>
                  </a:cubicBezTo>
                  <a:cubicBezTo>
                    <a:pt x="5" y="8"/>
                    <a:pt x="5" y="8"/>
                    <a:pt x="5" y="8"/>
                  </a:cubicBezTo>
                  <a:cubicBezTo>
                    <a:pt x="5" y="8"/>
                    <a:pt x="5" y="8"/>
                    <a:pt x="5" y="8"/>
                  </a:cubicBezTo>
                  <a:cubicBezTo>
                    <a:pt x="5" y="9"/>
                    <a:pt x="5" y="10"/>
                    <a:pt x="4" y="11"/>
                  </a:cubicBezTo>
                  <a:cubicBezTo>
                    <a:pt x="4" y="11"/>
                    <a:pt x="4" y="11"/>
                    <a:pt x="4" y="11"/>
                  </a:cubicBezTo>
                  <a:cubicBezTo>
                    <a:pt x="4" y="11"/>
                    <a:pt x="4" y="11"/>
                    <a:pt x="4" y="11"/>
                  </a:cubicBezTo>
                  <a:cubicBezTo>
                    <a:pt x="4" y="12"/>
                    <a:pt x="3" y="12"/>
                    <a:pt x="3" y="13"/>
                  </a:cubicBezTo>
                  <a:cubicBezTo>
                    <a:pt x="72" y="10"/>
                    <a:pt x="72" y="10"/>
                    <a:pt x="72" y="10"/>
                  </a:cubicBezTo>
                  <a:cubicBezTo>
                    <a:pt x="72" y="0"/>
                    <a:pt x="72" y="0"/>
                    <a:pt x="72" y="0"/>
                  </a:cubicBezTo>
                </a:path>
              </a:pathLst>
            </a:custGeom>
            <a:solidFill>
              <a:srgbClr val="D3D3D3"/>
            </a:solidFill>
            <a:ln>
              <a:noFill/>
            </a:ln>
          </p:spPr>
          <p:txBody>
            <a:bodyPr anchor="t" anchorCtr="0" bIns="45720" compatLnSpc="1" lIns="91440" numCol="1" rIns="91440" tIns="45720" vert="horz" wrap="square"/>
            <a:p>
              <a:pPr algn="l" defTabSz="914400" eaLnBrk="1" fontAlgn="auto" hangingPunct="1" indent="0" latinLnBrk="0" lvl="0" marL="0" marR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baseline="0" b="0" cap="none" sz="1800" i="0" kern="1200" kumimoji="0" lang="id-ID" noProof="0" normalizeH="0" spc="0" strike="noStrike" u="none">
                <a:ln>
                  <a:noFill/>
                </a:ln>
                <a:solidFill>
                  <a:srgbClr val="2A2A2A"/>
                </a:solidFill>
                <a:effectLst/>
                <a:uLnTx/>
                <a:uFillTx/>
                <a:latin typeface="Calibri" panose="020F0502020204030204" charset="0"/>
                <a:ea typeface="Calibri" panose="020F0502020204030204" charset="0"/>
                <a:cs typeface="Calibri" panose="020F0502020204030204" charset="0"/>
              </a:endParaRPr>
            </a:p>
          </p:txBody>
        </p:sp>
        <p:sp>
          <p:nvSpPr>
            <p:cNvPr id="1048726" name="Freeform 38"/>
            <p:cNvSpPr>
              <a:spLocks noEditPoints="1"/>
            </p:cNvSpPr>
            <p:nvPr/>
          </p:nvSpPr>
          <p:spPr bwMode="auto">
            <a:xfrm>
              <a:off x="1653071" y="4366954"/>
              <a:ext cx="34925" cy="4762"/>
            </a:xfrm>
            <a:custGeom>
              <a:avLst/>
              <a:gdLst>
                <a:gd name="T0" fmla="*/ 5 w 6"/>
                <a:gd name="T1" fmla="*/ 1 h 1"/>
                <a:gd name="T2" fmla="*/ 5 w 6"/>
                <a:gd name="T3" fmla="*/ 1 h 1"/>
                <a:gd name="T4" fmla="*/ 6 w 6"/>
                <a:gd name="T5" fmla="*/ 1 h 1"/>
                <a:gd name="T6" fmla="*/ 6 w 6"/>
                <a:gd name="T7" fmla="*/ 1 h 1"/>
                <a:gd name="T8" fmla="*/ 6 w 6"/>
                <a:gd name="T9" fmla="*/ 1 h 1"/>
                <a:gd name="T10" fmla="*/ 5 w 6"/>
                <a:gd name="T11" fmla="*/ 1 h 1"/>
                <a:gd name="T12" fmla="*/ 2 w 6"/>
                <a:gd name="T13" fmla="*/ 0 h 1"/>
                <a:gd name="T14" fmla="*/ 2 w 6"/>
                <a:gd name="T15" fmla="*/ 0 h 1"/>
                <a:gd name="T16" fmla="*/ 2 w 6"/>
                <a:gd name="T17" fmla="*/ 0 h 1"/>
                <a:gd name="T18" fmla="*/ 2 w 6"/>
                <a:gd name="T19" fmla="*/ 0 h 1"/>
                <a:gd name="T20" fmla="*/ 2 w 6"/>
                <a:gd name="T21" fmla="*/ 0 h 1"/>
                <a:gd name="T22" fmla="*/ 1 w 6"/>
                <a:gd name="T23" fmla="*/ 0 h 1"/>
                <a:gd name="T24" fmla="*/ 2 w 6"/>
                <a:gd name="T25" fmla="*/ 0 h 1"/>
                <a:gd name="T26" fmla="*/ 1 w 6"/>
                <a:gd name="T27" fmla="*/ 0 h 1"/>
                <a:gd name="T28" fmla="*/ 1 w 6"/>
                <a:gd name="T29" fmla="*/ 0 h 1"/>
                <a:gd name="T30" fmla="*/ 1 w 6"/>
                <a:gd name="T31" fmla="*/ 0 h 1"/>
                <a:gd name="T32" fmla="*/ 1 w 6"/>
                <a:gd name="T33" fmla="*/ 0 h 1"/>
                <a:gd name="T34" fmla="*/ 3 w 6"/>
                <a:gd name="T35" fmla="*/ 0 h 1"/>
                <a:gd name="T36" fmla="*/ 2 w 6"/>
                <a:gd name="T37" fmla="*/ 0 h 1"/>
                <a:gd name="T38" fmla="*/ 2 w 6"/>
                <a:gd name="T39" fmla="*/ 0 h 1"/>
                <a:gd name="T40" fmla="*/ 3 w 6"/>
                <a:gd name="T41" fmla="*/ 0 h 1"/>
                <a:gd name="T42" fmla="*/ 3 w 6"/>
                <a:gd name="T43" fmla="*/ 0 h 1"/>
                <a:gd name="T44" fmla="*/ 3 w 6"/>
                <a:gd name="T45" fmla="*/ 0 h 1"/>
                <a:gd name="T46" fmla="*/ 3 w 6"/>
                <a:gd name="T47" fmla="*/ 0 h 1"/>
                <a:gd name="T48" fmla="*/ 3 w 6"/>
                <a:gd name="T49" fmla="*/ 0 h 1"/>
                <a:gd name="T50" fmla="*/ 4 w 6"/>
                <a:gd name="T51" fmla="*/ 0 h 1"/>
                <a:gd name="T52" fmla="*/ 4 w 6"/>
                <a:gd name="T53" fmla="*/ 0 h 1"/>
                <a:gd name="T54" fmla="*/ 4 w 6"/>
                <a:gd name="T55" fmla="*/ 0 h 1"/>
                <a:gd name="T56" fmla="*/ 5 w 6"/>
                <a:gd name="T57" fmla="*/ 0 h 1"/>
                <a:gd name="T58" fmla="*/ 5 w 6"/>
                <a:gd name="T59" fmla="*/ 1 h 1"/>
                <a:gd name="T60" fmla="*/ 5 w 6"/>
                <a:gd name="T61" fmla="*/ 1 h 1"/>
                <a:gd name="T62" fmla="*/ 3 w 6"/>
                <a:gd name="T63" fmla="*/ 0 h 1"/>
                <a:gd name="T64" fmla="*/ 1 w 6"/>
                <a:gd name="T65" fmla="*/ 0 h 1"/>
                <a:gd name="T66" fmla="*/ 1 w 6"/>
                <a:gd name="T67" fmla="*/ 0 h 1"/>
                <a:gd name="T68" fmla="*/ 1 w 6"/>
                <a:gd name="T69" fmla="*/ 0 h 1"/>
                <a:gd name="T70" fmla="*/ 1 w 6"/>
                <a:gd name="T71" fmla="*/ 0 h 1"/>
                <a:gd name="T72" fmla="*/ 1 w 6"/>
                <a:gd name="T73" fmla="*/ 0 h 1"/>
                <a:gd name="T74" fmla="*/ 1 w 6"/>
                <a:gd name="T75" fmla="*/ 0 h 1"/>
                <a:gd name="T76" fmla="*/ 1 w 6"/>
                <a:gd name="T77" fmla="*/ 0 h 1"/>
                <a:gd name="T78" fmla="*/ 1 w 6"/>
                <a:gd name="T79" fmla="*/ 0 h 1"/>
                <a:gd name="T80" fmla="*/ 1 w 6"/>
                <a:gd name="T81" fmla="*/ 0 h 1"/>
                <a:gd name="T82" fmla="*/ 1 w 6"/>
                <a:gd name="T83" fmla="*/ 0 h 1"/>
                <a:gd name="T84" fmla="*/ 1 w 6"/>
                <a:gd name="T85" fmla="*/ 0 h 1"/>
                <a:gd name="T86" fmla="*/ 1 w 6"/>
                <a:gd name="T87" fmla="*/ 0 h 1"/>
                <a:gd name="T88" fmla="*/ 0 w 6"/>
                <a:gd name="T89" fmla="*/ 0 h 1"/>
                <a:gd name="T90" fmla="*/ 0 w 6"/>
                <a:gd name="T91" fmla="*/ 0 h 1"/>
                <a:gd name="T92" fmla="*/ 0 w 6"/>
                <a:gd name="T93" fmla="*/ 0 h 1"/>
                <a:gd name="T94" fmla="*/ 0 w 6"/>
                <a:gd name="T95" fmla="*/ 0 h 1"/>
                <a:gd name="T96" fmla="*/ 0 w 6"/>
                <a:gd name="T97" fmla="*/ 0 h 1"/>
                <a:gd name="T98" fmla="*/ 0 w 6"/>
                <a:gd name="T9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6" h="1">
                  <a:moveTo>
                    <a:pt x="5" y="1"/>
                  </a:moveTo>
                  <a:cubicBezTo>
                    <a:pt x="5" y="1"/>
                    <a:pt x="5" y="1"/>
                    <a:pt x="5" y="1"/>
                  </a:cubicBezTo>
                  <a:cubicBezTo>
                    <a:pt x="6" y="1"/>
                    <a:pt x="6" y="1"/>
                    <a:pt x="6" y="1"/>
                  </a:cubicBezTo>
                  <a:cubicBezTo>
                    <a:pt x="6" y="1"/>
                    <a:pt x="6" y="1"/>
                    <a:pt x="6" y="1"/>
                  </a:cubicBezTo>
                  <a:cubicBezTo>
                    <a:pt x="6" y="1"/>
                    <a:pt x="6" y="1"/>
                    <a:pt x="6" y="1"/>
                  </a:cubicBezTo>
                  <a:cubicBezTo>
                    <a:pt x="6" y="1"/>
                    <a:pt x="5" y="1"/>
                    <a:pt x="5" y="1"/>
                  </a:cubicBezTo>
                  <a:moveTo>
                    <a:pt x="2" y="0"/>
                  </a:moveTo>
                  <a:cubicBezTo>
                    <a:pt x="2" y="0"/>
                    <a:pt x="2" y="0"/>
                    <a:pt x="2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2" y="0"/>
                    <a:pt x="2" y="0"/>
                    <a:pt x="2" y="0"/>
                  </a:cubicBezTo>
                  <a:moveTo>
                    <a:pt x="1" y="0"/>
                  </a:moveTo>
                  <a:cubicBezTo>
                    <a:pt x="1" y="0"/>
                    <a:pt x="1" y="0"/>
                    <a:pt x="2" y="0"/>
                  </a:cubicBezTo>
                  <a:cubicBezTo>
                    <a:pt x="1" y="0"/>
                    <a:pt x="1" y="0"/>
                    <a:pt x="1" y="0"/>
                  </a:cubicBezTo>
                  <a:moveTo>
                    <a:pt x="1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moveTo>
                    <a:pt x="3" y="0"/>
                  </a:moveTo>
                  <a:cubicBezTo>
                    <a:pt x="2" y="0"/>
                    <a:pt x="2" y="0"/>
                    <a:pt x="2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3" y="0"/>
                    <a:pt x="3" y="0"/>
                    <a:pt x="3" y="0"/>
                  </a:cubicBezTo>
                  <a:moveTo>
                    <a:pt x="3" y="0"/>
                  </a:moveTo>
                  <a:cubicBezTo>
                    <a:pt x="3" y="0"/>
                    <a:pt x="3" y="0"/>
                    <a:pt x="3" y="0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5" y="1"/>
                    <a:pt x="5" y="1"/>
                    <a:pt x="5" y="1"/>
                  </a:cubicBezTo>
                  <a:cubicBezTo>
                    <a:pt x="5" y="1"/>
                    <a:pt x="5" y="1"/>
                    <a:pt x="5" y="1"/>
                  </a:cubicBezTo>
                  <a:cubicBezTo>
                    <a:pt x="4" y="0"/>
                    <a:pt x="4" y="0"/>
                    <a:pt x="3" y="0"/>
                  </a:cubicBezTo>
                  <a:moveTo>
                    <a:pt x="1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moveTo>
                    <a:pt x="1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moveTo>
                    <a:pt x="1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moveTo>
                    <a:pt x="1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</a:path>
              </a:pathLst>
            </a:custGeom>
            <a:solidFill>
              <a:srgbClr val="EAEAEB"/>
            </a:solidFill>
            <a:ln>
              <a:noFill/>
            </a:ln>
          </p:spPr>
          <p:txBody>
            <a:bodyPr anchor="t" anchorCtr="0" bIns="45720" compatLnSpc="1" lIns="91440" numCol="1" rIns="91440" tIns="45720" vert="horz" wrap="square"/>
            <a:p>
              <a:pPr algn="l" defTabSz="914400" eaLnBrk="1" fontAlgn="auto" hangingPunct="1" indent="0" latinLnBrk="0" lvl="0" marL="0" marR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baseline="0" b="0" cap="none" sz="1800" i="0" kern="1200" kumimoji="0" lang="id-ID" noProof="0" normalizeH="0" spc="0" strike="noStrike" u="none">
                <a:ln>
                  <a:noFill/>
                </a:ln>
                <a:solidFill>
                  <a:srgbClr val="2A2A2A"/>
                </a:solidFill>
                <a:effectLst/>
                <a:uLnTx/>
                <a:uFillTx/>
                <a:latin typeface="Calibri" panose="020F0502020204030204" charset="0"/>
                <a:ea typeface="Calibri" panose="020F0502020204030204" charset="0"/>
                <a:cs typeface="Calibri" panose="020F0502020204030204" charset="0"/>
              </a:endParaRPr>
            </a:p>
          </p:txBody>
        </p:sp>
        <p:sp>
          <p:nvSpPr>
            <p:cNvPr id="1048727" name="Freeform 39"/>
            <p:cNvSpPr/>
            <p:nvPr/>
          </p:nvSpPr>
          <p:spPr bwMode="auto">
            <a:xfrm>
              <a:off x="1630846" y="4049454"/>
              <a:ext cx="446088" cy="141287"/>
            </a:xfrm>
            <a:custGeom>
              <a:avLst/>
              <a:gdLst>
                <a:gd name="T0" fmla="*/ 79 w 79"/>
                <a:gd name="T1" fmla="*/ 0 h 25"/>
                <a:gd name="T2" fmla="*/ 12 w 79"/>
                <a:gd name="T3" fmla="*/ 3 h 25"/>
                <a:gd name="T4" fmla="*/ 11 w 79"/>
                <a:gd name="T5" fmla="*/ 3 h 25"/>
                <a:gd name="T6" fmla="*/ 11 w 79"/>
                <a:gd name="T7" fmla="*/ 3 h 25"/>
                <a:gd name="T8" fmla="*/ 11 w 79"/>
                <a:gd name="T9" fmla="*/ 3 h 25"/>
                <a:gd name="T10" fmla="*/ 11 w 79"/>
                <a:gd name="T11" fmla="*/ 3 h 25"/>
                <a:gd name="T12" fmla="*/ 11 w 79"/>
                <a:gd name="T13" fmla="*/ 3 h 25"/>
                <a:gd name="T14" fmla="*/ 11 w 79"/>
                <a:gd name="T15" fmla="*/ 3 h 25"/>
                <a:gd name="T16" fmla="*/ 11 w 79"/>
                <a:gd name="T17" fmla="*/ 3 h 25"/>
                <a:gd name="T18" fmla="*/ 11 w 79"/>
                <a:gd name="T19" fmla="*/ 3 h 25"/>
                <a:gd name="T20" fmla="*/ 11 w 79"/>
                <a:gd name="T21" fmla="*/ 3 h 25"/>
                <a:gd name="T22" fmla="*/ 10 w 79"/>
                <a:gd name="T23" fmla="*/ 3 h 25"/>
                <a:gd name="T24" fmla="*/ 10 w 79"/>
                <a:gd name="T25" fmla="*/ 3 h 25"/>
                <a:gd name="T26" fmla="*/ 10 w 79"/>
                <a:gd name="T27" fmla="*/ 4 h 25"/>
                <a:gd name="T28" fmla="*/ 10 w 79"/>
                <a:gd name="T29" fmla="*/ 4 h 25"/>
                <a:gd name="T30" fmla="*/ 9 w 79"/>
                <a:gd name="T31" fmla="*/ 4 h 25"/>
                <a:gd name="T32" fmla="*/ 6 w 79"/>
                <a:gd name="T33" fmla="*/ 4 h 25"/>
                <a:gd name="T34" fmla="*/ 6 w 79"/>
                <a:gd name="T35" fmla="*/ 4 h 25"/>
                <a:gd name="T36" fmla="*/ 6 w 79"/>
                <a:gd name="T37" fmla="*/ 4 h 25"/>
                <a:gd name="T38" fmla="*/ 5 w 79"/>
                <a:gd name="T39" fmla="*/ 4 h 25"/>
                <a:gd name="T40" fmla="*/ 5 w 79"/>
                <a:gd name="T41" fmla="*/ 4 h 25"/>
                <a:gd name="T42" fmla="*/ 5 w 79"/>
                <a:gd name="T43" fmla="*/ 4 h 25"/>
                <a:gd name="T44" fmla="*/ 5 w 79"/>
                <a:gd name="T45" fmla="*/ 4 h 25"/>
                <a:gd name="T46" fmla="*/ 5 w 79"/>
                <a:gd name="T47" fmla="*/ 4 h 25"/>
                <a:gd name="T48" fmla="*/ 1 w 79"/>
                <a:gd name="T49" fmla="*/ 6 h 25"/>
                <a:gd name="T50" fmla="*/ 1 w 79"/>
                <a:gd name="T51" fmla="*/ 6 h 25"/>
                <a:gd name="T52" fmla="*/ 1 w 79"/>
                <a:gd name="T53" fmla="*/ 7 h 25"/>
                <a:gd name="T54" fmla="*/ 0 w 79"/>
                <a:gd name="T55" fmla="*/ 8 h 25"/>
                <a:gd name="T56" fmla="*/ 0 w 79"/>
                <a:gd name="T57" fmla="*/ 8 h 25"/>
                <a:gd name="T58" fmla="*/ 0 w 79"/>
                <a:gd name="T59" fmla="*/ 11 h 25"/>
                <a:gd name="T60" fmla="*/ 0 w 79"/>
                <a:gd name="T61" fmla="*/ 11 h 25"/>
                <a:gd name="T62" fmla="*/ 0 w 79"/>
                <a:gd name="T63" fmla="*/ 18 h 25"/>
                <a:gd name="T64" fmla="*/ 0 w 79"/>
                <a:gd name="T65" fmla="*/ 19 h 25"/>
                <a:gd name="T66" fmla="*/ 1 w 79"/>
                <a:gd name="T67" fmla="*/ 22 h 25"/>
                <a:gd name="T68" fmla="*/ 5 w 79"/>
                <a:gd name="T69" fmla="*/ 24 h 25"/>
                <a:gd name="T70" fmla="*/ 5 w 79"/>
                <a:gd name="T71" fmla="*/ 24 h 25"/>
                <a:gd name="T72" fmla="*/ 6 w 79"/>
                <a:gd name="T73" fmla="*/ 24 h 25"/>
                <a:gd name="T74" fmla="*/ 6 w 79"/>
                <a:gd name="T75" fmla="*/ 24 h 25"/>
                <a:gd name="T76" fmla="*/ 6 w 79"/>
                <a:gd name="T77" fmla="*/ 24 h 25"/>
                <a:gd name="T78" fmla="*/ 6 w 79"/>
                <a:gd name="T79" fmla="*/ 24 h 25"/>
                <a:gd name="T80" fmla="*/ 6 w 79"/>
                <a:gd name="T81" fmla="*/ 24 h 25"/>
                <a:gd name="T82" fmla="*/ 6 w 79"/>
                <a:gd name="T83" fmla="*/ 24 h 25"/>
                <a:gd name="T84" fmla="*/ 6 w 79"/>
                <a:gd name="T85" fmla="*/ 24 h 25"/>
                <a:gd name="T86" fmla="*/ 7 w 79"/>
                <a:gd name="T87" fmla="*/ 24 h 25"/>
                <a:gd name="T88" fmla="*/ 7 w 79"/>
                <a:gd name="T89" fmla="*/ 24 h 25"/>
                <a:gd name="T90" fmla="*/ 7 w 79"/>
                <a:gd name="T91" fmla="*/ 24 h 25"/>
                <a:gd name="T92" fmla="*/ 7 w 79"/>
                <a:gd name="T93" fmla="*/ 24 h 25"/>
                <a:gd name="T94" fmla="*/ 7 w 79"/>
                <a:gd name="T95" fmla="*/ 24 h 25"/>
                <a:gd name="T96" fmla="*/ 7 w 79"/>
                <a:gd name="T97" fmla="*/ 24 h 25"/>
                <a:gd name="T98" fmla="*/ 7 w 79"/>
                <a:gd name="T99" fmla="*/ 24 h 25"/>
                <a:gd name="T100" fmla="*/ 8 w 79"/>
                <a:gd name="T101" fmla="*/ 24 h 25"/>
                <a:gd name="T102" fmla="*/ 8 w 79"/>
                <a:gd name="T103" fmla="*/ 24 h 25"/>
                <a:gd name="T104" fmla="*/ 8 w 79"/>
                <a:gd name="T105" fmla="*/ 24 h 25"/>
                <a:gd name="T106" fmla="*/ 9 w 79"/>
                <a:gd name="T107" fmla="*/ 25 h 25"/>
                <a:gd name="T108" fmla="*/ 9 w 79"/>
                <a:gd name="T109" fmla="*/ 25 h 25"/>
                <a:gd name="T110" fmla="*/ 9 w 79"/>
                <a:gd name="T111" fmla="*/ 25 h 25"/>
                <a:gd name="T112" fmla="*/ 10 w 79"/>
                <a:gd name="T113" fmla="*/ 25 h 25"/>
                <a:gd name="T114" fmla="*/ 10 w 79"/>
                <a:gd name="T115" fmla="*/ 25 h 25"/>
                <a:gd name="T116" fmla="*/ 10 w 79"/>
                <a:gd name="T117" fmla="*/ 25 h 25"/>
                <a:gd name="T118" fmla="*/ 10 w 79"/>
                <a:gd name="T119" fmla="*/ 25 h 25"/>
                <a:gd name="T120" fmla="*/ 79 w 79"/>
                <a:gd name="T121" fmla="*/ 22 h 25"/>
                <a:gd name="T122" fmla="*/ 79 w 79"/>
                <a:gd name="T123" fmla="*/ 0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79" h="25">
                  <a:moveTo>
                    <a:pt x="79" y="0"/>
                  </a:moveTo>
                  <a:cubicBezTo>
                    <a:pt x="12" y="3"/>
                    <a:pt x="12" y="3"/>
                    <a:pt x="12" y="3"/>
                  </a:cubicBezTo>
                  <a:cubicBezTo>
                    <a:pt x="12" y="3"/>
                    <a:pt x="12" y="3"/>
                    <a:pt x="11" y="3"/>
                  </a:cubicBezTo>
                  <a:cubicBezTo>
                    <a:pt x="11" y="3"/>
                    <a:pt x="11" y="3"/>
                    <a:pt x="11" y="3"/>
                  </a:cubicBezTo>
                  <a:cubicBezTo>
                    <a:pt x="11" y="3"/>
                    <a:pt x="11" y="3"/>
                    <a:pt x="11" y="3"/>
                  </a:cubicBezTo>
                  <a:cubicBezTo>
                    <a:pt x="11" y="3"/>
                    <a:pt x="11" y="3"/>
                    <a:pt x="11" y="3"/>
                  </a:cubicBezTo>
                  <a:cubicBezTo>
                    <a:pt x="11" y="3"/>
                    <a:pt x="11" y="3"/>
                    <a:pt x="11" y="3"/>
                  </a:cubicBezTo>
                  <a:cubicBezTo>
                    <a:pt x="11" y="3"/>
                    <a:pt x="11" y="3"/>
                    <a:pt x="11" y="3"/>
                  </a:cubicBezTo>
                  <a:cubicBezTo>
                    <a:pt x="11" y="3"/>
                    <a:pt x="11" y="3"/>
                    <a:pt x="11" y="3"/>
                  </a:cubicBezTo>
                  <a:cubicBezTo>
                    <a:pt x="11" y="3"/>
                    <a:pt x="11" y="3"/>
                    <a:pt x="11" y="3"/>
                  </a:cubicBezTo>
                  <a:cubicBezTo>
                    <a:pt x="11" y="3"/>
                    <a:pt x="11" y="3"/>
                    <a:pt x="11" y="3"/>
                  </a:cubicBezTo>
                  <a:cubicBezTo>
                    <a:pt x="11" y="3"/>
                    <a:pt x="10" y="3"/>
                    <a:pt x="10" y="3"/>
                  </a:cubicBezTo>
                  <a:cubicBezTo>
                    <a:pt x="10" y="3"/>
                    <a:pt x="10" y="3"/>
                    <a:pt x="10" y="3"/>
                  </a:cubicBezTo>
                  <a:cubicBezTo>
                    <a:pt x="10" y="4"/>
                    <a:pt x="10" y="4"/>
                    <a:pt x="10" y="4"/>
                  </a:cubicBezTo>
                  <a:cubicBezTo>
                    <a:pt x="10" y="4"/>
                    <a:pt x="10" y="4"/>
                    <a:pt x="10" y="4"/>
                  </a:cubicBezTo>
                  <a:cubicBezTo>
                    <a:pt x="10" y="4"/>
                    <a:pt x="10" y="4"/>
                    <a:pt x="9" y="4"/>
                  </a:cubicBezTo>
                  <a:cubicBezTo>
                    <a:pt x="6" y="4"/>
                    <a:pt x="6" y="4"/>
                    <a:pt x="6" y="4"/>
                  </a:cubicBezTo>
                  <a:cubicBezTo>
                    <a:pt x="6" y="4"/>
                    <a:pt x="6" y="4"/>
                    <a:pt x="6" y="4"/>
                  </a:cubicBezTo>
                  <a:cubicBezTo>
                    <a:pt x="6" y="4"/>
                    <a:pt x="6" y="4"/>
                    <a:pt x="6" y="4"/>
                  </a:cubicBezTo>
                  <a:cubicBezTo>
                    <a:pt x="6" y="4"/>
                    <a:pt x="5" y="4"/>
                    <a:pt x="5" y="4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4" y="4"/>
                    <a:pt x="2" y="5"/>
                    <a:pt x="1" y="6"/>
                  </a:cubicBezTo>
                  <a:cubicBezTo>
                    <a:pt x="1" y="6"/>
                    <a:pt x="1" y="6"/>
                    <a:pt x="1" y="6"/>
                  </a:cubicBezTo>
                  <a:cubicBezTo>
                    <a:pt x="1" y="7"/>
                    <a:pt x="1" y="7"/>
                    <a:pt x="1" y="7"/>
                  </a:cubicBezTo>
                  <a:cubicBezTo>
                    <a:pt x="1" y="7"/>
                    <a:pt x="0" y="7"/>
                    <a:pt x="0" y="8"/>
                  </a:cubicBezTo>
                  <a:cubicBezTo>
                    <a:pt x="0" y="8"/>
                    <a:pt x="0" y="8"/>
                    <a:pt x="0" y="8"/>
                  </a:cubicBezTo>
                  <a:cubicBezTo>
                    <a:pt x="0" y="9"/>
                    <a:pt x="0" y="10"/>
                    <a:pt x="0" y="11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0" y="19"/>
                    <a:pt x="0" y="19"/>
                    <a:pt x="0" y="19"/>
                  </a:cubicBezTo>
                  <a:cubicBezTo>
                    <a:pt x="0" y="20"/>
                    <a:pt x="0" y="21"/>
                    <a:pt x="1" y="22"/>
                  </a:cubicBezTo>
                  <a:cubicBezTo>
                    <a:pt x="2" y="23"/>
                    <a:pt x="3" y="24"/>
                    <a:pt x="5" y="24"/>
                  </a:cubicBezTo>
                  <a:cubicBezTo>
                    <a:pt x="5" y="24"/>
                    <a:pt x="5" y="24"/>
                    <a:pt x="5" y="24"/>
                  </a:cubicBezTo>
                  <a:cubicBezTo>
                    <a:pt x="5" y="24"/>
                    <a:pt x="5" y="24"/>
                    <a:pt x="6" y="24"/>
                  </a:cubicBezTo>
                  <a:cubicBezTo>
                    <a:pt x="6" y="24"/>
                    <a:pt x="6" y="24"/>
                    <a:pt x="6" y="24"/>
                  </a:cubicBezTo>
                  <a:cubicBezTo>
                    <a:pt x="6" y="24"/>
                    <a:pt x="6" y="24"/>
                    <a:pt x="6" y="24"/>
                  </a:cubicBezTo>
                  <a:cubicBezTo>
                    <a:pt x="6" y="24"/>
                    <a:pt x="6" y="24"/>
                    <a:pt x="6" y="24"/>
                  </a:cubicBezTo>
                  <a:cubicBezTo>
                    <a:pt x="6" y="24"/>
                    <a:pt x="6" y="24"/>
                    <a:pt x="6" y="24"/>
                  </a:cubicBezTo>
                  <a:cubicBezTo>
                    <a:pt x="6" y="24"/>
                    <a:pt x="6" y="24"/>
                    <a:pt x="6" y="24"/>
                  </a:cubicBezTo>
                  <a:cubicBezTo>
                    <a:pt x="6" y="24"/>
                    <a:pt x="6" y="24"/>
                    <a:pt x="6" y="24"/>
                  </a:cubicBezTo>
                  <a:cubicBezTo>
                    <a:pt x="7" y="24"/>
                    <a:pt x="7" y="24"/>
                    <a:pt x="7" y="24"/>
                  </a:cubicBezTo>
                  <a:cubicBezTo>
                    <a:pt x="7" y="24"/>
                    <a:pt x="7" y="24"/>
                    <a:pt x="7" y="24"/>
                  </a:cubicBezTo>
                  <a:cubicBezTo>
                    <a:pt x="7" y="24"/>
                    <a:pt x="7" y="24"/>
                    <a:pt x="7" y="24"/>
                  </a:cubicBezTo>
                  <a:cubicBezTo>
                    <a:pt x="7" y="24"/>
                    <a:pt x="7" y="24"/>
                    <a:pt x="7" y="24"/>
                  </a:cubicBezTo>
                  <a:cubicBezTo>
                    <a:pt x="7" y="24"/>
                    <a:pt x="7" y="24"/>
                    <a:pt x="7" y="24"/>
                  </a:cubicBezTo>
                  <a:cubicBezTo>
                    <a:pt x="7" y="24"/>
                    <a:pt x="7" y="24"/>
                    <a:pt x="7" y="24"/>
                  </a:cubicBezTo>
                  <a:cubicBezTo>
                    <a:pt x="7" y="24"/>
                    <a:pt x="7" y="24"/>
                    <a:pt x="7" y="24"/>
                  </a:cubicBezTo>
                  <a:cubicBezTo>
                    <a:pt x="8" y="24"/>
                    <a:pt x="8" y="24"/>
                    <a:pt x="8" y="24"/>
                  </a:cubicBezTo>
                  <a:cubicBezTo>
                    <a:pt x="8" y="24"/>
                    <a:pt x="8" y="24"/>
                    <a:pt x="8" y="24"/>
                  </a:cubicBezTo>
                  <a:cubicBezTo>
                    <a:pt x="8" y="24"/>
                    <a:pt x="8" y="24"/>
                    <a:pt x="8" y="24"/>
                  </a:cubicBezTo>
                  <a:cubicBezTo>
                    <a:pt x="8" y="25"/>
                    <a:pt x="9" y="25"/>
                    <a:pt x="9" y="25"/>
                  </a:cubicBezTo>
                  <a:cubicBezTo>
                    <a:pt x="9" y="25"/>
                    <a:pt x="9" y="25"/>
                    <a:pt x="9" y="25"/>
                  </a:cubicBezTo>
                  <a:cubicBezTo>
                    <a:pt x="9" y="25"/>
                    <a:pt x="9" y="25"/>
                    <a:pt x="9" y="25"/>
                  </a:cubicBezTo>
                  <a:cubicBezTo>
                    <a:pt x="9" y="25"/>
                    <a:pt x="9" y="25"/>
                    <a:pt x="10" y="25"/>
                  </a:cubicBezTo>
                  <a:cubicBezTo>
                    <a:pt x="10" y="25"/>
                    <a:pt x="10" y="25"/>
                    <a:pt x="10" y="25"/>
                  </a:cubicBezTo>
                  <a:cubicBezTo>
                    <a:pt x="10" y="25"/>
                    <a:pt x="10" y="25"/>
                    <a:pt x="10" y="25"/>
                  </a:cubicBezTo>
                  <a:cubicBezTo>
                    <a:pt x="10" y="25"/>
                    <a:pt x="10" y="25"/>
                    <a:pt x="10" y="25"/>
                  </a:cubicBezTo>
                  <a:cubicBezTo>
                    <a:pt x="79" y="22"/>
                    <a:pt x="79" y="22"/>
                    <a:pt x="79" y="22"/>
                  </a:cubicBezTo>
                  <a:cubicBezTo>
                    <a:pt x="79" y="0"/>
                    <a:pt x="79" y="0"/>
                    <a:pt x="79" y="0"/>
                  </a:cubicBezTo>
                </a:path>
              </a:pathLst>
            </a:custGeom>
            <a:solidFill>
              <a:srgbClr val="A5A5A6"/>
            </a:solidFill>
            <a:ln>
              <a:noFill/>
            </a:ln>
          </p:spPr>
          <p:txBody>
            <a:bodyPr anchor="t" anchorCtr="0" bIns="45720" compatLnSpc="1" lIns="91440" numCol="1" rIns="91440" tIns="45720" vert="horz" wrap="square"/>
            <a:p>
              <a:pPr algn="l" defTabSz="914400" eaLnBrk="1" fontAlgn="auto" hangingPunct="1" indent="0" latinLnBrk="0" lvl="0" marL="0" marR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baseline="0" b="0" cap="none" sz="1800" i="0" kern="1200" kumimoji="0" lang="id-ID" noProof="0" normalizeH="0" spc="0" strike="noStrike" u="none">
                <a:ln>
                  <a:noFill/>
                </a:ln>
                <a:solidFill>
                  <a:srgbClr val="2A2A2A"/>
                </a:solidFill>
                <a:effectLst/>
                <a:uLnTx/>
                <a:uFillTx/>
                <a:latin typeface="Calibri" panose="020F0502020204030204" charset="0"/>
                <a:ea typeface="Calibri" panose="020F0502020204030204" charset="0"/>
                <a:cs typeface="Calibri" panose="020F0502020204030204" charset="0"/>
              </a:endParaRPr>
            </a:p>
          </p:txBody>
        </p:sp>
        <p:sp>
          <p:nvSpPr>
            <p:cNvPr id="1048728" name="Freeform 40"/>
            <p:cNvSpPr/>
            <p:nvPr/>
          </p:nvSpPr>
          <p:spPr bwMode="auto">
            <a:xfrm>
              <a:off x="1630846" y="4230429"/>
              <a:ext cx="446088" cy="141287"/>
            </a:xfrm>
            <a:custGeom>
              <a:avLst/>
              <a:gdLst>
                <a:gd name="T0" fmla="*/ 10 w 79"/>
                <a:gd name="T1" fmla="*/ 3 h 25"/>
                <a:gd name="T2" fmla="*/ 9 w 79"/>
                <a:gd name="T3" fmla="*/ 3 h 25"/>
                <a:gd name="T4" fmla="*/ 8 w 79"/>
                <a:gd name="T5" fmla="*/ 3 h 25"/>
                <a:gd name="T6" fmla="*/ 8 w 79"/>
                <a:gd name="T7" fmla="*/ 3 h 25"/>
                <a:gd name="T8" fmla="*/ 7 w 79"/>
                <a:gd name="T9" fmla="*/ 4 h 25"/>
                <a:gd name="T10" fmla="*/ 7 w 79"/>
                <a:gd name="T11" fmla="*/ 4 h 25"/>
                <a:gd name="T12" fmla="*/ 7 w 79"/>
                <a:gd name="T13" fmla="*/ 4 h 25"/>
                <a:gd name="T14" fmla="*/ 6 w 79"/>
                <a:gd name="T15" fmla="*/ 4 h 25"/>
                <a:gd name="T16" fmla="*/ 6 w 79"/>
                <a:gd name="T17" fmla="*/ 4 h 25"/>
                <a:gd name="T18" fmla="*/ 6 w 79"/>
                <a:gd name="T19" fmla="*/ 4 h 25"/>
                <a:gd name="T20" fmla="*/ 5 w 79"/>
                <a:gd name="T21" fmla="*/ 4 h 25"/>
                <a:gd name="T22" fmla="*/ 5 w 79"/>
                <a:gd name="T23" fmla="*/ 4 h 25"/>
                <a:gd name="T24" fmla="*/ 5 w 79"/>
                <a:gd name="T25" fmla="*/ 4 h 25"/>
                <a:gd name="T26" fmla="*/ 5 w 79"/>
                <a:gd name="T27" fmla="*/ 4 h 25"/>
                <a:gd name="T28" fmla="*/ 5 w 79"/>
                <a:gd name="T29" fmla="*/ 4 h 25"/>
                <a:gd name="T30" fmla="*/ 5 w 79"/>
                <a:gd name="T31" fmla="*/ 4 h 25"/>
                <a:gd name="T32" fmla="*/ 4 w 79"/>
                <a:gd name="T33" fmla="*/ 4 h 25"/>
                <a:gd name="T34" fmla="*/ 4 w 79"/>
                <a:gd name="T35" fmla="*/ 4 h 25"/>
                <a:gd name="T36" fmla="*/ 4 w 79"/>
                <a:gd name="T37" fmla="*/ 4 h 25"/>
                <a:gd name="T38" fmla="*/ 4 w 79"/>
                <a:gd name="T39" fmla="*/ 4 h 25"/>
                <a:gd name="T40" fmla="*/ 4 w 79"/>
                <a:gd name="T41" fmla="*/ 4 h 25"/>
                <a:gd name="T42" fmla="*/ 4 w 79"/>
                <a:gd name="T43" fmla="*/ 4 h 25"/>
                <a:gd name="T44" fmla="*/ 4 w 79"/>
                <a:gd name="T45" fmla="*/ 4 h 25"/>
                <a:gd name="T46" fmla="*/ 0 w 79"/>
                <a:gd name="T47" fmla="*/ 8 h 25"/>
                <a:gd name="T48" fmla="*/ 0 w 79"/>
                <a:gd name="T49" fmla="*/ 8 h 25"/>
                <a:gd name="T50" fmla="*/ 0 w 79"/>
                <a:gd name="T51" fmla="*/ 8 h 25"/>
                <a:gd name="T52" fmla="*/ 0 w 79"/>
                <a:gd name="T53" fmla="*/ 10 h 25"/>
                <a:gd name="T54" fmla="*/ 0 w 79"/>
                <a:gd name="T55" fmla="*/ 18 h 25"/>
                <a:gd name="T56" fmla="*/ 1 w 79"/>
                <a:gd name="T57" fmla="*/ 21 h 25"/>
                <a:gd name="T58" fmla="*/ 4 w 79"/>
                <a:gd name="T59" fmla="*/ 24 h 25"/>
                <a:gd name="T60" fmla="*/ 4 w 79"/>
                <a:gd name="T61" fmla="*/ 24 h 25"/>
                <a:gd name="T62" fmla="*/ 5 w 79"/>
                <a:gd name="T63" fmla="*/ 24 h 25"/>
                <a:gd name="T64" fmla="*/ 5 w 79"/>
                <a:gd name="T65" fmla="*/ 24 h 25"/>
                <a:gd name="T66" fmla="*/ 5 w 79"/>
                <a:gd name="T67" fmla="*/ 24 h 25"/>
                <a:gd name="T68" fmla="*/ 5 w 79"/>
                <a:gd name="T69" fmla="*/ 24 h 25"/>
                <a:gd name="T70" fmla="*/ 5 w 79"/>
                <a:gd name="T71" fmla="*/ 24 h 25"/>
                <a:gd name="T72" fmla="*/ 6 w 79"/>
                <a:gd name="T73" fmla="*/ 24 h 25"/>
                <a:gd name="T74" fmla="*/ 6 w 79"/>
                <a:gd name="T75" fmla="*/ 24 h 25"/>
                <a:gd name="T76" fmla="*/ 6 w 79"/>
                <a:gd name="T77" fmla="*/ 24 h 25"/>
                <a:gd name="T78" fmla="*/ 7 w 79"/>
                <a:gd name="T79" fmla="*/ 24 h 25"/>
                <a:gd name="T80" fmla="*/ 9 w 79"/>
                <a:gd name="T81" fmla="*/ 25 h 25"/>
                <a:gd name="T82" fmla="*/ 10 w 79"/>
                <a:gd name="T83" fmla="*/ 25 h 25"/>
                <a:gd name="T84" fmla="*/ 10 w 79"/>
                <a:gd name="T85" fmla="*/ 25 h 25"/>
                <a:gd name="T86" fmla="*/ 79 w 79"/>
                <a:gd name="T87" fmla="*/ 22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79" h="25">
                  <a:moveTo>
                    <a:pt x="79" y="0"/>
                  </a:moveTo>
                  <a:cubicBezTo>
                    <a:pt x="10" y="3"/>
                    <a:pt x="10" y="3"/>
                    <a:pt x="10" y="3"/>
                  </a:cubicBezTo>
                  <a:cubicBezTo>
                    <a:pt x="9" y="3"/>
                    <a:pt x="9" y="3"/>
                    <a:pt x="9" y="3"/>
                  </a:cubicBezTo>
                  <a:cubicBezTo>
                    <a:pt x="9" y="3"/>
                    <a:pt x="9" y="3"/>
                    <a:pt x="9" y="3"/>
                  </a:cubicBezTo>
                  <a:cubicBezTo>
                    <a:pt x="9" y="3"/>
                    <a:pt x="8" y="3"/>
                    <a:pt x="8" y="3"/>
                  </a:cubicBezTo>
                  <a:cubicBezTo>
                    <a:pt x="8" y="3"/>
                    <a:pt x="8" y="3"/>
                    <a:pt x="8" y="3"/>
                  </a:cubicBezTo>
                  <a:cubicBezTo>
                    <a:pt x="8" y="3"/>
                    <a:pt x="8" y="3"/>
                    <a:pt x="8" y="3"/>
                  </a:cubicBezTo>
                  <a:cubicBezTo>
                    <a:pt x="8" y="3"/>
                    <a:pt x="8" y="3"/>
                    <a:pt x="8" y="3"/>
                  </a:cubicBezTo>
                  <a:cubicBezTo>
                    <a:pt x="8" y="3"/>
                    <a:pt x="8" y="4"/>
                    <a:pt x="7" y="4"/>
                  </a:cubicBezTo>
                  <a:cubicBezTo>
                    <a:pt x="7" y="4"/>
                    <a:pt x="7" y="4"/>
                    <a:pt x="7" y="4"/>
                  </a:cubicBezTo>
                  <a:cubicBezTo>
                    <a:pt x="7" y="4"/>
                    <a:pt x="7" y="4"/>
                    <a:pt x="7" y="4"/>
                  </a:cubicBezTo>
                  <a:cubicBezTo>
                    <a:pt x="7" y="4"/>
                    <a:pt x="7" y="4"/>
                    <a:pt x="7" y="4"/>
                  </a:cubicBezTo>
                  <a:cubicBezTo>
                    <a:pt x="7" y="4"/>
                    <a:pt x="7" y="4"/>
                    <a:pt x="7" y="4"/>
                  </a:cubicBezTo>
                  <a:cubicBezTo>
                    <a:pt x="7" y="4"/>
                    <a:pt x="7" y="4"/>
                    <a:pt x="7" y="4"/>
                  </a:cubicBezTo>
                  <a:cubicBezTo>
                    <a:pt x="6" y="4"/>
                    <a:pt x="6" y="4"/>
                    <a:pt x="6" y="4"/>
                  </a:cubicBezTo>
                  <a:cubicBezTo>
                    <a:pt x="6" y="4"/>
                    <a:pt x="6" y="4"/>
                    <a:pt x="6" y="4"/>
                  </a:cubicBezTo>
                  <a:cubicBezTo>
                    <a:pt x="6" y="4"/>
                    <a:pt x="6" y="4"/>
                    <a:pt x="6" y="4"/>
                  </a:cubicBezTo>
                  <a:cubicBezTo>
                    <a:pt x="6" y="4"/>
                    <a:pt x="6" y="4"/>
                    <a:pt x="6" y="4"/>
                  </a:cubicBezTo>
                  <a:cubicBezTo>
                    <a:pt x="6" y="4"/>
                    <a:pt x="6" y="4"/>
                    <a:pt x="6" y="4"/>
                  </a:cubicBezTo>
                  <a:cubicBezTo>
                    <a:pt x="6" y="4"/>
                    <a:pt x="6" y="4"/>
                    <a:pt x="6" y="4"/>
                  </a:cubicBezTo>
                  <a:cubicBezTo>
                    <a:pt x="6" y="4"/>
                    <a:pt x="6" y="4"/>
                    <a:pt x="6" y="4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4" y="4"/>
                    <a:pt x="4" y="4"/>
                    <a:pt x="4" y="4"/>
                  </a:cubicBezTo>
                  <a:cubicBezTo>
                    <a:pt x="4" y="4"/>
                    <a:pt x="4" y="4"/>
                    <a:pt x="4" y="4"/>
                  </a:cubicBezTo>
                  <a:cubicBezTo>
                    <a:pt x="4" y="4"/>
                    <a:pt x="4" y="4"/>
                    <a:pt x="4" y="4"/>
                  </a:cubicBezTo>
                  <a:cubicBezTo>
                    <a:pt x="4" y="4"/>
                    <a:pt x="4" y="4"/>
                    <a:pt x="4" y="4"/>
                  </a:cubicBezTo>
                  <a:cubicBezTo>
                    <a:pt x="4" y="4"/>
                    <a:pt x="4" y="4"/>
                    <a:pt x="4" y="4"/>
                  </a:cubicBezTo>
                  <a:cubicBezTo>
                    <a:pt x="4" y="4"/>
                    <a:pt x="4" y="4"/>
                    <a:pt x="4" y="4"/>
                  </a:cubicBezTo>
                  <a:cubicBezTo>
                    <a:pt x="4" y="4"/>
                    <a:pt x="4" y="4"/>
                    <a:pt x="4" y="4"/>
                  </a:cubicBezTo>
                  <a:cubicBezTo>
                    <a:pt x="4" y="4"/>
                    <a:pt x="4" y="4"/>
                    <a:pt x="4" y="4"/>
                  </a:cubicBezTo>
                  <a:cubicBezTo>
                    <a:pt x="4" y="4"/>
                    <a:pt x="4" y="4"/>
                    <a:pt x="4" y="4"/>
                  </a:cubicBezTo>
                  <a:cubicBezTo>
                    <a:pt x="4" y="4"/>
                    <a:pt x="4" y="4"/>
                    <a:pt x="4" y="4"/>
                  </a:cubicBezTo>
                  <a:cubicBezTo>
                    <a:pt x="4" y="4"/>
                    <a:pt x="4" y="4"/>
                    <a:pt x="4" y="4"/>
                  </a:cubicBezTo>
                  <a:cubicBezTo>
                    <a:pt x="4" y="4"/>
                    <a:pt x="4" y="4"/>
                    <a:pt x="4" y="4"/>
                  </a:cubicBezTo>
                  <a:cubicBezTo>
                    <a:pt x="4" y="4"/>
                    <a:pt x="4" y="4"/>
                    <a:pt x="4" y="4"/>
                  </a:cubicBezTo>
                  <a:cubicBezTo>
                    <a:pt x="2" y="5"/>
                    <a:pt x="1" y="6"/>
                    <a:pt x="0" y="7"/>
                  </a:cubicBezTo>
                  <a:cubicBezTo>
                    <a:pt x="0" y="7"/>
                    <a:pt x="0" y="8"/>
                    <a:pt x="0" y="8"/>
                  </a:cubicBezTo>
                  <a:cubicBezTo>
                    <a:pt x="0" y="8"/>
                    <a:pt x="0" y="8"/>
                    <a:pt x="0" y="8"/>
                  </a:cubicBezTo>
                  <a:cubicBezTo>
                    <a:pt x="0" y="8"/>
                    <a:pt x="0" y="8"/>
                    <a:pt x="0" y="8"/>
                  </a:cubicBezTo>
                  <a:cubicBezTo>
                    <a:pt x="0" y="8"/>
                    <a:pt x="0" y="8"/>
                    <a:pt x="0" y="8"/>
                  </a:cubicBezTo>
                  <a:cubicBezTo>
                    <a:pt x="0" y="8"/>
                    <a:pt x="0" y="8"/>
                    <a:pt x="0" y="8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0" y="19"/>
                    <a:pt x="0" y="19"/>
                    <a:pt x="0" y="19"/>
                  </a:cubicBezTo>
                  <a:cubicBezTo>
                    <a:pt x="0" y="20"/>
                    <a:pt x="0" y="21"/>
                    <a:pt x="1" y="21"/>
                  </a:cubicBezTo>
                  <a:cubicBezTo>
                    <a:pt x="1" y="23"/>
                    <a:pt x="3" y="24"/>
                    <a:pt x="4" y="24"/>
                  </a:cubicBezTo>
                  <a:cubicBezTo>
                    <a:pt x="4" y="24"/>
                    <a:pt x="4" y="24"/>
                    <a:pt x="4" y="24"/>
                  </a:cubicBezTo>
                  <a:cubicBezTo>
                    <a:pt x="4" y="24"/>
                    <a:pt x="4" y="24"/>
                    <a:pt x="4" y="24"/>
                  </a:cubicBezTo>
                  <a:cubicBezTo>
                    <a:pt x="4" y="24"/>
                    <a:pt x="4" y="24"/>
                    <a:pt x="4" y="24"/>
                  </a:cubicBezTo>
                  <a:cubicBezTo>
                    <a:pt x="5" y="24"/>
                    <a:pt x="5" y="24"/>
                    <a:pt x="5" y="24"/>
                  </a:cubicBezTo>
                  <a:cubicBezTo>
                    <a:pt x="5" y="24"/>
                    <a:pt x="5" y="24"/>
                    <a:pt x="5" y="24"/>
                  </a:cubicBezTo>
                  <a:cubicBezTo>
                    <a:pt x="5" y="24"/>
                    <a:pt x="5" y="24"/>
                    <a:pt x="5" y="24"/>
                  </a:cubicBezTo>
                  <a:cubicBezTo>
                    <a:pt x="5" y="24"/>
                    <a:pt x="5" y="24"/>
                    <a:pt x="5" y="24"/>
                  </a:cubicBezTo>
                  <a:cubicBezTo>
                    <a:pt x="5" y="24"/>
                    <a:pt x="5" y="24"/>
                    <a:pt x="5" y="24"/>
                  </a:cubicBezTo>
                  <a:cubicBezTo>
                    <a:pt x="5" y="24"/>
                    <a:pt x="5" y="24"/>
                    <a:pt x="5" y="24"/>
                  </a:cubicBezTo>
                  <a:cubicBezTo>
                    <a:pt x="5" y="24"/>
                    <a:pt x="5" y="24"/>
                    <a:pt x="5" y="24"/>
                  </a:cubicBezTo>
                  <a:cubicBezTo>
                    <a:pt x="5" y="24"/>
                    <a:pt x="5" y="24"/>
                    <a:pt x="5" y="24"/>
                  </a:cubicBezTo>
                  <a:cubicBezTo>
                    <a:pt x="5" y="24"/>
                    <a:pt x="5" y="24"/>
                    <a:pt x="5" y="24"/>
                  </a:cubicBezTo>
                  <a:cubicBezTo>
                    <a:pt x="5" y="24"/>
                    <a:pt x="5" y="24"/>
                    <a:pt x="5" y="24"/>
                  </a:cubicBezTo>
                  <a:cubicBezTo>
                    <a:pt x="5" y="24"/>
                    <a:pt x="5" y="24"/>
                    <a:pt x="5" y="24"/>
                  </a:cubicBezTo>
                  <a:cubicBezTo>
                    <a:pt x="5" y="24"/>
                    <a:pt x="5" y="24"/>
                    <a:pt x="6" y="24"/>
                  </a:cubicBezTo>
                  <a:cubicBezTo>
                    <a:pt x="6" y="24"/>
                    <a:pt x="6" y="24"/>
                    <a:pt x="6" y="24"/>
                  </a:cubicBezTo>
                  <a:cubicBezTo>
                    <a:pt x="6" y="24"/>
                    <a:pt x="6" y="24"/>
                    <a:pt x="6" y="24"/>
                  </a:cubicBezTo>
                  <a:cubicBezTo>
                    <a:pt x="6" y="24"/>
                    <a:pt x="6" y="24"/>
                    <a:pt x="6" y="24"/>
                  </a:cubicBezTo>
                  <a:cubicBezTo>
                    <a:pt x="6" y="24"/>
                    <a:pt x="6" y="24"/>
                    <a:pt x="6" y="24"/>
                  </a:cubicBezTo>
                  <a:cubicBezTo>
                    <a:pt x="7" y="24"/>
                    <a:pt x="7" y="24"/>
                    <a:pt x="7" y="24"/>
                  </a:cubicBezTo>
                  <a:cubicBezTo>
                    <a:pt x="7" y="24"/>
                    <a:pt x="7" y="24"/>
                    <a:pt x="7" y="24"/>
                  </a:cubicBezTo>
                  <a:cubicBezTo>
                    <a:pt x="8" y="24"/>
                    <a:pt x="8" y="24"/>
                    <a:pt x="9" y="25"/>
                  </a:cubicBezTo>
                  <a:cubicBezTo>
                    <a:pt x="9" y="25"/>
                    <a:pt x="9" y="25"/>
                    <a:pt x="9" y="25"/>
                  </a:cubicBezTo>
                  <a:cubicBezTo>
                    <a:pt x="9" y="25"/>
                    <a:pt x="9" y="25"/>
                    <a:pt x="9" y="25"/>
                  </a:cubicBezTo>
                  <a:cubicBezTo>
                    <a:pt x="9" y="25"/>
                    <a:pt x="10" y="25"/>
                    <a:pt x="10" y="25"/>
                  </a:cubicBezTo>
                  <a:cubicBezTo>
                    <a:pt x="10" y="25"/>
                    <a:pt x="10" y="25"/>
                    <a:pt x="10" y="25"/>
                  </a:cubicBezTo>
                  <a:cubicBezTo>
                    <a:pt x="10" y="25"/>
                    <a:pt x="10" y="25"/>
                    <a:pt x="10" y="25"/>
                  </a:cubicBezTo>
                  <a:cubicBezTo>
                    <a:pt x="10" y="25"/>
                    <a:pt x="10" y="25"/>
                    <a:pt x="10" y="25"/>
                  </a:cubicBezTo>
                  <a:cubicBezTo>
                    <a:pt x="79" y="22"/>
                    <a:pt x="79" y="22"/>
                    <a:pt x="79" y="22"/>
                  </a:cubicBezTo>
                  <a:cubicBezTo>
                    <a:pt x="79" y="0"/>
                    <a:pt x="79" y="0"/>
                    <a:pt x="79" y="0"/>
                  </a:cubicBezTo>
                </a:path>
              </a:pathLst>
            </a:custGeom>
            <a:solidFill>
              <a:srgbClr val="A5A5A6"/>
            </a:solidFill>
            <a:ln>
              <a:noFill/>
            </a:ln>
          </p:spPr>
          <p:txBody>
            <a:bodyPr anchor="t" anchorCtr="0" bIns="45720" compatLnSpc="1" lIns="91440" numCol="1" rIns="91440" tIns="45720" vert="horz" wrap="square"/>
            <a:p>
              <a:pPr algn="l" defTabSz="914400" eaLnBrk="1" fontAlgn="auto" hangingPunct="1" indent="0" latinLnBrk="0" lvl="0" marL="0" marR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baseline="0" b="0" cap="none" sz="1800" i="0" kern="1200" kumimoji="0" lang="id-ID" noProof="0" normalizeH="0" spc="0" strike="noStrike" u="none">
                <a:ln>
                  <a:noFill/>
                </a:ln>
                <a:solidFill>
                  <a:srgbClr val="2A2A2A"/>
                </a:solidFill>
                <a:effectLst/>
                <a:uLnTx/>
                <a:uFillTx/>
                <a:latin typeface="Calibri" panose="020F0502020204030204" charset="0"/>
                <a:ea typeface="Calibri" panose="020F0502020204030204" charset="0"/>
                <a:cs typeface="Calibri" panose="020F0502020204030204" charset="0"/>
              </a:endParaRPr>
            </a:p>
          </p:txBody>
        </p:sp>
        <p:sp>
          <p:nvSpPr>
            <p:cNvPr id="1048729" name="Freeform 41"/>
            <p:cNvSpPr/>
            <p:nvPr/>
          </p:nvSpPr>
          <p:spPr bwMode="auto">
            <a:xfrm>
              <a:off x="1670534" y="4428867"/>
              <a:ext cx="0" cy="6350"/>
            </a:xfrm>
            <a:custGeom>
              <a:avLst/>
              <a:gdLst>
                <a:gd name="T0" fmla="*/ 0 h 1"/>
                <a:gd name="T1" fmla="*/ 1 h 1"/>
                <a:gd name="T2" fmla="*/ 1 h 1"/>
                <a:gd name="T3" fmla="*/ 0 h 1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</a:cxnLst>
              <a:rect l="0" t="0" r="r" b="b"/>
              <a:pathLst>
                <a:path h="1">
                  <a:moveTo>
                    <a:pt x="0" y="0"/>
                  </a:move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0"/>
                  </a:cubicBezTo>
                </a:path>
              </a:pathLst>
            </a:custGeom>
            <a:solidFill>
              <a:srgbClr val="EAEAEB"/>
            </a:solidFill>
            <a:ln>
              <a:noFill/>
            </a:ln>
          </p:spPr>
          <p:txBody>
            <a:bodyPr anchor="t" anchorCtr="0" bIns="45720" compatLnSpc="1" lIns="91440" numCol="1" rIns="91440" tIns="45720" vert="horz" wrap="square"/>
            <a:p>
              <a:pPr algn="l" defTabSz="914400" eaLnBrk="1" fontAlgn="auto" hangingPunct="1" indent="0" latinLnBrk="0" lvl="0" marL="0" marR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baseline="0" b="0" cap="none" sz="1800" i="0" kern="1200" kumimoji="0" lang="id-ID" noProof="0" normalizeH="0" spc="0" strike="noStrike" u="none">
                <a:ln>
                  <a:noFill/>
                </a:ln>
                <a:solidFill>
                  <a:srgbClr val="2A2A2A"/>
                </a:solidFill>
                <a:effectLst/>
                <a:uLnTx/>
                <a:uFillTx/>
                <a:latin typeface="Calibri" panose="020F0502020204030204" charset="0"/>
                <a:ea typeface="Calibri" panose="020F0502020204030204" charset="0"/>
                <a:cs typeface="Calibri" panose="020F0502020204030204" charset="0"/>
              </a:endParaRPr>
            </a:p>
          </p:txBody>
        </p:sp>
        <p:sp>
          <p:nvSpPr>
            <p:cNvPr id="1048730" name="Freeform 42"/>
            <p:cNvSpPr/>
            <p:nvPr/>
          </p:nvSpPr>
          <p:spPr bwMode="auto">
            <a:xfrm>
              <a:off x="1670534" y="4428867"/>
              <a:ext cx="0" cy="6350"/>
            </a:xfrm>
            <a:custGeom>
              <a:avLst/>
              <a:gdLst>
                <a:gd name="T0" fmla="*/ 0 h 1"/>
                <a:gd name="T1" fmla="*/ 0 h 1"/>
                <a:gd name="T2" fmla="*/ 1 h 1"/>
                <a:gd name="T3" fmla="*/ 0 h 1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</a:cxnLst>
              <a:rect l="0" t="0" r="r" b="b"/>
              <a:pathLst>
                <a:path h="1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0"/>
                  </a:cubicBezTo>
                </a:path>
              </a:pathLst>
            </a:custGeom>
            <a:solidFill>
              <a:srgbClr val="D3D3D3"/>
            </a:solidFill>
            <a:ln>
              <a:noFill/>
            </a:ln>
          </p:spPr>
          <p:txBody>
            <a:bodyPr anchor="t" anchorCtr="0" bIns="45720" compatLnSpc="1" lIns="91440" numCol="1" rIns="91440" tIns="45720" vert="horz" wrap="square"/>
            <a:p>
              <a:pPr algn="l" defTabSz="914400" eaLnBrk="1" fontAlgn="auto" hangingPunct="1" indent="0" latinLnBrk="0" lvl="0" marL="0" marR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baseline="0" b="0" cap="none" sz="1800" i="0" kern="1200" kumimoji="0" lang="id-ID" noProof="0" normalizeH="0" spc="0" strike="noStrike" u="none">
                <a:ln>
                  <a:noFill/>
                </a:ln>
                <a:solidFill>
                  <a:srgbClr val="2A2A2A"/>
                </a:solidFill>
                <a:effectLst/>
                <a:uLnTx/>
                <a:uFillTx/>
                <a:latin typeface="Calibri" panose="020F0502020204030204" charset="0"/>
                <a:ea typeface="Calibri" panose="020F0502020204030204" charset="0"/>
                <a:cs typeface="Calibri" panose="020F0502020204030204" charset="0"/>
              </a:endParaRPr>
            </a:p>
          </p:txBody>
        </p:sp>
        <p:sp>
          <p:nvSpPr>
            <p:cNvPr id="1048731" name="Freeform 43"/>
            <p:cNvSpPr>
              <a:spLocks noEditPoints="1"/>
            </p:cNvSpPr>
            <p:nvPr/>
          </p:nvSpPr>
          <p:spPr bwMode="auto">
            <a:xfrm>
              <a:off x="1641959" y="4435217"/>
              <a:ext cx="57150" cy="130175"/>
            </a:xfrm>
            <a:custGeom>
              <a:avLst/>
              <a:gdLst>
                <a:gd name="T0" fmla="*/ 10 w 10"/>
                <a:gd name="T1" fmla="*/ 23 h 23"/>
                <a:gd name="T2" fmla="*/ 10 w 10"/>
                <a:gd name="T3" fmla="*/ 23 h 23"/>
                <a:gd name="T4" fmla="*/ 10 w 10"/>
                <a:gd name="T5" fmla="*/ 23 h 23"/>
                <a:gd name="T6" fmla="*/ 10 w 10"/>
                <a:gd name="T7" fmla="*/ 23 h 23"/>
                <a:gd name="T8" fmla="*/ 10 w 10"/>
                <a:gd name="T9" fmla="*/ 23 h 23"/>
                <a:gd name="T10" fmla="*/ 10 w 10"/>
                <a:gd name="T11" fmla="*/ 23 h 23"/>
                <a:gd name="T12" fmla="*/ 10 w 10"/>
                <a:gd name="T13" fmla="*/ 22 h 23"/>
                <a:gd name="T14" fmla="*/ 10 w 10"/>
                <a:gd name="T15" fmla="*/ 23 h 23"/>
                <a:gd name="T16" fmla="*/ 10 w 10"/>
                <a:gd name="T17" fmla="*/ 22 h 23"/>
                <a:gd name="T18" fmla="*/ 10 w 10"/>
                <a:gd name="T19" fmla="*/ 22 h 23"/>
                <a:gd name="T20" fmla="*/ 10 w 10"/>
                <a:gd name="T21" fmla="*/ 22 h 23"/>
                <a:gd name="T22" fmla="*/ 10 w 10"/>
                <a:gd name="T23" fmla="*/ 22 h 23"/>
                <a:gd name="T24" fmla="*/ 10 w 10"/>
                <a:gd name="T25" fmla="*/ 22 h 23"/>
                <a:gd name="T26" fmla="*/ 10 w 10"/>
                <a:gd name="T27" fmla="*/ 22 h 23"/>
                <a:gd name="T28" fmla="*/ 10 w 10"/>
                <a:gd name="T29" fmla="*/ 22 h 23"/>
                <a:gd name="T30" fmla="*/ 10 w 10"/>
                <a:gd name="T31" fmla="*/ 22 h 23"/>
                <a:gd name="T32" fmla="*/ 10 w 10"/>
                <a:gd name="T33" fmla="*/ 22 h 23"/>
                <a:gd name="T34" fmla="*/ 10 w 10"/>
                <a:gd name="T35" fmla="*/ 22 h 23"/>
                <a:gd name="T36" fmla="*/ 10 w 10"/>
                <a:gd name="T37" fmla="*/ 22 h 23"/>
                <a:gd name="T38" fmla="*/ 10 w 10"/>
                <a:gd name="T39" fmla="*/ 22 h 23"/>
                <a:gd name="T40" fmla="*/ 10 w 10"/>
                <a:gd name="T41" fmla="*/ 22 h 23"/>
                <a:gd name="T42" fmla="*/ 10 w 10"/>
                <a:gd name="T43" fmla="*/ 22 h 23"/>
                <a:gd name="T44" fmla="*/ 10 w 10"/>
                <a:gd name="T45" fmla="*/ 22 h 23"/>
                <a:gd name="T46" fmla="*/ 10 w 10"/>
                <a:gd name="T47" fmla="*/ 22 h 23"/>
                <a:gd name="T48" fmla="*/ 10 w 10"/>
                <a:gd name="T49" fmla="*/ 22 h 23"/>
                <a:gd name="T50" fmla="*/ 10 w 10"/>
                <a:gd name="T51" fmla="*/ 22 h 23"/>
                <a:gd name="T52" fmla="*/ 10 w 10"/>
                <a:gd name="T53" fmla="*/ 22 h 23"/>
                <a:gd name="T54" fmla="*/ 10 w 10"/>
                <a:gd name="T55" fmla="*/ 22 h 23"/>
                <a:gd name="T56" fmla="*/ 10 w 10"/>
                <a:gd name="T57" fmla="*/ 22 h 23"/>
                <a:gd name="T58" fmla="*/ 10 w 10"/>
                <a:gd name="T59" fmla="*/ 22 h 23"/>
                <a:gd name="T60" fmla="*/ 10 w 10"/>
                <a:gd name="T61" fmla="*/ 22 h 23"/>
                <a:gd name="T62" fmla="*/ 10 w 10"/>
                <a:gd name="T63" fmla="*/ 22 h 23"/>
                <a:gd name="T64" fmla="*/ 10 w 10"/>
                <a:gd name="T65" fmla="*/ 22 h 23"/>
                <a:gd name="T66" fmla="*/ 10 w 10"/>
                <a:gd name="T67" fmla="*/ 21 h 23"/>
                <a:gd name="T68" fmla="*/ 10 w 10"/>
                <a:gd name="T69" fmla="*/ 21 h 23"/>
                <a:gd name="T70" fmla="*/ 10 w 10"/>
                <a:gd name="T71" fmla="*/ 22 h 23"/>
                <a:gd name="T72" fmla="*/ 10 w 10"/>
                <a:gd name="T73" fmla="*/ 21 h 23"/>
                <a:gd name="T74" fmla="*/ 0 w 10"/>
                <a:gd name="T75" fmla="*/ 1 h 23"/>
                <a:gd name="T76" fmla="*/ 0 w 10"/>
                <a:gd name="T77" fmla="*/ 1 h 23"/>
                <a:gd name="T78" fmla="*/ 0 w 10"/>
                <a:gd name="T79" fmla="*/ 1 h 23"/>
                <a:gd name="T80" fmla="*/ 4 w 10"/>
                <a:gd name="T81" fmla="*/ 0 h 23"/>
                <a:gd name="T82" fmla="*/ 4 w 10"/>
                <a:gd name="T83" fmla="*/ 0 h 23"/>
                <a:gd name="T84" fmla="*/ 4 w 10"/>
                <a:gd name="T85" fmla="*/ 0 h 23"/>
                <a:gd name="T86" fmla="*/ 0 w 10"/>
                <a:gd name="T87" fmla="*/ 1 h 23"/>
                <a:gd name="T88" fmla="*/ 4 w 10"/>
                <a:gd name="T89" fmla="*/ 0 h 23"/>
                <a:gd name="T90" fmla="*/ 4 w 10"/>
                <a:gd name="T91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0" h="23">
                  <a:moveTo>
                    <a:pt x="10" y="23"/>
                  </a:moveTo>
                  <a:cubicBezTo>
                    <a:pt x="10" y="23"/>
                    <a:pt x="10" y="23"/>
                    <a:pt x="10" y="23"/>
                  </a:cubicBezTo>
                  <a:cubicBezTo>
                    <a:pt x="10" y="23"/>
                    <a:pt x="10" y="23"/>
                    <a:pt x="10" y="23"/>
                  </a:cubicBezTo>
                  <a:moveTo>
                    <a:pt x="10" y="23"/>
                  </a:moveTo>
                  <a:cubicBezTo>
                    <a:pt x="10" y="23"/>
                    <a:pt x="10" y="23"/>
                    <a:pt x="10" y="23"/>
                  </a:cubicBezTo>
                  <a:cubicBezTo>
                    <a:pt x="10" y="23"/>
                    <a:pt x="10" y="23"/>
                    <a:pt x="10" y="23"/>
                  </a:cubicBezTo>
                  <a:moveTo>
                    <a:pt x="10" y="22"/>
                  </a:moveTo>
                  <a:cubicBezTo>
                    <a:pt x="10" y="23"/>
                    <a:pt x="10" y="23"/>
                    <a:pt x="10" y="23"/>
                  </a:cubicBezTo>
                  <a:cubicBezTo>
                    <a:pt x="10" y="23"/>
                    <a:pt x="10" y="23"/>
                    <a:pt x="10" y="22"/>
                  </a:cubicBezTo>
                  <a:moveTo>
                    <a:pt x="10" y="22"/>
                  </a:moveTo>
                  <a:cubicBezTo>
                    <a:pt x="10" y="22"/>
                    <a:pt x="10" y="22"/>
                    <a:pt x="10" y="22"/>
                  </a:cubicBezTo>
                  <a:cubicBezTo>
                    <a:pt x="10" y="22"/>
                    <a:pt x="10" y="22"/>
                    <a:pt x="10" y="22"/>
                  </a:cubicBezTo>
                  <a:moveTo>
                    <a:pt x="10" y="22"/>
                  </a:moveTo>
                  <a:cubicBezTo>
                    <a:pt x="10" y="22"/>
                    <a:pt x="10" y="22"/>
                    <a:pt x="10" y="22"/>
                  </a:cubicBezTo>
                  <a:cubicBezTo>
                    <a:pt x="10" y="22"/>
                    <a:pt x="10" y="22"/>
                    <a:pt x="10" y="22"/>
                  </a:cubicBezTo>
                  <a:moveTo>
                    <a:pt x="10" y="22"/>
                  </a:moveTo>
                  <a:cubicBezTo>
                    <a:pt x="10" y="22"/>
                    <a:pt x="10" y="22"/>
                    <a:pt x="10" y="22"/>
                  </a:cubicBezTo>
                  <a:cubicBezTo>
                    <a:pt x="10" y="22"/>
                    <a:pt x="10" y="22"/>
                    <a:pt x="10" y="22"/>
                  </a:cubicBezTo>
                  <a:moveTo>
                    <a:pt x="10" y="22"/>
                  </a:moveTo>
                  <a:cubicBezTo>
                    <a:pt x="10" y="22"/>
                    <a:pt x="10" y="22"/>
                    <a:pt x="10" y="22"/>
                  </a:cubicBezTo>
                  <a:cubicBezTo>
                    <a:pt x="10" y="22"/>
                    <a:pt x="10" y="22"/>
                    <a:pt x="10" y="22"/>
                  </a:cubicBezTo>
                  <a:moveTo>
                    <a:pt x="10" y="22"/>
                  </a:moveTo>
                  <a:cubicBezTo>
                    <a:pt x="10" y="22"/>
                    <a:pt x="10" y="22"/>
                    <a:pt x="10" y="22"/>
                  </a:cubicBezTo>
                  <a:cubicBezTo>
                    <a:pt x="10" y="22"/>
                    <a:pt x="10" y="22"/>
                    <a:pt x="10" y="22"/>
                  </a:cubicBezTo>
                  <a:moveTo>
                    <a:pt x="10" y="22"/>
                  </a:moveTo>
                  <a:cubicBezTo>
                    <a:pt x="10" y="22"/>
                    <a:pt x="10" y="22"/>
                    <a:pt x="10" y="22"/>
                  </a:cubicBezTo>
                  <a:cubicBezTo>
                    <a:pt x="10" y="22"/>
                    <a:pt x="10" y="22"/>
                    <a:pt x="10" y="22"/>
                  </a:cubicBezTo>
                  <a:moveTo>
                    <a:pt x="10" y="22"/>
                  </a:moveTo>
                  <a:cubicBezTo>
                    <a:pt x="10" y="22"/>
                    <a:pt x="10" y="22"/>
                    <a:pt x="10" y="22"/>
                  </a:cubicBezTo>
                  <a:cubicBezTo>
                    <a:pt x="10" y="22"/>
                    <a:pt x="10" y="22"/>
                    <a:pt x="10" y="22"/>
                  </a:cubicBezTo>
                  <a:moveTo>
                    <a:pt x="10" y="22"/>
                  </a:moveTo>
                  <a:cubicBezTo>
                    <a:pt x="10" y="22"/>
                    <a:pt x="10" y="22"/>
                    <a:pt x="10" y="22"/>
                  </a:cubicBezTo>
                  <a:cubicBezTo>
                    <a:pt x="10" y="22"/>
                    <a:pt x="10" y="22"/>
                    <a:pt x="10" y="22"/>
                  </a:cubicBezTo>
                  <a:moveTo>
                    <a:pt x="10" y="21"/>
                  </a:moveTo>
                  <a:cubicBezTo>
                    <a:pt x="10" y="21"/>
                    <a:pt x="10" y="21"/>
                    <a:pt x="10" y="21"/>
                  </a:cubicBezTo>
                  <a:cubicBezTo>
                    <a:pt x="10" y="21"/>
                    <a:pt x="10" y="21"/>
                    <a:pt x="10" y="22"/>
                  </a:cubicBezTo>
                  <a:cubicBezTo>
                    <a:pt x="10" y="21"/>
                    <a:pt x="10" y="21"/>
                    <a:pt x="10" y="21"/>
                  </a:cubicBezTo>
                  <a:moveTo>
                    <a:pt x="0" y="1"/>
                  </a:move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moveTo>
                    <a:pt x="4" y="0"/>
                  </a:moveTo>
                  <a:cubicBezTo>
                    <a:pt x="4" y="0"/>
                    <a:pt x="4" y="0"/>
                    <a:pt x="4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2" y="0"/>
                    <a:pt x="1" y="0"/>
                    <a:pt x="0" y="1"/>
                  </a:cubicBezTo>
                  <a:cubicBezTo>
                    <a:pt x="1" y="0"/>
                    <a:pt x="3" y="0"/>
                    <a:pt x="4" y="0"/>
                  </a:cubicBezTo>
                  <a:cubicBezTo>
                    <a:pt x="4" y="0"/>
                    <a:pt x="4" y="0"/>
                    <a:pt x="4" y="0"/>
                  </a:cubicBezTo>
                </a:path>
              </a:pathLst>
            </a:custGeom>
            <a:solidFill>
              <a:srgbClr val="EAEAEB"/>
            </a:solidFill>
            <a:ln>
              <a:noFill/>
            </a:ln>
          </p:spPr>
          <p:txBody>
            <a:bodyPr anchor="t" anchorCtr="0" bIns="45720" compatLnSpc="1" lIns="91440" numCol="1" rIns="91440" tIns="45720" vert="horz" wrap="square"/>
            <a:p>
              <a:pPr algn="l" defTabSz="914400" eaLnBrk="1" fontAlgn="auto" hangingPunct="1" indent="0" latinLnBrk="0" lvl="0" marL="0" marR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baseline="0" b="0" cap="none" sz="1800" i="0" kern="1200" kumimoji="0" lang="id-ID" noProof="0" normalizeH="0" spc="0" strike="noStrike" u="none">
                <a:ln>
                  <a:noFill/>
                </a:ln>
                <a:solidFill>
                  <a:srgbClr val="2A2A2A"/>
                </a:solidFill>
                <a:effectLst/>
                <a:uLnTx/>
                <a:uFillTx/>
                <a:latin typeface="Calibri" panose="020F0502020204030204" charset="0"/>
                <a:ea typeface="Calibri" panose="020F0502020204030204" charset="0"/>
                <a:cs typeface="Calibri" panose="020F0502020204030204" charset="0"/>
              </a:endParaRPr>
            </a:p>
          </p:txBody>
        </p:sp>
        <p:sp>
          <p:nvSpPr>
            <p:cNvPr id="1048732" name="Freeform 44"/>
            <p:cNvSpPr/>
            <p:nvPr/>
          </p:nvSpPr>
          <p:spPr bwMode="auto">
            <a:xfrm>
              <a:off x="1895959" y="4740017"/>
              <a:ext cx="180975" cy="68262"/>
            </a:xfrm>
            <a:custGeom>
              <a:avLst/>
              <a:gdLst>
                <a:gd name="T0" fmla="*/ 32 w 32"/>
                <a:gd name="T1" fmla="*/ 0 h 12"/>
                <a:gd name="T2" fmla="*/ 0 w 32"/>
                <a:gd name="T3" fmla="*/ 0 h 12"/>
                <a:gd name="T4" fmla="*/ 0 w 32"/>
                <a:gd name="T5" fmla="*/ 3 h 12"/>
                <a:gd name="T6" fmla="*/ 9 w 32"/>
                <a:gd name="T7" fmla="*/ 12 h 12"/>
                <a:gd name="T8" fmla="*/ 32 w 32"/>
                <a:gd name="T9" fmla="*/ 12 h 12"/>
                <a:gd name="T10" fmla="*/ 32 w 32"/>
                <a:gd name="T11" fmla="*/ 0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2" h="12">
                  <a:moveTo>
                    <a:pt x="32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8"/>
                    <a:pt x="4" y="12"/>
                    <a:pt x="9" y="12"/>
                  </a:cubicBezTo>
                  <a:cubicBezTo>
                    <a:pt x="32" y="12"/>
                    <a:pt x="32" y="12"/>
                    <a:pt x="32" y="12"/>
                  </a:cubicBezTo>
                  <a:cubicBezTo>
                    <a:pt x="32" y="0"/>
                    <a:pt x="32" y="0"/>
                    <a:pt x="32" y="0"/>
                  </a:cubicBezTo>
                </a:path>
              </a:pathLst>
            </a:custGeom>
            <a:solidFill>
              <a:srgbClr val="5F5F5F"/>
            </a:solidFill>
            <a:ln>
              <a:noFill/>
            </a:ln>
          </p:spPr>
          <p:txBody>
            <a:bodyPr anchor="t" anchorCtr="0" bIns="45720" compatLnSpc="1" lIns="91440" numCol="1" rIns="91440" tIns="45720" vert="horz" wrap="square"/>
            <a:p>
              <a:pPr algn="l" defTabSz="914400" eaLnBrk="1" fontAlgn="auto" hangingPunct="1" indent="0" latinLnBrk="0" lvl="0" marL="0" marR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baseline="0" b="0" cap="none" sz="1800" i="0" kern="1200" kumimoji="0" lang="id-ID" noProof="0" normalizeH="0" spc="0" strike="noStrike" u="none">
                <a:ln>
                  <a:noFill/>
                </a:ln>
                <a:solidFill>
                  <a:srgbClr val="2A2A2A"/>
                </a:solidFill>
                <a:effectLst/>
                <a:uLnTx/>
                <a:uFillTx/>
                <a:latin typeface="Calibri" panose="020F0502020204030204" charset="0"/>
                <a:ea typeface="Calibri" panose="020F0502020204030204" charset="0"/>
                <a:cs typeface="Calibri" panose="020F0502020204030204" charset="0"/>
              </a:endParaRPr>
            </a:p>
          </p:txBody>
        </p:sp>
        <p:sp>
          <p:nvSpPr>
            <p:cNvPr id="1048733" name="Freeform 45"/>
            <p:cNvSpPr/>
            <p:nvPr/>
          </p:nvSpPr>
          <p:spPr bwMode="auto">
            <a:xfrm>
              <a:off x="1699109" y="4536817"/>
              <a:ext cx="377825" cy="203200"/>
            </a:xfrm>
            <a:custGeom>
              <a:avLst/>
              <a:gdLst>
                <a:gd name="T0" fmla="*/ 67 w 67"/>
                <a:gd name="T1" fmla="*/ 0 h 36"/>
                <a:gd name="T2" fmla="*/ 0 w 67"/>
                <a:gd name="T3" fmla="*/ 3 h 36"/>
                <a:gd name="T4" fmla="*/ 0 w 67"/>
                <a:gd name="T5" fmla="*/ 4 h 36"/>
                <a:gd name="T6" fmla="*/ 0 w 67"/>
                <a:gd name="T7" fmla="*/ 4 h 36"/>
                <a:gd name="T8" fmla="*/ 0 w 67"/>
                <a:gd name="T9" fmla="*/ 4 h 36"/>
                <a:gd name="T10" fmla="*/ 0 w 67"/>
                <a:gd name="T11" fmla="*/ 4 h 36"/>
                <a:gd name="T12" fmla="*/ 0 w 67"/>
                <a:gd name="T13" fmla="*/ 4 h 36"/>
                <a:gd name="T14" fmla="*/ 0 w 67"/>
                <a:gd name="T15" fmla="*/ 4 h 36"/>
                <a:gd name="T16" fmla="*/ 0 w 67"/>
                <a:gd name="T17" fmla="*/ 4 h 36"/>
                <a:gd name="T18" fmla="*/ 0 w 67"/>
                <a:gd name="T19" fmla="*/ 4 h 36"/>
                <a:gd name="T20" fmla="*/ 0 w 67"/>
                <a:gd name="T21" fmla="*/ 4 h 36"/>
                <a:gd name="T22" fmla="*/ 0 w 67"/>
                <a:gd name="T23" fmla="*/ 4 h 36"/>
                <a:gd name="T24" fmla="*/ 0 w 67"/>
                <a:gd name="T25" fmla="*/ 4 h 36"/>
                <a:gd name="T26" fmla="*/ 0 w 67"/>
                <a:gd name="T27" fmla="*/ 4 h 36"/>
                <a:gd name="T28" fmla="*/ 0 w 67"/>
                <a:gd name="T29" fmla="*/ 4 h 36"/>
                <a:gd name="T30" fmla="*/ 0 w 67"/>
                <a:gd name="T31" fmla="*/ 4 h 36"/>
                <a:gd name="T32" fmla="*/ 0 w 67"/>
                <a:gd name="T33" fmla="*/ 4 h 36"/>
                <a:gd name="T34" fmla="*/ 0 w 67"/>
                <a:gd name="T35" fmla="*/ 4 h 36"/>
                <a:gd name="T36" fmla="*/ 0 w 67"/>
                <a:gd name="T37" fmla="*/ 4 h 36"/>
                <a:gd name="T38" fmla="*/ 0 w 67"/>
                <a:gd name="T39" fmla="*/ 4 h 36"/>
                <a:gd name="T40" fmla="*/ 0 w 67"/>
                <a:gd name="T41" fmla="*/ 5 h 36"/>
                <a:gd name="T42" fmla="*/ 0 w 67"/>
                <a:gd name="T43" fmla="*/ 5 h 36"/>
                <a:gd name="T44" fmla="*/ 0 w 67"/>
                <a:gd name="T45" fmla="*/ 5 h 36"/>
                <a:gd name="T46" fmla="*/ 0 w 67"/>
                <a:gd name="T47" fmla="*/ 5 h 36"/>
                <a:gd name="T48" fmla="*/ 0 w 67"/>
                <a:gd name="T49" fmla="*/ 5 h 36"/>
                <a:gd name="T50" fmla="*/ 0 w 67"/>
                <a:gd name="T51" fmla="*/ 5 h 36"/>
                <a:gd name="T52" fmla="*/ 2 w 67"/>
                <a:gd name="T53" fmla="*/ 10 h 36"/>
                <a:gd name="T54" fmla="*/ 18 w 67"/>
                <a:gd name="T55" fmla="*/ 29 h 36"/>
                <a:gd name="T56" fmla="*/ 34 w 67"/>
                <a:gd name="T57" fmla="*/ 36 h 36"/>
                <a:gd name="T58" fmla="*/ 35 w 67"/>
                <a:gd name="T59" fmla="*/ 36 h 36"/>
                <a:gd name="T60" fmla="*/ 67 w 67"/>
                <a:gd name="T61" fmla="*/ 36 h 36"/>
                <a:gd name="T62" fmla="*/ 67 w 67"/>
                <a:gd name="T63" fmla="*/ 0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67" h="36">
                  <a:moveTo>
                    <a:pt x="67" y="0"/>
                  </a:moveTo>
                  <a:cubicBezTo>
                    <a:pt x="0" y="3"/>
                    <a:pt x="0" y="3"/>
                    <a:pt x="0" y="3"/>
                  </a:cubicBezTo>
                  <a:cubicBezTo>
                    <a:pt x="0" y="3"/>
                    <a:pt x="0" y="3"/>
                    <a:pt x="0" y="4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0" y="7"/>
                    <a:pt x="1" y="9"/>
                    <a:pt x="2" y="10"/>
                  </a:cubicBezTo>
                  <a:cubicBezTo>
                    <a:pt x="18" y="29"/>
                    <a:pt x="18" y="29"/>
                    <a:pt x="18" y="29"/>
                  </a:cubicBezTo>
                  <a:cubicBezTo>
                    <a:pt x="22" y="33"/>
                    <a:pt x="28" y="36"/>
                    <a:pt x="34" y="36"/>
                  </a:cubicBezTo>
                  <a:cubicBezTo>
                    <a:pt x="35" y="36"/>
                    <a:pt x="35" y="36"/>
                    <a:pt x="35" y="36"/>
                  </a:cubicBezTo>
                  <a:cubicBezTo>
                    <a:pt x="67" y="36"/>
                    <a:pt x="67" y="36"/>
                    <a:pt x="67" y="36"/>
                  </a:cubicBezTo>
                  <a:cubicBezTo>
                    <a:pt x="67" y="0"/>
                    <a:pt x="67" y="0"/>
                    <a:pt x="67" y="0"/>
                  </a:cubicBezTo>
                </a:path>
              </a:pathLst>
            </a:custGeom>
            <a:solidFill>
              <a:srgbClr val="D3D3D3"/>
            </a:solidFill>
            <a:ln>
              <a:noFill/>
            </a:ln>
          </p:spPr>
          <p:txBody>
            <a:bodyPr anchor="t" anchorCtr="0" bIns="45720" compatLnSpc="1" lIns="91440" numCol="1" rIns="91440" tIns="45720" vert="horz" wrap="square"/>
            <a:p>
              <a:pPr algn="l" defTabSz="914400" eaLnBrk="1" fontAlgn="auto" hangingPunct="1" indent="0" latinLnBrk="0" lvl="0" marL="0" marR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baseline="0" b="0" cap="none" sz="1800" i="0" kern="1200" kumimoji="0" lang="id-ID" noProof="0" normalizeH="0" spc="0" strike="noStrike" u="none">
                <a:ln>
                  <a:noFill/>
                </a:ln>
                <a:solidFill>
                  <a:srgbClr val="2A2A2A"/>
                </a:solidFill>
                <a:effectLst/>
                <a:uLnTx/>
                <a:uFillTx/>
                <a:latin typeface="Calibri" panose="020F0502020204030204" charset="0"/>
                <a:ea typeface="Calibri" panose="020F0502020204030204" charset="0"/>
                <a:cs typeface="Calibri" panose="020F0502020204030204" charset="0"/>
              </a:endParaRPr>
            </a:p>
          </p:txBody>
        </p:sp>
        <p:sp>
          <p:nvSpPr>
            <p:cNvPr id="1048734" name="Freeform 46"/>
            <p:cNvSpPr/>
            <p:nvPr/>
          </p:nvSpPr>
          <p:spPr bwMode="auto">
            <a:xfrm>
              <a:off x="1681646" y="4547929"/>
              <a:ext cx="17463" cy="4762"/>
            </a:xfrm>
            <a:custGeom>
              <a:avLst/>
              <a:gdLst>
                <a:gd name="T0" fmla="*/ 1 w 3"/>
                <a:gd name="T1" fmla="*/ 0 h 1"/>
                <a:gd name="T2" fmla="*/ 0 w 3"/>
                <a:gd name="T3" fmla="*/ 0 h 1"/>
                <a:gd name="T4" fmla="*/ 1 w 3"/>
                <a:gd name="T5" fmla="*/ 0 h 1"/>
                <a:gd name="T6" fmla="*/ 1 w 3"/>
                <a:gd name="T7" fmla="*/ 0 h 1"/>
                <a:gd name="T8" fmla="*/ 1 w 3"/>
                <a:gd name="T9" fmla="*/ 0 h 1"/>
                <a:gd name="T10" fmla="*/ 1 w 3"/>
                <a:gd name="T11" fmla="*/ 0 h 1"/>
                <a:gd name="T12" fmla="*/ 1 w 3"/>
                <a:gd name="T13" fmla="*/ 0 h 1"/>
                <a:gd name="T14" fmla="*/ 2 w 3"/>
                <a:gd name="T15" fmla="*/ 0 h 1"/>
                <a:gd name="T16" fmla="*/ 2 w 3"/>
                <a:gd name="T17" fmla="*/ 0 h 1"/>
                <a:gd name="T18" fmla="*/ 2 w 3"/>
                <a:gd name="T19" fmla="*/ 0 h 1"/>
                <a:gd name="T20" fmla="*/ 3 w 3"/>
                <a:gd name="T21" fmla="*/ 1 h 1"/>
                <a:gd name="T22" fmla="*/ 2 w 3"/>
                <a:gd name="T23" fmla="*/ 0 h 1"/>
                <a:gd name="T24" fmla="*/ 2 w 3"/>
                <a:gd name="T25" fmla="*/ 0 h 1"/>
                <a:gd name="T26" fmla="*/ 2 w 3"/>
                <a:gd name="T27" fmla="*/ 0 h 1"/>
                <a:gd name="T28" fmla="*/ 2 w 3"/>
                <a:gd name="T29" fmla="*/ 0 h 1"/>
                <a:gd name="T30" fmla="*/ 2 w 3"/>
                <a:gd name="T31" fmla="*/ 0 h 1"/>
                <a:gd name="T32" fmla="*/ 2 w 3"/>
                <a:gd name="T33" fmla="*/ 0 h 1"/>
                <a:gd name="T34" fmla="*/ 2 w 3"/>
                <a:gd name="T35" fmla="*/ 0 h 1"/>
                <a:gd name="T36" fmla="*/ 2 w 3"/>
                <a:gd name="T37" fmla="*/ 0 h 1"/>
                <a:gd name="T38" fmla="*/ 2 w 3"/>
                <a:gd name="T39" fmla="*/ 0 h 1"/>
                <a:gd name="T40" fmla="*/ 2 w 3"/>
                <a:gd name="T41" fmla="*/ 0 h 1"/>
                <a:gd name="T42" fmla="*/ 2 w 3"/>
                <a:gd name="T43" fmla="*/ 0 h 1"/>
                <a:gd name="T44" fmla="*/ 2 w 3"/>
                <a:gd name="T45" fmla="*/ 0 h 1"/>
                <a:gd name="T46" fmla="*/ 1 w 3"/>
                <a:gd name="T47" fmla="*/ 0 h 1"/>
                <a:gd name="T48" fmla="*/ 1 w 3"/>
                <a:gd name="T49" fmla="*/ 0 h 1"/>
                <a:gd name="T50" fmla="*/ 1 w 3"/>
                <a:gd name="T51" fmla="*/ 0 h 1"/>
                <a:gd name="T52" fmla="*/ 1 w 3"/>
                <a:gd name="T53" fmla="*/ 0 h 1"/>
                <a:gd name="T54" fmla="*/ 1 w 3"/>
                <a:gd name="T55" fmla="*/ 0 h 1"/>
                <a:gd name="T56" fmla="*/ 1 w 3"/>
                <a:gd name="T57" fmla="*/ 0 h 1"/>
                <a:gd name="T58" fmla="*/ 1 w 3"/>
                <a:gd name="T59" fmla="*/ 0 h 1"/>
                <a:gd name="T60" fmla="*/ 1 w 3"/>
                <a:gd name="T61" fmla="*/ 0 h 1"/>
                <a:gd name="T62" fmla="*/ 1 w 3"/>
                <a:gd name="T63" fmla="*/ 0 h 1"/>
                <a:gd name="T64" fmla="*/ 1 w 3"/>
                <a:gd name="T65" fmla="*/ 0 h 1"/>
                <a:gd name="T66" fmla="*/ 1 w 3"/>
                <a:gd name="T67" fmla="*/ 0 h 1"/>
                <a:gd name="T68" fmla="*/ 1 w 3"/>
                <a:gd name="T69" fmla="*/ 0 h 1"/>
                <a:gd name="T70" fmla="*/ 1 w 3"/>
                <a:gd name="T71" fmla="*/ 0 h 1"/>
                <a:gd name="T72" fmla="*/ 1 w 3"/>
                <a:gd name="T73" fmla="*/ 0 h 1"/>
                <a:gd name="T74" fmla="*/ 1 w 3"/>
                <a:gd name="T75" fmla="*/ 0 h 1"/>
                <a:gd name="T76" fmla="*/ 1 w 3"/>
                <a:gd name="T77" fmla="*/ 0 h 1"/>
                <a:gd name="T78" fmla="*/ 1 w 3"/>
                <a:gd name="T79" fmla="*/ 0 h 1"/>
                <a:gd name="T80" fmla="*/ 1 w 3"/>
                <a:gd name="T81" fmla="*/ 0 h 1"/>
                <a:gd name="T82" fmla="*/ 1 w 3"/>
                <a:gd name="T83" fmla="*/ 0 h 1"/>
                <a:gd name="T84" fmla="*/ 1 w 3"/>
                <a:gd name="T85" fmla="*/ 0 h 1"/>
                <a:gd name="T86" fmla="*/ 1 w 3"/>
                <a:gd name="T87" fmla="*/ 0 h 1"/>
                <a:gd name="T88" fmla="*/ 1 w 3"/>
                <a:gd name="T89" fmla="*/ 0 h 1"/>
                <a:gd name="T90" fmla="*/ 1 w 3"/>
                <a:gd name="T91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3" h="1">
                  <a:moveTo>
                    <a:pt x="1" y="0"/>
                  </a:moveTo>
                  <a:cubicBezTo>
                    <a:pt x="1" y="0"/>
                    <a:pt x="0" y="0"/>
                    <a:pt x="0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2" y="0"/>
                    <a:pt x="2" y="1"/>
                    <a:pt x="3" y="1"/>
                  </a:cubicBezTo>
                  <a:cubicBezTo>
                    <a:pt x="2" y="1"/>
                    <a:pt x="2" y="0"/>
                    <a:pt x="2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</a:path>
              </a:pathLst>
            </a:custGeom>
            <a:solidFill>
              <a:srgbClr val="EAEAEB"/>
            </a:solidFill>
            <a:ln>
              <a:noFill/>
            </a:ln>
          </p:spPr>
          <p:txBody>
            <a:bodyPr anchor="t" anchorCtr="0" bIns="45720" compatLnSpc="1" lIns="91440" numCol="1" rIns="91440" tIns="45720" vert="horz" wrap="square"/>
            <a:p>
              <a:pPr algn="l" defTabSz="914400" eaLnBrk="1" fontAlgn="auto" hangingPunct="1" indent="0" latinLnBrk="0" lvl="0" marL="0" marR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baseline="0" b="0" cap="none" sz="1800" i="0" kern="1200" kumimoji="0" lang="id-ID" noProof="0" normalizeH="0" spc="0" strike="noStrike" u="none">
                <a:ln>
                  <a:noFill/>
                </a:ln>
                <a:solidFill>
                  <a:srgbClr val="2A2A2A"/>
                </a:solidFill>
                <a:effectLst/>
                <a:uLnTx/>
                <a:uFillTx/>
                <a:latin typeface="Calibri" panose="020F0502020204030204" charset="0"/>
                <a:ea typeface="Calibri" panose="020F0502020204030204" charset="0"/>
                <a:cs typeface="Calibri" panose="020F0502020204030204" charset="0"/>
              </a:endParaRPr>
            </a:p>
          </p:txBody>
        </p:sp>
        <p:sp>
          <p:nvSpPr>
            <p:cNvPr id="1048735" name="Freeform 47"/>
            <p:cNvSpPr>
              <a:spLocks noEditPoints="1"/>
            </p:cNvSpPr>
            <p:nvPr/>
          </p:nvSpPr>
          <p:spPr bwMode="auto">
            <a:xfrm>
              <a:off x="1687996" y="4547929"/>
              <a:ext cx="4763" cy="0"/>
            </a:xfrm>
            <a:custGeom>
              <a:avLst/>
              <a:gdLst>
                <a:gd name="T0" fmla="*/ 1 w 1"/>
                <a:gd name="T1" fmla="*/ 1 w 1"/>
                <a:gd name="T2" fmla="*/ 1 w 1"/>
                <a:gd name="T3" fmla="*/ 1 w 1"/>
                <a:gd name="T4" fmla="*/ 1 w 1"/>
                <a:gd name="T5" fmla="*/ 1 w 1"/>
                <a:gd name="T6" fmla="*/ 1 w 1"/>
                <a:gd name="T7" fmla="*/ 1 w 1"/>
                <a:gd name="T8" fmla="*/ 1 w 1"/>
                <a:gd name="T9" fmla="*/ 1 w 1"/>
                <a:gd name="T10" fmla="*/ 1 w 1"/>
                <a:gd name="T11" fmla="*/ 1 w 1"/>
                <a:gd name="T12" fmla="*/ 1 w 1"/>
                <a:gd name="T13" fmla="*/ 1 w 1"/>
                <a:gd name="T14" fmla="*/ 1 w 1"/>
                <a:gd name="T15" fmla="*/ 1 w 1"/>
                <a:gd name="T16" fmla="*/ 1 w 1"/>
                <a:gd name="T17" fmla="*/ 1 w 1"/>
                <a:gd name="T18" fmla="*/ 0 w 1"/>
                <a:gd name="T19" fmla="*/ 0 w 1"/>
                <a:gd name="T20" fmla="*/ 0 w 1"/>
                <a:gd name="T21" fmla="*/ 0 w 1"/>
                <a:gd name="T22" fmla="*/ 0 w 1"/>
                <a:gd name="T23" fmla="*/ 0 w 1"/>
                <a:gd name="T24" fmla="*/ 0 w 1"/>
                <a:gd name="T25" fmla="*/ 0 w 1"/>
                <a:gd name="T26" fmla="*/ 0 w 1"/>
                <a:gd name="T27" fmla="*/ 0 w 1"/>
                <a:gd name="T28" fmla="*/ 0 w 1"/>
                <a:gd name="T29" fmla="*/ 0 w 1"/>
                <a:gd name="T30" fmla="*/ 0 w 1"/>
                <a:gd name="T31" fmla="*/ 0 w 1"/>
                <a:gd name="T32" fmla="*/ 0 w 1"/>
                <a:gd name="T33" fmla="*/ 0 w 1"/>
                <a:gd name="T34" fmla="*/ 0 w 1"/>
                <a:gd name="T35" fmla="*/ 0 w 1"/>
                <a:gd name="T36" fmla="*/ 0 w 1"/>
                <a:gd name="T37" fmla="*/ 0 w 1"/>
                <a:gd name="T38" fmla="*/ 0 w 1"/>
                <a:gd name="T39" fmla="*/ 0 w 1"/>
                <a:gd name="T40" fmla="*/ 0 w 1"/>
                <a:gd name="T41" fmla="*/ 0 w 1"/>
                <a:gd name="T42" fmla="*/ 0 w 1"/>
                <a:gd name="T43" fmla="*/ 0 w 1"/>
                <a:gd name="T44" fmla="*/ 0 w 1"/>
                <a:gd name="T45" fmla="*/ 0 w 1"/>
                <a:gd name="T46" fmla="*/ 0 w 1"/>
                <a:gd name="T47" fmla="*/ 0 w 1"/>
                <a:gd name="T48" fmla="*/ 0 w 1"/>
                <a:gd name="T49" fmla="*/ 0 w 1"/>
                <a:gd name="T50" fmla="*/ 0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  <a:cxn ang="0">
                  <a:pos x="T5" y="0"/>
                </a:cxn>
                <a:cxn ang="0">
                  <a:pos x="T6" y="0"/>
                </a:cxn>
                <a:cxn ang="0">
                  <a:pos x="T7" y="0"/>
                </a:cxn>
                <a:cxn ang="0">
                  <a:pos x="T8" y="0"/>
                </a:cxn>
                <a:cxn ang="0">
                  <a:pos x="T9" y="0"/>
                </a:cxn>
                <a:cxn ang="0">
                  <a:pos x="T10" y="0"/>
                </a:cxn>
                <a:cxn ang="0">
                  <a:pos x="T11" y="0"/>
                </a:cxn>
                <a:cxn ang="0">
                  <a:pos x="T12" y="0"/>
                </a:cxn>
                <a:cxn ang="0">
                  <a:pos x="T13" y="0"/>
                </a:cxn>
                <a:cxn ang="0">
                  <a:pos x="T14" y="0"/>
                </a:cxn>
                <a:cxn ang="0">
                  <a:pos x="T15" y="0"/>
                </a:cxn>
                <a:cxn ang="0">
                  <a:pos x="T16" y="0"/>
                </a:cxn>
                <a:cxn ang="0">
                  <a:pos x="T17" y="0"/>
                </a:cxn>
                <a:cxn ang="0">
                  <a:pos x="T18" y="0"/>
                </a:cxn>
                <a:cxn ang="0">
                  <a:pos x="T19" y="0"/>
                </a:cxn>
                <a:cxn ang="0">
                  <a:pos x="T20" y="0"/>
                </a:cxn>
                <a:cxn ang="0">
                  <a:pos x="T21" y="0"/>
                </a:cxn>
                <a:cxn ang="0">
                  <a:pos x="T22" y="0"/>
                </a:cxn>
                <a:cxn ang="0">
                  <a:pos x="T23" y="0"/>
                </a:cxn>
                <a:cxn ang="0">
                  <a:pos x="T24" y="0"/>
                </a:cxn>
                <a:cxn ang="0">
                  <a:pos x="T25" y="0"/>
                </a:cxn>
                <a:cxn ang="0">
                  <a:pos x="T26" y="0"/>
                </a:cxn>
                <a:cxn ang="0">
                  <a:pos x="T27" y="0"/>
                </a:cxn>
                <a:cxn ang="0">
                  <a:pos x="T28" y="0"/>
                </a:cxn>
                <a:cxn ang="0">
                  <a:pos x="T29" y="0"/>
                </a:cxn>
                <a:cxn ang="0">
                  <a:pos x="T30" y="0"/>
                </a:cxn>
                <a:cxn ang="0">
                  <a:pos x="T31" y="0"/>
                </a:cxn>
                <a:cxn ang="0">
                  <a:pos x="T32" y="0"/>
                </a:cxn>
                <a:cxn ang="0">
                  <a:pos x="T33" y="0"/>
                </a:cxn>
                <a:cxn ang="0">
                  <a:pos x="T34" y="0"/>
                </a:cxn>
                <a:cxn ang="0">
                  <a:pos x="T35" y="0"/>
                </a:cxn>
                <a:cxn ang="0">
                  <a:pos x="T36" y="0"/>
                </a:cxn>
                <a:cxn ang="0">
                  <a:pos x="T37" y="0"/>
                </a:cxn>
                <a:cxn ang="0">
                  <a:pos x="T38" y="0"/>
                </a:cxn>
                <a:cxn ang="0">
                  <a:pos x="T39" y="0"/>
                </a:cxn>
                <a:cxn ang="0">
                  <a:pos x="T40" y="0"/>
                </a:cxn>
                <a:cxn ang="0">
                  <a:pos x="T41" y="0"/>
                </a:cxn>
                <a:cxn ang="0">
                  <a:pos x="T42" y="0"/>
                </a:cxn>
                <a:cxn ang="0">
                  <a:pos x="T43" y="0"/>
                </a:cxn>
                <a:cxn ang="0">
                  <a:pos x="T44" y="0"/>
                </a:cxn>
                <a:cxn ang="0">
                  <a:pos x="T45" y="0"/>
                </a:cxn>
                <a:cxn ang="0">
                  <a:pos x="T46" y="0"/>
                </a:cxn>
                <a:cxn ang="0">
                  <a:pos x="T47" y="0"/>
                </a:cxn>
                <a:cxn ang="0">
                  <a:pos x="T48" y="0"/>
                </a:cxn>
                <a:cxn ang="0">
                  <a:pos x="T49" y="0"/>
                </a:cxn>
                <a:cxn ang="0">
                  <a:pos x="T50" y="0"/>
                </a:cxn>
              </a:cxnLst>
              <a:rect l="0" t="0" r="r" b="b"/>
              <a:pathLst>
                <a:path w="1">
                  <a:moveTo>
                    <a:pt x="1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moveTo>
                    <a:pt x="1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moveTo>
                    <a:pt x="1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moveTo>
                    <a:pt x="1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moveTo>
                    <a:pt x="1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moveTo>
                    <a:pt x="1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</a:path>
              </a:pathLst>
            </a:custGeom>
            <a:solidFill>
              <a:srgbClr val="D3D3D3"/>
            </a:solidFill>
            <a:ln>
              <a:noFill/>
            </a:ln>
          </p:spPr>
          <p:txBody>
            <a:bodyPr anchor="t" anchorCtr="0" bIns="45720" compatLnSpc="1" lIns="91440" numCol="1" rIns="91440" tIns="45720" vert="horz" wrap="square"/>
            <a:p>
              <a:pPr algn="l" defTabSz="914400" eaLnBrk="1" fontAlgn="auto" hangingPunct="1" indent="0" latinLnBrk="0" lvl="0" marL="0" marR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baseline="0" b="0" cap="none" sz="1800" i="0" kern="1200" kumimoji="0" lang="id-ID" noProof="0" normalizeH="0" spc="0" strike="noStrike" u="none">
                <a:ln>
                  <a:noFill/>
                </a:ln>
                <a:solidFill>
                  <a:srgbClr val="2A2A2A"/>
                </a:solidFill>
                <a:effectLst/>
                <a:uLnTx/>
                <a:uFillTx/>
                <a:latin typeface="Calibri" panose="020F0502020204030204" charset="0"/>
                <a:ea typeface="Calibri" panose="020F0502020204030204" charset="0"/>
                <a:cs typeface="Calibri" panose="020F0502020204030204" charset="0"/>
              </a:endParaRPr>
            </a:p>
          </p:txBody>
        </p:sp>
        <p:sp>
          <p:nvSpPr>
            <p:cNvPr id="1048736" name="Freeform 48"/>
            <p:cNvSpPr>
              <a:spLocks noEditPoints="1"/>
            </p:cNvSpPr>
            <p:nvPr/>
          </p:nvSpPr>
          <p:spPr bwMode="auto">
            <a:xfrm>
              <a:off x="1659421" y="4547929"/>
              <a:ext cx="39688" cy="4762"/>
            </a:xfrm>
            <a:custGeom>
              <a:avLst/>
              <a:gdLst>
                <a:gd name="T0" fmla="*/ 7 w 7"/>
                <a:gd name="T1" fmla="*/ 1 h 1"/>
                <a:gd name="T2" fmla="*/ 7 w 7"/>
                <a:gd name="T3" fmla="*/ 1 h 1"/>
                <a:gd name="T4" fmla="*/ 7 w 7"/>
                <a:gd name="T5" fmla="*/ 1 h 1"/>
                <a:gd name="T6" fmla="*/ 7 w 7"/>
                <a:gd name="T7" fmla="*/ 1 h 1"/>
                <a:gd name="T8" fmla="*/ 7 w 7"/>
                <a:gd name="T9" fmla="*/ 1 h 1"/>
                <a:gd name="T10" fmla="*/ 7 w 7"/>
                <a:gd name="T11" fmla="*/ 1 h 1"/>
                <a:gd name="T12" fmla="*/ 1 w 7"/>
                <a:gd name="T13" fmla="*/ 0 h 1"/>
                <a:gd name="T14" fmla="*/ 1 w 7"/>
                <a:gd name="T15" fmla="*/ 0 h 1"/>
                <a:gd name="T16" fmla="*/ 1 w 7"/>
                <a:gd name="T17" fmla="*/ 0 h 1"/>
                <a:gd name="T18" fmla="*/ 0 w 7"/>
                <a:gd name="T19" fmla="*/ 0 h 1"/>
                <a:gd name="T20" fmla="*/ 1 w 7"/>
                <a:gd name="T21" fmla="*/ 0 h 1"/>
                <a:gd name="T22" fmla="*/ 0 w 7"/>
                <a:gd name="T23" fmla="*/ 0 h 1"/>
                <a:gd name="T24" fmla="*/ 0 w 7"/>
                <a:gd name="T25" fmla="*/ 0 h 1"/>
                <a:gd name="T26" fmla="*/ 0 w 7"/>
                <a:gd name="T27" fmla="*/ 0 h 1"/>
                <a:gd name="T28" fmla="*/ 0 w 7"/>
                <a:gd name="T2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7" h="1">
                  <a:moveTo>
                    <a:pt x="7" y="1"/>
                  </a:moveTo>
                  <a:cubicBezTo>
                    <a:pt x="7" y="1"/>
                    <a:pt x="7" y="1"/>
                    <a:pt x="7" y="1"/>
                  </a:cubicBezTo>
                  <a:cubicBezTo>
                    <a:pt x="7" y="1"/>
                    <a:pt x="7" y="1"/>
                    <a:pt x="7" y="1"/>
                  </a:cubicBezTo>
                  <a:moveTo>
                    <a:pt x="7" y="1"/>
                  </a:moveTo>
                  <a:cubicBezTo>
                    <a:pt x="7" y="1"/>
                    <a:pt x="7" y="1"/>
                    <a:pt x="7" y="1"/>
                  </a:cubicBezTo>
                  <a:cubicBezTo>
                    <a:pt x="7" y="1"/>
                    <a:pt x="7" y="1"/>
                    <a:pt x="7" y="1"/>
                  </a:cubicBezTo>
                  <a:moveTo>
                    <a:pt x="1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moveTo>
                    <a:pt x="0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0" y="0"/>
                  </a:cubicBezTo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</a:path>
              </a:pathLst>
            </a:custGeom>
            <a:solidFill>
              <a:srgbClr val="EAEAEB"/>
            </a:solidFill>
            <a:ln>
              <a:noFill/>
            </a:ln>
          </p:spPr>
          <p:txBody>
            <a:bodyPr anchor="t" anchorCtr="0" bIns="45720" compatLnSpc="1" lIns="91440" numCol="1" rIns="91440" tIns="45720" vert="horz" wrap="square"/>
            <a:p>
              <a:pPr algn="l" defTabSz="914400" eaLnBrk="1" fontAlgn="auto" hangingPunct="1" indent="0" latinLnBrk="0" lvl="0" marL="0" marR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baseline="0" b="0" cap="none" sz="1800" i="0" kern="1200" kumimoji="0" lang="id-ID" noProof="0" normalizeH="0" spc="0" strike="noStrike" u="none">
                <a:ln>
                  <a:noFill/>
                </a:ln>
                <a:solidFill>
                  <a:srgbClr val="2A2A2A"/>
                </a:solidFill>
                <a:effectLst/>
                <a:uLnTx/>
                <a:uFillTx/>
                <a:latin typeface="Calibri" panose="020F0502020204030204" charset="0"/>
                <a:ea typeface="Calibri" panose="020F0502020204030204" charset="0"/>
                <a:cs typeface="Calibri" panose="020F0502020204030204" charset="0"/>
              </a:endParaRPr>
            </a:p>
          </p:txBody>
        </p:sp>
        <p:sp>
          <p:nvSpPr>
            <p:cNvPr id="1048737" name="Freeform 49"/>
            <p:cNvSpPr/>
            <p:nvPr/>
          </p:nvSpPr>
          <p:spPr bwMode="auto">
            <a:xfrm>
              <a:off x="1630846" y="4411404"/>
              <a:ext cx="446088" cy="141287"/>
            </a:xfrm>
            <a:custGeom>
              <a:avLst/>
              <a:gdLst>
                <a:gd name="T0" fmla="*/ 10 w 79"/>
                <a:gd name="T1" fmla="*/ 3 h 25"/>
                <a:gd name="T2" fmla="*/ 8 w 79"/>
                <a:gd name="T3" fmla="*/ 3 h 25"/>
                <a:gd name="T4" fmla="*/ 8 w 79"/>
                <a:gd name="T5" fmla="*/ 3 h 25"/>
                <a:gd name="T6" fmla="*/ 7 w 79"/>
                <a:gd name="T7" fmla="*/ 3 h 25"/>
                <a:gd name="T8" fmla="*/ 7 w 79"/>
                <a:gd name="T9" fmla="*/ 4 h 25"/>
                <a:gd name="T10" fmla="*/ 6 w 79"/>
                <a:gd name="T11" fmla="*/ 4 h 25"/>
                <a:gd name="T12" fmla="*/ 2 w 79"/>
                <a:gd name="T13" fmla="*/ 5 h 25"/>
                <a:gd name="T14" fmla="*/ 2 w 79"/>
                <a:gd name="T15" fmla="*/ 5 h 25"/>
                <a:gd name="T16" fmla="*/ 1 w 79"/>
                <a:gd name="T17" fmla="*/ 6 h 25"/>
                <a:gd name="T18" fmla="*/ 0 w 79"/>
                <a:gd name="T19" fmla="*/ 8 h 25"/>
                <a:gd name="T20" fmla="*/ 0 w 79"/>
                <a:gd name="T21" fmla="*/ 10 h 25"/>
                <a:gd name="T22" fmla="*/ 0 w 79"/>
                <a:gd name="T23" fmla="*/ 19 h 25"/>
                <a:gd name="T24" fmla="*/ 5 w 79"/>
                <a:gd name="T25" fmla="*/ 24 h 25"/>
                <a:gd name="T26" fmla="*/ 5 w 79"/>
                <a:gd name="T27" fmla="*/ 24 h 25"/>
                <a:gd name="T28" fmla="*/ 6 w 79"/>
                <a:gd name="T29" fmla="*/ 24 h 25"/>
                <a:gd name="T30" fmla="*/ 6 w 79"/>
                <a:gd name="T31" fmla="*/ 24 h 25"/>
                <a:gd name="T32" fmla="*/ 9 w 79"/>
                <a:gd name="T33" fmla="*/ 24 h 25"/>
                <a:gd name="T34" fmla="*/ 10 w 79"/>
                <a:gd name="T35" fmla="*/ 24 h 25"/>
                <a:gd name="T36" fmla="*/ 10 w 79"/>
                <a:gd name="T37" fmla="*/ 24 h 25"/>
                <a:gd name="T38" fmla="*/ 10 w 79"/>
                <a:gd name="T39" fmla="*/ 24 h 25"/>
                <a:gd name="T40" fmla="*/ 10 w 79"/>
                <a:gd name="T41" fmla="*/ 24 h 25"/>
                <a:gd name="T42" fmla="*/ 10 w 79"/>
                <a:gd name="T43" fmla="*/ 24 h 25"/>
                <a:gd name="T44" fmla="*/ 10 w 79"/>
                <a:gd name="T45" fmla="*/ 24 h 25"/>
                <a:gd name="T46" fmla="*/ 10 w 79"/>
                <a:gd name="T47" fmla="*/ 24 h 25"/>
                <a:gd name="T48" fmla="*/ 10 w 79"/>
                <a:gd name="T49" fmla="*/ 24 h 25"/>
                <a:gd name="T50" fmla="*/ 10 w 79"/>
                <a:gd name="T51" fmla="*/ 24 h 25"/>
                <a:gd name="T52" fmla="*/ 10 w 79"/>
                <a:gd name="T53" fmla="*/ 24 h 25"/>
                <a:gd name="T54" fmla="*/ 10 w 79"/>
                <a:gd name="T55" fmla="*/ 24 h 25"/>
                <a:gd name="T56" fmla="*/ 11 w 79"/>
                <a:gd name="T57" fmla="*/ 24 h 25"/>
                <a:gd name="T58" fmla="*/ 11 w 79"/>
                <a:gd name="T59" fmla="*/ 24 h 25"/>
                <a:gd name="T60" fmla="*/ 11 w 79"/>
                <a:gd name="T61" fmla="*/ 24 h 25"/>
                <a:gd name="T62" fmla="*/ 11 w 79"/>
                <a:gd name="T63" fmla="*/ 24 h 25"/>
                <a:gd name="T64" fmla="*/ 11 w 79"/>
                <a:gd name="T65" fmla="*/ 24 h 25"/>
                <a:gd name="T66" fmla="*/ 11 w 79"/>
                <a:gd name="T67" fmla="*/ 24 h 25"/>
                <a:gd name="T68" fmla="*/ 12 w 79"/>
                <a:gd name="T69" fmla="*/ 25 h 25"/>
                <a:gd name="T70" fmla="*/ 12 w 79"/>
                <a:gd name="T71" fmla="*/ 25 h 25"/>
                <a:gd name="T72" fmla="*/ 12 w 79"/>
                <a:gd name="T73" fmla="*/ 25 h 25"/>
                <a:gd name="T74" fmla="*/ 12 w 79"/>
                <a:gd name="T75" fmla="*/ 25 h 25"/>
                <a:gd name="T76" fmla="*/ 79 w 79"/>
                <a:gd name="T77" fmla="*/ 0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79" h="25">
                  <a:moveTo>
                    <a:pt x="79" y="0"/>
                  </a:moveTo>
                  <a:cubicBezTo>
                    <a:pt x="10" y="3"/>
                    <a:pt x="10" y="3"/>
                    <a:pt x="10" y="3"/>
                  </a:cubicBezTo>
                  <a:cubicBezTo>
                    <a:pt x="10" y="3"/>
                    <a:pt x="10" y="3"/>
                    <a:pt x="10" y="3"/>
                  </a:cubicBezTo>
                  <a:cubicBezTo>
                    <a:pt x="9" y="3"/>
                    <a:pt x="9" y="3"/>
                    <a:pt x="8" y="3"/>
                  </a:cubicBezTo>
                  <a:cubicBezTo>
                    <a:pt x="8" y="3"/>
                    <a:pt x="8" y="3"/>
                    <a:pt x="8" y="3"/>
                  </a:cubicBezTo>
                  <a:cubicBezTo>
                    <a:pt x="8" y="3"/>
                    <a:pt x="8" y="3"/>
                    <a:pt x="8" y="3"/>
                  </a:cubicBezTo>
                  <a:cubicBezTo>
                    <a:pt x="8" y="3"/>
                    <a:pt x="8" y="3"/>
                    <a:pt x="7" y="3"/>
                  </a:cubicBezTo>
                  <a:cubicBezTo>
                    <a:pt x="7" y="3"/>
                    <a:pt x="7" y="3"/>
                    <a:pt x="7" y="3"/>
                  </a:cubicBezTo>
                  <a:cubicBezTo>
                    <a:pt x="7" y="3"/>
                    <a:pt x="7" y="3"/>
                    <a:pt x="7" y="3"/>
                  </a:cubicBezTo>
                  <a:cubicBezTo>
                    <a:pt x="7" y="4"/>
                    <a:pt x="7" y="4"/>
                    <a:pt x="7" y="4"/>
                  </a:cubicBezTo>
                  <a:cubicBezTo>
                    <a:pt x="7" y="4"/>
                    <a:pt x="7" y="4"/>
                    <a:pt x="7" y="4"/>
                  </a:cubicBezTo>
                  <a:cubicBezTo>
                    <a:pt x="6" y="4"/>
                    <a:pt x="6" y="4"/>
                    <a:pt x="6" y="4"/>
                  </a:cubicBezTo>
                  <a:cubicBezTo>
                    <a:pt x="6" y="4"/>
                    <a:pt x="6" y="4"/>
                    <a:pt x="6" y="4"/>
                  </a:cubicBezTo>
                  <a:cubicBezTo>
                    <a:pt x="5" y="4"/>
                    <a:pt x="3" y="4"/>
                    <a:pt x="2" y="5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2" y="5"/>
                    <a:pt x="2" y="5"/>
                    <a:pt x="1" y="6"/>
                  </a:cubicBezTo>
                  <a:cubicBezTo>
                    <a:pt x="1" y="6"/>
                    <a:pt x="1" y="6"/>
                    <a:pt x="1" y="6"/>
                  </a:cubicBezTo>
                  <a:cubicBezTo>
                    <a:pt x="1" y="7"/>
                    <a:pt x="1" y="7"/>
                    <a:pt x="1" y="7"/>
                  </a:cubicBezTo>
                  <a:cubicBezTo>
                    <a:pt x="0" y="7"/>
                    <a:pt x="0" y="7"/>
                    <a:pt x="0" y="8"/>
                  </a:cubicBezTo>
                  <a:cubicBezTo>
                    <a:pt x="0" y="8"/>
                    <a:pt x="0" y="9"/>
                    <a:pt x="0" y="10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0" y="19"/>
                    <a:pt x="0" y="19"/>
                    <a:pt x="0" y="19"/>
                  </a:cubicBezTo>
                  <a:cubicBezTo>
                    <a:pt x="0" y="20"/>
                    <a:pt x="0" y="20"/>
                    <a:pt x="1" y="21"/>
                  </a:cubicBezTo>
                  <a:cubicBezTo>
                    <a:pt x="2" y="23"/>
                    <a:pt x="3" y="24"/>
                    <a:pt x="5" y="24"/>
                  </a:cubicBezTo>
                  <a:cubicBezTo>
                    <a:pt x="5" y="24"/>
                    <a:pt x="5" y="24"/>
                    <a:pt x="5" y="24"/>
                  </a:cubicBezTo>
                  <a:cubicBezTo>
                    <a:pt x="5" y="24"/>
                    <a:pt x="5" y="24"/>
                    <a:pt x="5" y="24"/>
                  </a:cubicBezTo>
                  <a:cubicBezTo>
                    <a:pt x="6" y="24"/>
                    <a:pt x="6" y="24"/>
                    <a:pt x="6" y="24"/>
                  </a:cubicBezTo>
                  <a:cubicBezTo>
                    <a:pt x="6" y="24"/>
                    <a:pt x="6" y="24"/>
                    <a:pt x="6" y="24"/>
                  </a:cubicBezTo>
                  <a:cubicBezTo>
                    <a:pt x="6" y="24"/>
                    <a:pt x="6" y="24"/>
                    <a:pt x="6" y="24"/>
                  </a:cubicBezTo>
                  <a:cubicBezTo>
                    <a:pt x="6" y="24"/>
                    <a:pt x="6" y="24"/>
                    <a:pt x="6" y="24"/>
                  </a:cubicBezTo>
                  <a:cubicBezTo>
                    <a:pt x="6" y="24"/>
                    <a:pt x="6" y="24"/>
                    <a:pt x="6" y="24"/>
                  </a:cubicBezTo>
                  <a:cubicBezTo>
                    <a:pt x="9" y="24"/>
                    <a:pt x="9" y="24"/>
                    <a:pt x="9" y="24"/>
                  </a:cubicBezTo>
                  <a:cubicBezTo>
                    <a:pt x="9" y="24"/>
                    <a:pt x="10" y="24"/>
                    <a:pt x="10" y="24"/>
                  </a:cubicBezTo>
                  <a:cubicBezTo>
                    <a:pt x="10" y="24"/>
                    <a:pt x="10" y="24"/>
                    <a:pt x="10" y="24"/>
                  </a:cubicBezTo>
                  <a:cubicBezTo>
                    <a:pt x="10" y="24"/>
                    <a:pt x="10" y="24"/>
                    <a:pt x="10" y="24"/>
                  </a:cubicBezTo>
                  <a:cubicBezTo>
                    <a:pt x="10" y="24"/>
                    <a:pt x="10" y="24"/>
                    <a:pt x="10" y="24"/>
                  </a:cubicBezTo>
                  <a:cubicBezTo>
                    <a:pt x="10" y="24"/>
                    <a:pt x="10" y="24"/>
                    <a:pt x="10" y="24"/>
                  </a:cubicBezTo>
                  <a:cubicBezTo>
                    <a:pt x="10" y="24"/>
                    <a:pt x="10" y="24"/>
                    <a:pt x="10" y="24"/>
                  </a:cubicBezTo>
                  <a:cubicBezTo>
                    <a:pt x="10" y="24"/>
                    <a:pt x="10" y="24"/>
                    <a:pt x="10" y="24"/>
                  </a:cubicBezTo>
                  <a:cubicBezTo>
                    <a:pt x="10" y="24"/>
                    <a:pt x="10" y="24"/>
                    <a:pt x="10" y="24"/>
                  </a:cubicBezTo>
                  <a:cubicBezTo>
                    <a:pt x="10" y="24"/>
                    <a:pt x="10" y="24"/>
                    <a:pt x="10" y="24"/>
                  </a:cubicBezTo>
                  <a:cubicBezTo>
                    <a:pt x="10" y="24"/>
                    <a:pt x="10" y="24"/>
                    <a:pt x="10" y="24"/>
                  </a:cubicBezTo>
                  <a:cubicBezTo>
                    <a:pt x="10" y="24"/>
                    <a:pt x="10" y="24"/>
                    <a:pt x="10" y="24"/>
                  </a:cubicBezTo>
                  <a:cubicBezTo>
                    <a:pt x="10" y="24"/>
                    <a:pt x="10" y="24"/>
                    <a:pt x="10" y="24"/>
                  </a:cubicBezTo>
                  <a:cubicBezTo>
                    <a:pt x="10" y="24"/>
                    <a:pt x="10" y="24"/>
                    <a:pt x="10" y="24"/>
                  </a:cubicBezTo>
                  <a:cubicBezTo>
                    <a:pt x="10" y="24"/>
                    <a:pt x="10" y="24"/>
                    <a:pt x="10" y="24"/>
                  </a:cubicBezTo>
                  <a:cubicBezTo>
                    <a:pt x="10" y="24"/>
                    <a:pt x="10" y="24"/>
                    <a:pt x="10" y="24"/>
                  </a:cubicBezTo>
                  <a:cubicBezTo>
                    <a:pt x="10" y="24"/>
                    <a:pt x="10" y="24"/>
                    <a:pt x="10" y="24"/>
                  </a:cubicBezTo>
                  <a:cubicBezTo>
                    <a:pt x="10" y="24"/>
                    <a:pt x="10" y="24"/>
                    <a:pt x="10" y="24"/>
                  </a:cubicBezTo>
                  <a:cubicBezTo>
                    <a:pt x="10" y="24"/>
                    <a:pt x="10" y="24"/>
                    <a:pt x="10" y="24"/>
                  </a:cubicBezTo>
                  <a:cubicBezTo>
                    <a:pt x="10" y="24"/>
                    <a:pt x="10" y="24"/>
                    <a:pt x="10" y="24"/>
                  </a:cubicBezTo>
                  <a:cubicBezTo>
                    <a:pt x="10" y="24"/>
                    <a:pt x="10" y="24"/>
                    <a:pt x="10" y="24"/>
                  </a:cubicBezTo>
                  <a:cubicBezTo>
                    <a:pt x="10" y="24"/>
                    <a:pt x="10" y="24"/>
                    <a:pt x="10" y="24"/>
                  </a:cubicBezTo>
                  <a:cubicBezTo>
                    <a:pt x="10" y="24"/>
                    <a:pt x="10" y="24"/>
                    <a:pt x="10" y="24"/>
                  </a:cubicBezTo>
                  <a:cubicBezTo>
                    <a:pt x="10" y="24"/>
                    <a:pt x="10" y="24"/>
                    <a:pt x="10" y="24"/>
                  </a:cubicBezTo>
                  <a:cubicBezTo>
                    <a:pt x="10" y="24"/>
                    <a:pt x="10" y="24"/>
                    <a:pt x="11" y="24"/>
                  </a:cubicBezTo>
                  <a:cubicBezTo>
                    <a:pt x="11" y="24"/>
                    <a:pt x="11" y="24"/>
                    <a:pt x="11" y="24"/>
                  </a:cubicBezTo>
                  <a:cubicBezTo>
                    <a:pt x="11" y="24"/>
                    <a:pt x="11" y="24"/>
                    <a:pt x="11" y="24"/>
                  </a:cubicBezTo>
                  <a:cubicBezTo>
                    <a:pt x="11" y="24"/>
                    <a:pt x="11" y="24"/>
                    <a:pt x="11" y="24"/>
                  </a:cubicBezTo>
                  <a:cubicBezTo>
                    <a:pt x="11" y="24"/>
                    <a:pt x="11" y="24"/>
                    <a:pt x="11" y="24"/>
                  </a:cubicBezTo>
                  <a:cubicBezTo>
                    <a:pt x="11" y="24"/>
                    <a:pt x="11" y="24"/>
                    <a:pt x="11" y="24"/>
                  </a:cubicBezTo>
                  <a:cubicBezTo>
                    <a:pt x="11" y="24"/>
                    <a:pt x="11" y="24"/>
                    <a:pt x="11" y="24"/>
                  </a:cubicBezTo>
                  <a:cubicBezTo>
                    <a:pt x="11" y="24"/>
                    <a:pt x="11" y="24"/>
                    <a:pt x="11" y="24"/>
                  </a:cubicBezTo>
                  <a:cubicBezTo>
                    <a:pt x="11" y="24"/>
                    <a:pt x="11" y="24"/>
                    <a:pt x="11" y="24"/>
                  </a:cubicBezTo>
                  <a:cubicBezTo>
                    <a:pt x="11" y="24"/>
                    <a:pt x="11" y="24"/>
                    <a:pt x="11" y="24"/>
                  </a:cubicBezTo>
                  <a:cubicBezTo>
                    <a:pt x="11" y="24"/>
                    <a:pt x="11" y="24"/>
                    <a:pt x="11" y="24"/>
                  </a:cubicBezTo>
                  <a:cubicBezTo>
                    <a:pt x="11" y="24"/>
                    <a:pt x="11" y="24"/>
                    <a:pt x="11" y="24"/>
                  </a:cubicBezTo>
                  <a:cubicBezTo>
                    <a:pt x="11" y="24"/>
                    <a:pt x="11" y="25"/>
                    <a:pt x="12" y="25"/>
                  </a:cubicBezTo>
                  <a:cubicBezTo>
                    <a:pt x="12" y="25"/>
                    <a:pt x="12" y="25"/>
                    <a:pt x="12" y="25"/>
                  </a:cubicBezTo>
                  <a:cubicBezTo>
                    <a:pt x="12" y="25"/>
                    <a:pt x="12" y="25"/>
                    <a:pt x="12" y="25"/>
                  </a:cubicBezTo>
                  <a:cubicBezTo>
                    <a:pt x="12" y="25"/>
                    <a:pt x="12" y="25"/>
                    <a:pt x="12" y="25"/>
                  </a:cubicBezTo>
                  <a:cubicBezTo>
                    <a:pt x="12" y="25"/>
                    <a:pt x="12" y="25"/>
                    <a:pt x="12" y="25"/>
                  </a:cubicBezTo>
                  <a:cubicBezTo>
                    <a:pt x="12" y="25"/>
                    <a:pt x="12" y="25"/>
                    <a:pt x="12" y="25"/>
                  </a:cubicBezTo>
                  <a:cubicBezTo>
                    <a:pt x="12" y="25"/>
                    <a:pt x="12" y="25"/>
                    <a:pt x="12" y="25"/>
                  </a:cubicBezTo>
                  <a:cubicBezTo>
                    <a:pt x="79" y="22"/>
                    <a:pt x="79" y="22"/>
                    <a:pt x="79" y="22"/>
                  </a:cubicBezTo>
                  <a:cubicBezTo>
                    <a:pt x="79" y="0"/>
                    <a:pt x="79" y="0"/>
                    <a:pt x="79" y="0"/>
                  </a:cubicBezTo>
                </a:path>
              </a:pathLst>
            </a:custGeom>
            <a:solidFill>
              <a:srgbClr val="A5A5A6"/>
            </a:solidFill>
            <a:ln>
              <a:noFill/>
            </a:ln>
          </p:spPr>
          <p:txBody>
            <a:bodyPr anchor="t" anchorCtr="0" bIns="45720" compatLnSpc="1" lIns="91440" numCol="1" rIns="91440" tIns="45720" vert="horz" wrap="square"/>
            <a:p>
              <a:pPr algn="l" defTabSz="914400" eaLnBrk="1" fontAlgn="auto" hangingPunct="1" indent="0" latinLnBrk="0" lvl="0" marL="0" marR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baseline="0" b="0" cap="none" sz="1800" i="0" kern="1200" kumimoji="0" lang="id-ID" noProof="0" normalizeH="0" spc="0" strike="noStrike" u="none">
                <a:ln>
                  <a:noFill/>
                </a:ln>
                <a:solidFill>
                  <a:srgbClr val="2A2A2A"/>
                </a:solidFill>
                <a:effectLst/>
                <a:uLnTx/>
                <a:uFillTx/>
                <a:latin typeface="Calibri" panose="020F0502020204030204" charset="0"/>
                <a:ea typeface="Calibri" panose="020F0502020204030204" charset="0"/>
                <a:cs typeface="Calibri" panose="020F0502020204030204" charset="0"/>
              </a:endParaRPr>
            </a:p>
          </p:txBody>
        </p:sp>
      </p:grpSp>
      <p:grpSp>
        <p:nvGrpSpPr>
          <p:cNvPr id="59" name="Group 46"/>
          <p:cNvGrpSpPr/>
          <p:nvPr/>
        </p:nvGrpSpPr>
        <p:grpSpPr>
          <a:xfrm>
            <a:off x="6488008" y="4073643"/>
            <a:ext cx="384197" cy="390295"/>
            <a:chOff x="3196015" y="3428840"/>
            <a:chExt cx="384197" cy="390295"/>
          </a:xfrm>
          <a:solidFill>
            <a:srgbClr val="848688"/>
          </a:solidFill>
        </p:grpSpPr>
        <p:sp>
          <p:nvSpPr>
            <p:cNvPr id="1048738" name="Freeform 52"/>
            <p:cNvSpPr>
              <a:spLocks noEditPoints="1"/>
            </p:cNvSpPr>
            <p:nvPr/>
          </p:nvSpPr>
          <p:spPr bwMode="auto">
            <a:xfrm>
              <a:off x="3196015" y="3428840"/>
              <a:ext cx="384197" cy="390295"/>
            </a:xfrm>
            <a:custGeom>
              <a:avLst/>
              <a:gdLst>
                <a:gd name="T0" fmla="*/ 49 w 53"/>
                <a:gd name="T1" fmla="*/ 13 h 54"/>
                <a:gd name="T2" fmla="*/ 46 w 53"/>
                <a:gd name="T3" fmla="*/ 13 h 54"/>
                <a:gd name="T4" fmla="*/ 45 w 53"/>
                <a:gd name="T5" fmla="*/ 8 h 54"/>
                <a:gd name="T6" fmla="*/ 40 w 53"/>
                <a:gd name="T7" fmla="*/ 7 h 54"/>
                <a:gd name="T8" fmla="*/ 38 w 53"/>
                <a:gd name="T9" fmla="*/ 3 h 54"/>
                <a:gd name="T10" fmla="*/ 33 w 53"/>
                <a:gd name="T11" fmla="*/ 4 h 54"/>
                <a:gd name="T12" fmla="*/ 29 w 53"/>
                <a:gd name="T13" fmla="*/ 1 h 54"/>
                <a:gd name="T14" fmla="*/ 25 w 53"/>
                <a:gd name="T15" fmla="*/ 3 h 54"/>
                <a:gd name="T16" fmla="*/ 20 w 53"/>
                <a:gd name="T17" fmla="*/ 1 h 54"/>
                <a:gd name="T18" fmla="*/ 17 w 53"/>
                <a:gd name="T19" fmla="*/ 5 h 54"/>
                <a:gd name="T20" fmla="*/ 12 w 53"/>
                <a:gd name="T21" fmla="*/ 5 h 54"/>
                <a:gd name="T22" fmla="*/ 11 w 53"/>
                <a:gd name="T23" fmla="*/ 9 h 54"/>
                <a:gd name="T24" fmla="*/ 6 w 53"/>
                <a:gd name="T25" fmla="*/ 11 h 54"/>
                <a:gd name="T26" fmla="*/ 6 w 53"/>
                <a:gd name="T27" fmla="*/ 15 h 54"/>
                <a:gd name="T28" fmla="*/ 1 w 53"/>
                <a:gd name="T29" fmla="*/ 19 h 54"/>
                <a:gd name="T30" fmla="*/ 3 w 53"/>
                <a:gd name="T31" fmla="*/ 23 h 54"/>
                <a:gd name="T32" fmla="*/ 0 w 53"/>
                <a:gd name="T33" fmla="*/ 27 h 54"/>
                <a:gd name="T34" fmla="*/ 3 w 53"/>
                <a:gd name="T35" fmla="*/ 31 h 54"/>
                <a:gd name="T36" fmla="*/ 2 w 53"/>
                <a:gd name="T37" fmla="*/ 36 h 54"/>
                <a:gd name="T38" fmla="*/ 5 w 53"/>
                <a:gd name="T39" fmla="*/ 38 h 54"/>
                <a:gd name="T40" fmla="*/ 4 w 53"/>
                <a:gd name="T41" fmla="*/ 40 h 54"/>
                <a:gd name="T42" fmla="*/ 8 w 53"/>
                <a:gd name="T43" fmla="*/ 42 h 54"/>
                <a:gd name="T44" fmla="*/ 9 w 53"/>
                <a:gd name="T45" fmla="*/ 47 h 54"/>
                <a:gd name="T46" fmla="*/ 14 w 53"/>
                <a:gd name="T47" fmla="*/ 48 h 54"/>
                <a:gd name="T48" fmla="*/ 16 w 53"/>
                <a:gd name="T49" fmla="*/ 52 h 54"/>
                <a:gd name="T50" fmla="*/ 22 w 53"/>
                <a:gd name="T51" fmla="*/ 51 h 54"/>
                <a:gd name="T52" fmla="*/ 25 w 53"/>
                <a:gd name="T53" fmla="*/ 54 h 54"/>
                <a:gd name="T54" fmla="*/ 30 w 53"/>
                <a:gd name="T55" fmla="*/ 51 h 54"/>
                <a:gd name="T56" fmla="*/ 34 w 53"/>
                <a:gd name="T57" fmla="*/ 53 h 54"/>
                <a:gd name="T58" fmla="*/ 37 w 53"/>
                <a:gd name="T59" fmla="*/ 49 h 54"/>
                <a:gd name="T60" fmla="*/ 41 w 53"/>
                <a:gd name="T61" fmla="*/ 49 h 54"/>
                <a:gd name="T62" fmla="*/ 44 w 53"/>
                <a:gd name="T63" fmla="*/ 44 h 54"/>
                <a:gd name="T64" fmla="*/ 48 w 53"/>
                <a:gd name="T65" fmla="*/ 43 h 54"/>
                <a:gd name="T66" fmla="*/ 48 w 53"/>
                <a:gd name="T67" fmla="*/ 37 h 54"/>
                <a:gd name="T68" fmla="*/ 52 w 53"/>
                <a:gd name="T69" fmla="*/ 35 h 54"/>
                <a:gd name="T70" fmla="*/ 51 w 53"/>
                <a:gd name="T71" fmla="*/ 30 h 54"/>
                <a:gd name="T72" fmla="*/ 53 w 53"/>
                <a:gd name="T73" fmla="*/ 26 h 54"/>
                <a:gd name="T74" fmla="*/ 50 w 53"/>
                <a:gd name="T75" fmla="*/ 22 h 54"/>
                <a:gd name="T76" fmla="*/ 52 w 53"/>
                <a:gd name="T77" fmla="*/ 17 h 54"/>
                <a:gd name="T78" fmla="*/ 20 w 53"/>
                <a:gd name="T79" fmla="*/ 30 h 54"/>
                <a:gd name="T80" fmla="*/ 33 w 53"/>
                <a:gd name="T81" fmla="*/ 24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53" h="54">
                  <a:moveTo>
                    <a:pt x="52" y="17"/>
                  </a:moveTo>
                  <a:cubicBezTo>
                    <a:pt x="49" y="13"/>
                    <a:pt x="49" y="13"/>
                    <a:pt x="49" y="13"/>
                  </a:cubicBezTo>
                  <a:cubicBezTo>
                    <a:pt x="47" y="14"/>
                    <a:pt x="47" y="14"/>
                    <a:pt x="47" y="14"/>
                  </a:cubicBezTo>
                  <a:cubicBezTo>
                    <a:pt x="47" y="14"/>
                    <a:pt x="47" y="13"/>
                    <a:pt x="46" y="13"/>
                  </a:cubicBezTo>
                  <a:cubicBezTo>
                    <a:pt x="48" y="11"/>
                    <a:pt x="48" y="11"/>
                    <a:pt x="48" y="11"/>
                  </a:cubicBezTo>
                  <a:cubicBezTo>
                    <a:pt x="45" y="8"/>
                    <a:pt x="45" y="8"/>
                    <a:pt x="45" y="8"/>
                  </a:cubicBezTo>
                  <a:cubicBezTo>
                    <a:pt x="43" y="9"/>
                    <a:pt x="43" y="9"/>
                    <a:pt x="43" y="9"/>
                  </a:cubicBezTo>
                  <a:cubicBezTo>
                    <a:pt x="42" y="9"/>
                    <a:pt x="41" y="8"/>
                    <a:pt x="40" y="7"/>
                  </a:cubicBezTo>
                  <a:cubicBezTo>
                    <a:pt x="42" y="5"/>
                    <a:pt x="42" y="5"/>
                    <a:pt x="42" y="5"/>
                  </a:cubicBezTo>
                  <a:cubicBezTo>
                    <a:pt x="38" y="3"/>
                    <a:pt x="38" y="3"/>
                    <a:pt x="38" y="3"/>
                  </a:cubicBezTo>
                  <a:cubicBezTo>
                    <a:pt x="36" y="5"/>
                    <a:pt x="36" y="5"/>
                    <a:pt x="36" y="5"/>
                  </a:cubicBezTo>
                  <a:cubicBezTo>
                    <a:pt x="35" y="4"/>
                    <a:pt x="34" y="4"/>
                    <a:pt x="33" y="4"/>
                  </a:cubicBezTo>
                  <a:cubicBezTo>
                    <a:pt x="34" y="1"/>
                    <a:pt x="34" y="1"/>
                    <a:pt x="34" y="1"/>
                  </a:cubicBezTo>
                  <a:cubicBezTo>
                    <a:pt x="29" y="1"/>
                    <a:pt x="29" y="1"/>
                    <a:pt x="29" y="1"/>
                  </a:cubicBezTo>
                  <a:cubicBezTo>
                    <a:pt x="29" y="3"/>
                    <a:pt x="29" y="3"/>
                    <a:pt x="29" y="3"/>
                  </a:cubicBezTo>
                  <a:cubicBezTo>
                    <a:pt x="28" y="3"/>
                    <a:pt x="26" y="3"/>
                    <a:pt x="25" y="3"/>
                  </a:cubicBezTo>
                  <a:cubicBezTo>
                    <a:pt x="25" y="0"/>
                    <a:pt x="25" y="0"/>
                    <a:pt x="25" y="0"/>
                  </a:cubicBezTo>
                  <a:cubicBezTo>
                    <a:pt x="20" y="1"/>
                    <a:pt x="20" y="1"/>
                    <a:pt x="20" y="1"/>
                  </a:cubicBezTo>
                  <a:cubicBezTo>
                    <a:pt x="21" y="4"/>
                    <a:pt x="21" y="4"/>
                    <a:pt x="21" y="4"/>
                  </a:cubicBezTo>
                  <a:cubicBezTo>
                    <a:pt x="20" y="4"/>
                    <a:pt x="18" y="4"/>
                    <a:pt x="17" y="5"/>
                  </a:cubicBezTo>
                  <a:cubicBezTo>
                    <a:pt x="16" y="3"/>
                    <a:pt x="16" y="3"/>
                    <a:pt x="16" y="3"/>
                  </a:cubicBezTo>
                  <a:cubicBezTo>
                    <a:pt x="12" y="5"/>
                    <a:pt x="12" y="5"/>
                    <a:pt x="12" y="5"/>
                  </a:cubicBezTo>
                  <a:cubicBezTo>
                    <a:pt x="13" y="7"/>
                    <a:pt x="13" y="7"/>
                    <a:pt x="13" y="7"/>
                  </a:cubicBezTo>
                  <a:cubicBezTo>
                    <a:pt x="12" y="8"/>
                    <a:pt x="11" y="8"/>
                    <a:pt x="11" y="9"/>
                  </a:cubicBezTo>
                  <a:cubicBezTo>
                    <a:pt x="9" y="7"/>
                    <a:pt x="9" y="7"/>
                    <a:pt x="9" y="7"/>
                  </a:cubicBezTo>
                  <a:cubicBezTo>
                    <a:pt x="6" y="11"/>
                    <a:pt x="6" y="11"/>
                    <a:pt x="6" y="11"/>
                  </a:cubicBezTo>
                  <a:cubicBezTo>
                    <a:pt x="7" y="13"/>
                    <a:pt x="7" y="13"/>
                    <a:pt x="7" y="13"/>
                  </a:cubicBezTo>
                  <a:cubicBezTo>
                    <a:pt x="7" y="13"/>
                    <a:pt x="6" y="14"/>
                    <a:pt x="6" y="15"/>
                  </a:cubicBezTo>
                  <a:cubicBezTo>
                    <a:pt x="3" y="14"/>
                    <a:pt x="3" y="14"/>
                    <a:pt x="3" y="14"/>
                  </a:cubicBezTo>
                  <a:cubicBezTo>
                    <a:pt x="1" y="19"/>
                    <a:pt x="1" y="19"/>
                    <a:pt x="1" y="19"/>
                  </a:cubicBezTo>
                  <a:cubicBezTo>
                    <a:pt x="4" y="20"/>
                    <a:pt x="4" y="20"/>
                    <a:pt x="4" y="20"/>
                  </a:cubicBezTo>
                  <a:cubicBezTo>
                    <a:pt x="3" y="21"/>
                    <a:pt x="3" y="22"/>
                    <a:pt x="3" y="23"/>
                  </a:cubicBezTo>
                  <a:cubicBezTo>
                    <a:pt x="0" y="23"/>
                    <a:pt x="0" y="23"/>
                    <a:pt x="0" y="23"/>
                  </a:cubicBezTo>
                  <a:cubicBezTo>
                    <a:pt x="0" y="27"/>
                    <a:pt x="0" y="27"/>
                    <a:pt x="0" y="27"/>
                  </a:cubicBezTo>
                  <a:cubicBezTo>
                    <a:pt x="3" y="28"/>
                    <a:pt x="3" y="28"/>
                    <a:pt x="3" y="28"/>
                  </a:cubicBezTo>
                  <a:cubicBezTo>
                    <a:pt x="3" y="29"/>
                    <a:pt x="3" y="30"/>
                    <a:pt x="3" y="31"/>
                  </a:cubicBezTo>
                  <a:cubicBezTo>
                    <a:pt x="1" y="32"/>
                    <a:pt x="1" y="32"/>
                    <a:pt x="1" y="32"/>
                  </a:cubicBezTo>
                  <a:cubicBezTo>
                    <a:pt x="2" y="36"/>
                    <a:pt x="2" y="36"/>
                    <a:pt x="2" y="36"/>
                  </a:cubicBezTo>
                  <a:cubicBezTo>
                    <a:pt x="4" y="35"/>
                    <a:pt x="4" y="35"/>
                    <a:pt x="4" y="35"/>
                  </a:cubicBezTo>
                  <a:cubicBezTo>
                    <a:pt x="4" y="36"/>
                    <a:pt x="5" y="37"/>
                    <a:pt x="5" y="38"/>
                  </a:cubicBezTo>
                  <a:cubicBezTo>
                    <a:pt x="6" y="38"/>
                    <a:pt x="6" y="38"/>
                    <a:pt x="6" y="38"/>
                  </a:cubicBezTo>
                  <a:cubicBezTo>
                    <a:pt x="4" y="40"/>
                    <a:pt x="4" y="40"/>
                    <a:pt x="4" y="40"/>
                  </a:cubicBezTo>
                  <a:cubicBezTo>
                    <a:pt x="6" y="44"/>
                    <a:pt x="6" y="44"/>
                    <a:pt x="6" y="44"/>
                  </a:cubicBezTo>
                  <a:cubicBezTo>
                    <a:pt x="8" y="42"/>
                    <a:pt x="8" y="42"/>
                    <a:pt x="8" y="42"/>
                  </a:cubicBezTo>
                  <a:cubicBezTo>
                    <a:pt x="9" y="43"/>
                    <a:pt x="10" y="44"/>
                    <a:pt x="10" y="45"/>
                  </a:cubicBezTo>
                  <a:cubicBezTo>
                    <a:pt x="9" y="47"/>
                    <a:pt x="9" y="47"/>
                    <a:pt x="9" y="47"/>
                  </a:cubicBezTo>
                  <a:cubicBezTo>
                    <a:pt x="13" y="50"/>
                    <a:pt x="13" y="50"/>
                    <a:pt x="13" y="50"/>
                  </a:cubicBezTo>
                  <a:cubicBezTo>
                    <a:pt x="14" y="48"/>
                    <a:pt x="14" y="48"/>
                    <a:pt x="14" y="48"/>
                  </a:cubicBezTo>
                  <a:cubicBezTo>
                    <a:pt x="15" y="48"/>
                    <a:pt x="16" y="49"/>
                    <a:pt x="17" y="49"/>
                  </a:cubicBezTo>
                  <a:cubicBezTo>
                    <a:pt x="16" y="52"/>
                    <a:pt x="16" y="52"/>
                    <a:pt x="16" y="52"/>
                  </a:cubicBezTo>
                  <a:cubicBezTo>
                    <a:pt x="21" y="53"/>
                    <a:pt x="21" y="53"/>
                    <a:pt x="21" y="53"/>
                  </a:cubicBezTo>
                  <a:cubicBezTo>
                    <a:pt x="22" y="51"/>
                    <a:pt x="22" y="51"/>
                    <a:pt x="22" y="51"/>
                  </a:cubicBezTo>
                  <a:cubicBezTo>
                    <a:pt x="23" y="51"/>
                    <a:pt x="24" y="51"/>
                    <a:pt x="25" y="51"/>
                  </a:cubicBezTo>
                  <a:cubicBezTo>
                    <a:pt x="25" y="54"/>
                    <a:pt x="25" y="54"/>
                    <a:pt x="25" y="54"/>
                  </a:cubicBezTo>
                  <a:cubicBezTo>
                    <a:pt x="30" y="53"/>
                    <a:pt x="30" y="53"/>
                    <a:pt x="30" y="53"/>
                  </a:cubicBezTo>
                  <a:cubicBezTo>
                    <a:pt x="30" y="51"/>
                    <a:pt x="30" y="51"/>
                    <a:pt x="30" y="51"/>
                  </a:cubicBezTo>
                  <a:cubicBezTo>
                    <a:pt x="31" y="51"/>
                    <a:pt x="32" y="51"/>
                    <a:pt x="33" y="50"/>
                  </a:cubicBezTo>
                  <a:cubicBezTo>
                    <a:pt x="34" y="53"/>
                    <a:pt x="34" y="53"/>
                    <a:pt x="34" y="53"/>
                  </a:cubicBezTo>
                  <a:cubicBezTo>
                    <a:pt x="38" y="51"/>
                    <a:pt x="38" y="51"/>
                    <a:pt x="38" y="51"/>
                  </a:cubicBezTo>
                  <a:cubicBezTo>
                    <a:pt x="37" y="49"/>
                    <a:pt x="37" y="49"/>
                    <a:pt x="37" y="49"/>
                  </a:cubicBezTo>
                  <a:cubicBezTo>
                    <a:pt x="38" y="48"/>
                    <a:pt x="39" y="48"/>
                    <a:pt x="40" y="47"/>
                  </a:cubicBezTo>
                  <a:cubicBezTo>
                    <a:pt x="41" y="49"/>
                    <a:pt x="41" y="49"/>
                    <a:pt x="41" y="49"/>
                  </a:cubicBezTo>
                  <a:cubicBezTo>
                    <a:pt x="45" y="46"/>
                    <a:pt x="45" y="46"/>
                    <a:pt x="45" y="46"/>
                  </a:cubicBezTo>
                  <a:cubicBezTo>
                    <a:pt x="44" y="44"/>
                    <a:pt x="44" y="44"/>
                    <a:pt x="44" y="44"/>
                  </a:cubicBezTo>
                  <a:cubicBezTo>
                    <a:pt x="45" y="43"/>
                    <a:pt x="45" y="42"/>
                    <a:pt x="46" y="41"/>
                  </a:cubicBezTo>
                  <a:cubicBezTo>
                    <a:pt x="48" y="43"/>
                    <a:pt x="48" y="43"/>
                    <a:pt x="48" y="43"/>
                  </a:cubicBezTo>
                  <a:cubicBezTo>
                    <a:pt x="51" y="39"/>
                    <a:pt x="51" y="39"/>
                    <a:pt x="51" y="39"/>
                  </a:cubicBezTo>
                  <a:cubicBezTo>
                    <a:pt x="48" y="37"/>
                    <a:pt x="48" y="37"/>
                    <a:pt x="48" y="37"/>
                  </a:cubicBezTo>
                  <a:cubicBezTo>
                    <a:pt x="49" y="36"/>
                    <a:pt x="49" y="35"/>
                    <a:pt x="50" y="34"/>
                  </a:cubicBezTo>
                  <a:cubicBezTo>
                    <a:pt x="52" y="35"/>
                    <a:pt x="52" y="35"/>
                    <a:pt x="52" y="35"/>
                  </a:cubicBezTo>
                  <a:cubicBezTo>
                    <a:pt x="53" y="30"/>
                    <a:pt x="53" y="30"/>
                    <a:pt x="53" y="30"/>
                  </a:cubicBezTo>
                  <a:cubicBezTo>
                    <a:pt x="51" y="30"/>
                    <a:pt x="51" y="30"/>
                    <a:pt x="51" y="30"/>
                  </a:cubicBezTo>
                  <a:cubicBezTo>
                    <a:pt x="51" y="29"/>
                    <a:pt x="51" y="27"/>
                    <a:pt x="51" y="26"/>
                  </a:cubicBezTo>
                  <a:cubicBezTo>
                    <a:pt x="53" y="26"/>
                    <a:pt x="53" y="26"/>
                    <a:pt x="53" y="26"/>
                  </a:cubicBezTo>
                  <a:cubicBezTo>
                    <a:pt x="53" y="21"/>
                    <a:pt x="53" y="21"/>
                    <a:pt x="53" y="21"/>
                  </a:cubicBezTo>
                  <a:cubicBezTo>
                    <a:pt x="50" y="22"/>
                    <a:pt x="50" y="22"/>
                    <a:pt x="50" y="22"/>
                  </a:cubicBezTo>
                  <a:cubicBezTo>
                    <a:pt x="50" y="21"/>
                    <a:pt x="50" y="20"/>
                    <a:pt x="49" y="19"/>
                  </a:cubicBezTo>
                  <a:lnTo>
                    <a:pt x="52" y="17"/>
                  </a:lnTo>
                  <a:close/>
                  <a:moveTo>
                    <a:pt x="30" y="33"/>
                  </a:moveTo>
                  <a:cubicBezTo>
                    <a:pt x="26" y="35"/>
                    <a:pt x="22" y="34"/>
                    <a:pt x="20" y="30"/>
                  </a:cubicBezTo>
                  <a:cubicBezTo>
                    <a:pt x="19" y="27"/>
                    <a:pt x="20" y="22"/>
                    <a:pt x="24" y="21"/>
                  </a:cubicBezTo>
                  <a:cubicBezTo>
                    <a:pt x="27" y="19"/>
                    <a:pt x="31" y="20"/>
                    <a:pt x="33" y="24"/>
                  </a:cubicBezTo>
                  <a:cubicBezTo>
                    <a:pt x="35" y="27"/>
                    <a:pt x="33" y="32"/>
                    <a:pt x="30" y="3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anchor="t" anchorCtr="0" bIns="45720" compatLnSpc="1" lIns="91440" numCol="1" rIns="91440" tIns="45720" vert="horz" wrap="square"/>
            <a:p>
              <a:pPr algn="l" defTabSz="914400" eaLnBrk="1" fontAlgn="auto" hangingPunct="1" indent="0" latinLnBrk="0" lvl="0" marL="0" marR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baseline="0" b="0" cap="none" sz="1800" i="0" kern="1200" kumimoji="0" lang="id-ID" noProof="0" normalizeH="0" spc="0" strike="noStrike" u="none">
                <a:ln>
                  <a:noFill/>
                </a:ln>
                <a:solidFill>
                  <a:srgbClr val="2A2A2A"/>
                </a:solidFill>
                <a:effectLst/>
                <a:uLnTx/>
                <a:uFillTx/>
                <a:latin typeface="Calibri" panose="020F0502020204030204" charset="0"/>
                <a:ea typeface="Calibri" panose="020F0502020204030204" charset="0"/>
                <a:cs typeface="Calibri" panose="020F0502020204030204" charset="0"/>
              </a:endParaRPr>
            </a:p>
          </p:txBody>
        </p:sp>
        <p:sp>
          <p:nvSpPr>
            <p:cNvPr id="1048739" name="Freeform 53"/>
            <p:cNvSpPr/>
            <p:nvPr/>
          </p:nvSpPr>
          <p:spPr bwMode="auto">
            <a:xfrm>
              <a:off x="3362704" y="3595529"/>
              <a:ext cx="58951" cy="56918"/>
            </a:xfrm>
            <a:custGeom>
              <a:avLst/>
              <a:gdLst>
                <a:gd name="T0" fmla="*/ 7 w 8"/>
                <a:gd name="T1" fmla="*/ 2 h 8"/>
                <a:gd name="T2" fmla="*/ 5 w 8"/>
                <a:gd name="T3" fmla="*/ 7 h 8"/>
                <a:gd name="T4" fmla="*/ 1 w 8"/>
                <a:gd name="T5" fmla="*/ 6 h 8"/>
                <a:gd name="T6" fmla="*/ 2 w 8"/>
                <a:gd name="T7" fmla="*/ 1 h 8"/>
                <a:gd name="T8" fmla="*/ 7 w 8"/>
                <a:gd name="T9" fmla="*/ 2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" h="8">
                  <a:moveTo>
                    <a:pt x="7" y="2"/>
                  </a:moveTo>
                  <a:cubicBezTo>
                    <a:pt x="8" y="4"/>
                    <a:pt x="7" y="6"/>
                    <a:pt x="5" y="7"/>
                  </a:cubicBezTo>
                  <a:cubicBezTo>
                    <a:pt x="4" y="8"/>
                    <a:pt x="1" y="7"/>
                    <a:pt x="1" y="6"/>
                  </a:cubicBezTo>
                  <a:cubicBezTo>
                    <a:pt x="0" y="4"/>
                    <a:pt x="0" y="2"/>
                    <a:pt x="2" y="1"/>
                  </a:cubicBezTo>
                  <a:cubicBezTo>
                    <a:pt x="4" y="0"/>
                    <a:pt x="6" y="1"/>
                    <a:pt x="7" y="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anchor="t" anchorCtr="0" bIns="45720" compatLnSpc="1" lIns="91440" numCol="1" rIns="91440" tIns="45720" vert="horz" wrap="square"/>
            <a:p>
              <a:pPr algn="l" defTabSz="914400" eaLnBrk="1" fontAlgn="auto" hangingPunct="1" indent="0" latinLnBrk="0" lvl="0" marL="0" marR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baseline="0" b="0" cap="none" sz="1800" i="0" kern="1200" kumimoji="0" lang="id-ID" noProof="0" normalizeH="0" spc="0" strike="noStrike" u="none">
                <a:ln>
                  <a:noFill/>
                </a:ln>
                <a:solidFill>
                  <a:srgbClr val="2A2A2A"/>
                </a:solidFill>
                <a:effectLst/>
                <a:uLnTx/>
                <a:uFillTx/>
                <a:latin typeface="Calibri" panose="020F0502020204030204" charset="0"/>
                <a:ea typeface="Calibri" panose="020F0502020204030204" charset="0"/>
                <a:cs typeface="Calibri" panose="020F0502020204030204" charset="0"/>
              </a:endParaRPr>
            </a:p>
          </p:txBody>
        </p:sp>
      </p:grpSp>
      <p:sp>
        <p:nvSpPr>
          <p:cNvPr id="1048740" name="Freeform 54"/>
          <p:cNvSpPr>
            <a:spLocks noEditPoints="1"/>
          </p:cNvSpPr>
          <p:nvPr/>
        </p:nvSpPr>
        <p:spPr bwMode="auto">
          <a:xfrm>
            <a:off x="5670828" y="2299021"/>
            <a:ext cx="752131" cy="752131"/>
          </a:xfrm>
          <a:custGeom>
            <a:avLst/>
            <a:gdLst>
              <a:gd name="T0" fmla="*/ 99 w 104"/>
              <a:gd name="T1" fmla="*/ 30 h 104"/>
              <a:gd name="T2" fmla="*/ 97 w 104"/>
              <a:gd name="T3" fmla="*/ 24 h 104"/>
              <a:gd name="T4" fmla="*/ 96 w 104"/>
              <a:gd name="T5" fmla="*/ 25 h 104"/>
              <a:gd name="T6" fmla="*/ 95 w 104"/>
              <a:gd name="T7" fmla="*/ 22 h 104"/>
              <a:gd name="T8" fmla="*/ 88 w 104"/>
              <a:gd name="T9" fmla="*/ 26 h 104"/>
              <a:gd name="T10" fmla="*/ 77 w 104"/>
              <a:gd name="T11" fmla="*/ 15 h 104"/>
              <a:gd name="T12" fmla="*/ 80 w 104"/>
              <a:gd name="T13" fmla="*/ 8 h 104"/>
              <a:gd name="T14" fmla="*/ 66 w 104"/>
              <a:gd name="T15" fmla="*/ 1 h 104"/>
              <a:gd name="T16" fmla="*/ 63 w 104"/>
              <a:gd name="T17" fmla="*/ 9 h 104"/>
              <a:gd name="T18" fmla="*/ 48 w 104"/>
              <a:gd name="T19" fmla="*/ 8 h 104"/>
              <a:gd name="T20" fmla="*/ 46 w 104"/>
              <a:gd name="T21" fmla="*/ 0 h 104"/>
              <a:gd name="T22" fmla="*/ 31 w 104"/>
              <a:gd name="T23" fmla="*/ 4 h 104"/>
              <a:gd name="T24" fmla="*/ 33 w 104"/>
              <a:gd name="T25" fmla="*/ 12 h 104"/>
              <a:gd name="T26" fmla="*/ 21 w 104"/>
              <a:gd name="T27" fmla="*/ 21 h 104"/>
              <a:gd name="T28" fmla="*/ 17 w 104"/>
              <a:gd name="T29" fmla="*/ 16 h 104"/>
              <a:gd name="T30" fmla="*/ 5 w 104"/>
              <a:gd name="T31" fmla="*/ 25 h 104"/>
              <a:gd name="T32" fmla="*/ 12 w 104"/>
              <a:gd name="T33" fmla="*/ 34 h 104"/>
              <a:gd name="T34" fmla="*/ 8 w 104"/>
              <a:gd name="T35" fmla="*/ 48 h 104"/>
              <a:gd name="T36" fmla="*/ 0 w 104"/>
              <a:gd name="T37" fmla="*/ 49 h 104"/>
              <a:gd name="T38" fmla="*/ 1 w 104"/>
              <a:gd name="T39" fmla="*/ 64 h 104"/>
              <a:gd name="T40" fmla="*/ 9 w 104"/>
              <a:gd name="T41" fmla="*/ 63 h 104"/>
              <a:gd name="T42" fmla="*/ 11 w 104"/>
              <a:gd name="T43" fmla="*/ 70 h 104"/>
              <a:gd name="T44" fmla="*/ 15 w 104"/>
              <a:gd name="T45" fmla="*/ 77 h 104"/>
              <a:gd name="T46" fmla="*/ 10 w 104"/>
              <a:gd name="T47" fmla="*/ 81 h 104"/>
              <a:gd name="T48" fmla="*/ 18 w 104"/>
              <a:gd name="T49" fmla="*/ 93 h 104"/>
              <a:gd name="T50" fmla="*/ 26 w 104"/>
              <a:gd name="T51" fmla="*/ 88 h 104"/>
              <a:gd name="T52" fmla="*/ 40 w 104"/>
              <a:gd name="T53" fmla="*/ 95 h 104"/>
              <a:gd name="T54" fmla="*/ 39 w 104"/>
              <a:gd name="T55" fmla="*/ 103 h 104"/>
              <a:gd name="T56" fmla="*/ 54 w 104"/>
              <a:gd name="T57" fmla="*/ 104 h 104"/>
              <a:gd name="T58" fmla="*/ 55 w 104"/>
              <a:gd name="T59" fmla="*/ 96 h 104"/>
              <a:gd name="T60" fmla="*/ 70 w 104"/>
              <a:gd name="T61" fmla="*/ 93 h 104"/>
              <a:gd name="T62" fmla="*/ 70 w 104"/>
              <a:gd name="T63" fmla="*/ 92 h 104"/>
              <a:gd name="T64" fmla="*/ 74 w 104"/>
              <a:gd name="T65" fmla="*/ 99 h 104"/>
              <a:gd name="T66" fmla="*/ 87 w 104"/>
              <a:gd name="T67" fmla="*/ 92 h 104"/>
              <a:gd name="T68" fmla="*/ 83 w 104"/>
              <a:gd name="T69" fmla="*/ 84 h 104"/>
              <a:gd name="T70" fmla="*/ 92 w 104"/>
              <a:gd name="T71" fmla="*/ 71 h 104"/>
              <a:gd name="T72" fmla="*/ 100 w 104"/>
              <a:gd name="T73" fmla="*/ 74 h 104"/>
              <a:gd name="T74" fmla="*/ 104 w 104"/>
              <a:gd name="T75" fmla="*/ 59 h 104"/>
              <a:gd name="T76" fmla="*/ 96 w 104"/>
              <a:gd name="T77" fmla="*/ 57 h 104"/>
              <a:gd name="T78" fmla="*/ 95 w 104"/>
              <a:gd name="T79" fmla="*/ 42 h 104"/>
              <a:gd name="T80" fmla="*/ 103 w 104"/>
              <a:gd name="T81" fmla="*/ 38 h 104"/>
              <a:gd name="T82" fmla="*/ 102 w 104"/>
              <a:gd name="T83" fmla="*/ 36 h 104"/>
              <a:gd name="T84" fmla="*/ 102 w 104"/>
              <a:gd name="T85" fmla="*/ 36 h 104"/>
              <a:gd name="T86" fmla="*/ 99 w 104"/>
              <a:gd name="T87" fmla="*/ 30 h 104"/>
              <a:gd name="T88" fmla="*/ 64 w 104"/>
              <a:gd name="T89" fmla="*/ 80 h 104"/>
              <a:gd name="T90" fmla="*/ 24 w 104"/>
              <a:gd name="T91" fmla="*/ 64 h 104"/>
              <a:gd name="T92" fmla="*/ 40 w 104"/>
              <a:gd name="T93" fmla="*/ 24 h 104"/>
              <a:gd name="T94" fmla="*/ 80 w 104"/>
              <a:gd name="T95" fmla="*/ 39 h 104"/>
              <a:gd name="T96" fmla="*/ 64 w 104"/>
              <a:gd name="T97" fmla="*/ 80 h 1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</a:cxnLst>
            <a:rect l="0" t="0" r="r" b="b"/>
            <a:pathLst>
              <a:path w="104" h="104">
                <a:moveTo>
                  <a:pt x="99" y="30"/>
                </a:moveTo>
                <a:cubicBezTo>
                  <a:pt x="97" y="24"/>
                  <a:pt x="97" y="24"/>
                  <a:pt x="97" y="24"/>
                </a:cubicBezTo>
                <a:cubicBezTo>
                  <a:pt x="96" y="25"/>
                  <a:pt x="96" y="25"/>
                  <a:pt x="96" y="25"/>
                </a:cubicBezTo>
                <a:cubicBezTo>
                  <a:pt x="95" y="22"/>
                  <a:pt x="95" y="22"/>
                  <a:pt x="95" y="22"/>
                </a:cubicBezTo>
                <a:cubicBezTo>
                  <a:pt x="88" y="26"/>
                  <a:pt x="88" y="26"/>
                  <a:pt x="88" y="26"/>
                </a:cubicBezTo>
                <a:cubicBezTo>
                  <a:pt x="85" y="22"/>
                  <a:pt x="81" y="18"/>
                  <a:pt x="77" y="15"/>
                </a:cubicBezTo>
                <a:cubicBezTo>
                  <a:pt x="80" y="8"/>
                  <a:pt x="80" y="8"/>
                  <a:pt x="80" y="8"/>
                </a:cubicBezTo>
                <a:cubicBezTo>
                  <a:pt x="66" y="1"/>
                  <a:pt x="66" y="1"/>
                  <a:pt x="66" y="1"/>
                </a:cubicBezTo>
                <a:cubicBezTo>
                  <a:pt x="63" y="9"/>
                  <a:pt x="63" y="9"/>
                  <a:pt x="63" y="9"/>
                </a:cubicBezTo>
                <a:cubicBezTo>
                  <a:pt x="58" y="8"/>
                  <a:pt x="53" y="7"/>
                  <a:pt x="48" y="8"/>
                </a:cubicBezTo>
                <a:cubicBezTo>
                  <a:pt x="46" y="0"/>
                  <a:pt x="46" y="0"/>
                  <a:pt x="46" y="0"/>
                </a:cubicBezTo>
                <a:cubicBezTo>
                  <a:pt x="31" y="4"/>
                  <a:pt x="31" y="4"/>
                  <a:pt x="31" y="4"/>
                </a:cubicBezTo>
                <a:cubicBezTo>
                  <a:pt x="33" y="12"/>
                  <a:pt x="33" y="12"/>
                  <a:pt x="33" y="12"/>
                </a:cubicBezTo>
                <a:cubicBezTo>
                  <a:pt x="28" y="14"/>
                  <a:pt x="24" y="17"/>
                  <a:pt x="21" y="21"/>
                </a:cubicBezTo>
                <a:cubicBezTo>
                  <a:pt x="17" y="16"/>
                  <a:pt x="17" y="16"/>
                  <a:pt x="17" y="16"/>
                </a:cubicBezTo>
                <a:cubicBezTo>
                  <a:pt x="5" y="25"/>
                  <a:pt x="5" y="25"/>
                  <a:pt x="5" y="25"/>
                </a:cubicBezTo>
                <a:cubicBezTo>
                  <a:pt x="12" y="34"/>
                  <a:pt x="12" y="34"/>
                  <a:pt x="12" y="34"/>
                </a:cubicBezTo>
                <a:cubicBezTo>
                  <a:pt x="10" y="38"/>
                  <a:pt x="8" y="43"/>
                  <a:pt x="8" y="48"/>
                </a:cubicBezTo>
                <a:cubicBezTo>
                  <a:pt x="0" y="49"/>
                  <a:pt x="0" y="49"/>
                  <a:pt x="0" y="49"/>
                </a:cubicBezTo>
                <a:cubicBezTo>
                  <a:pt x="1" y="64"/>
                  <a:pt x="1" y="64"/>
                  <a:pt x="1" y="64"/>
                </a:cubicBezTo>
                <a:cubicBezTo>
                  <a:pt x="9" y="63"/>
                  <a:pt x="9" y="63"/>
                  <a:pt x="9" y="63"/>
                </a:cubicBezTo>
                <a:cubicBezTo>
                  <a:pt x="10" y="65"/>
                  <a:pt x="10" y="67"/>
                  <a:pt x="11" y="70"/>
                </a:cubicBezTo>
                <a:cubicBezTo>
                  <a:pt x="12" y="72"/>
                  <a:pt x="14" y="75"/>
                  <a:pt x="15" y="77"/>
                </a:cubicBezTo>
                <a:cubicBezTo>
                  <a:pt x="10" y="81"/>
                  <a:pt x="10" y="81"/>
                  <a:pt x="10" y="81"/>
                </a:cubicBezTo>
                <a:cubicBezTo>
                  <a:pt x="18" y="93"/>
                  <a:pt x="18" y="93"/>
                  <a:pt x="18" y="93"/>
                </a:cubicBezTo>
                <a:cubicBezTo>
                  <a:pt x="26" y="88"/>
                  <a:pt x="26" y="88"/>
                  <a:pt x="26" y="88"/>
                </a:cubicBezTo>
                <a:cubicBezTo>
                  <a:pt x="30" y="91"/>
                  <a:pt x="35" y="93"/>
                  <a:pt x="40" y="95"/>
                </a:cubicBezTo>
                <a:cubicBezTo>
                  <a:pt x="39" y="103"/>
                  <a:pt x="39" y="103"/>
                  <a:pt x="39" y="103"/>
                </a:cubicBezTo>
                <a:cubicBezTo>
                  <a:pt x="54" y="104"/>
                  <a:pt x="54" y="104"/>
                  <a:pt x="54" y="104"/>
                </a:cubicBezTo>
                <a:cubicBezTo>
                  <a:pt x="55" y="96"/>
                  <a:pt x="55" y="96"/>
                  <a:pt x="55" y="96"/>
                </a:cubicBezTo>
                <a:cubicBezTo>
                  <a:pt x="60" y="96"/>
                  <a:pt x="65" y="95"/>
                  <a:pt x="70" y="93"/>
                </a:cubicBezTo>
                <a:cubicBezTo>
                  <a:pt x="70" y="92"/>
                  <a:pt x="70" y="92"/>
                  <a:pt x="70" y="92"/>
                </a:cubicBezTo>
                <a:cubicBezTo>
                  <a:pt x="74" y="99"/>
                  <a:pt x="74" y="99"/>
                  <a:pt x="74" y="99"/>
                </a:cubicBezTo>
                <a:cubicBezTo>
                  <a:pt x="87" y="92"/>
                  <a:pt x="87" y="92"/>
                  <a:pt x="87" y="92"/>
                </a:cubicBezTo>
                <a:cubicBezTo>
                  <a:pt x="83" y="84"/>
                  <a:pt x="83" y="84"/>
                  <a:pt x="83" y="84"/>
                </a:cubicBezTo>
                <a:cubicBezTo>
                  <a:pt x="87" y="80"/>
                  <a:pt x="90" y="76"/>
                  <a:pt x="92" y="71"/>
                </a:cubicBezTo>
                <a:cubicBezTo>
                  <a:pt x="100" y="74"/>
                  <a:pt x="100" y="74"/>
                  <a:pt x="100" y="74"/>
                </a:cubicBezTo>
                <a:cubicBezTo>
                  <a:pt x="104" y="59"/>
                  <a:pt x="104" y="59"/>
                  <a:pt x="104" y="59"/>
                </a:cubicBezTo>
                <a:cubicBezTo>
                  <a:pt x="96" y="57"/>
                  <a:pt x="96" y="57"/>
                  <a:pt x="96" y="57"/>
                </a:cubicBezTo>
                <a:cubicBezTo>
                  <a:pt x="97" y="52"/>
                  <a:pt x="96" y="47"/>
                  <a:pt x="95" y="42"/>
                </a:cubicBezTo>
                <a:cubicBezTo>
                  <a:pt x="103" y="38"/>
                  <a:pt x="103" y="38"/>
                  <a:pt x="103" y="38"/>
                </a:cubicBezTo>
                <a:cubicBezTo>
                  <a:pt x="102" y="36"/>
                  <a:pt x="102" y="36"/>
                  <a:pt x="102" y="36"/>
                </a:cubicBezTo>
                <a:cubicBezTo>
                  <a:pt x="102" y="36"/>
                  <a:pt x="102" y="36"/>
                  <a:pt x="102" y="36"/>
                </a:cubicBezTo>
                <a:lnTo>
                  <a:pt x="99" y="30"/>
                </a:lnTo>
                <a:close/>
                <a:moveTo>
                  <a:pt x="64" y="80"/>
                </a:moveTo>
                <a:cubicBezTo>
                  <a:pt x="49" y="86"/>
                  <a:pt x="31" y="79"/>
                  <a:pt x="24" y="64"/>
                </a:cubicBezTo>
                <a:cubicBezTo>
                  <a:pt x="17" y="48"/>
                  <a:pt x="25" y="30"/>
                  <a:pt x="40" y="24"/>
                </a:cubicBezTo>
                <a:cubicBezTo>
                  <a:pt x="56" y="17"/>
                  <a:pt x="73" y="24"/>
                  <a:pt x="80" y="39"/>
                </a:cubicBezTo>
                <a:cubicBezTo>
                  <a:pt x="87" y="55"/>
                  <a:pt x="80" y="73"/>
                  <a:pt x="64" y="80"/>
                </a:cubicBezTo>
                <a:close/>
              </a:path>
            </a:pathLst>
          </a:custGeom>
          <a:solidFill>
            <a:srgbClr val="5CBFBC"/>
          </a:solidFill>
          <a:ln>
            <a:noFill/>
          </a:ln>
        </p:spPr>
        <p:txBody>
          <a:bodyPr anchor="t" anchorCtr="0" bIns="45720" compatLnSpc="1" lIns="91440" numCol="1" rIns="91440" tIns="45720" vert="horz" wrap="square"/>
          <a:p>
            <a:pPr algn="l" defTabSz="914400" eaLnBrk="1" fontAlgn="auto" hangingPunct="1" indent="0" latinLnBrk="0" lvl="0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baseline="0" b="0" cap="none" sz="1800" i="0" kern="1200" kumimoji="0" lang="id-ID" noProof="0" normalizeH="0" spc="0" strike="noStrike" u="none">
              <a:ln>
                <a:noFill/>
              </a:ln>
              <a:solidFill>
                <a:srgbClr val="2A2A2A"/>
              </a:solidFill>
              <a:effectLst/>
              <a:uLnTx/>
              <a:uFillTx/>
              <a:latin typeface="Calibri" panose="020F0502020204030204" charset="0"/>
              <a:ea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1048741" name="Freeform 55"/>
          <p:cNvSpPr>
            <a:spLocks noEditPoints="1"/>
          </p:cNvSpPr>
          <p:nvPr/>
        </p:nvSpPr>
        <p:spPr bwMode="auto">
          <a:xfrm>
            <a:off x="6162763" y="2921054"/>
            <a:ext cx="1065180" cy="1073311"/>
          </a:xfrm>
          <a:custGeom>
            <a:avLst/>
            <a:gdLst>
              <a:gd name="T0" fmla="*/ 147 w 147"/>
              <a:gd name="T1" fmla="*/ 64 h 148"/>
              <a:gd name="T2" fmla="*/ 146 w 147"/>
              <a:gd name="T3" fmla="*/ 61 h 148"/>
              <a:gd name="T4" fmla="*/ 126 w 147"/>
              <a:gd name="T5" fmla="*/ 41 h 148"/>
              <a:gd name="T6" fmla="*/ 120 w 147"/>
              <a:gd name="T7" fmla="*/ 17 h 148"/>
              <a:gd name="T8" fmla="*/ 92 w 147"/>
              <a:gd name="T9" fmla="*/ 15 h 148"/>
              <a:gd name="T10" fmla="*/ 73 w 147"/>
              <a:gd name="T11" fmla="*/ 0 h 148"/>
              <a:gd name="T12" fmla="*/ 50 w 147"/>
              <a:gd name="T13" fmla="*/ 16 h 148"/>
              <a:gd name="T14" fmla="*/ 27 w 147"/>
              <a:gd name="T15" fmla="*/ 14 h 148"/>
              <a:gd name="T16" fmla="*/ 18 w 147"/>
              <a:gd name="T17" fmla="*/ 45 h 148"/>
              <a:gd name="T18" fmla="*/ 0 w 147"/>
              <a:gd name="T19" fmla="*/ 61 h 148"/>
              <a:gd name="T20" fmla="*/ 10 w 147"/>
              <a:gd name="T21" fmla="*/ 75 h 148"/>
              <a:gd name="T22" fmla="*/ 2 w 147"/>
              <a:gd name="T23" fmla="*/ 89 h 148"/>
              <a:gd name="T24" fmla="*/ 19 w 147"/>
              <a:gd name="T25" fmla="*/ 107 h 148"/>
              <a:gd name="T26" fmla="*/ 28 w 147"/>
              <a:gd name="T27" fmla="*/ 134 h 148"/>
              <a:gd name="T28" fmla="*/ 52 w 147"/>
              <a:gd name="T29" fmla="*/ 134 h 148"/>
              <a:gd name="T30" fmla="*/ 74 w 147"/>
              <a:gd name="T31" fmla="*/ 138 h 148"/>
              <a:gd name="T32" fmla="*/ 96 w 147"/>
              <a:gd name="T33" fmla="*/ 146 h 148"/>
              <a:gd name="T34" fmla="*/ 114 w 147"/>
              <a:gd name="T35" fmla="*/ 122 h 148"/>
              <a:gd name="T36" fmla="*/ 137 w 147"/>
              <a:gd name="T37" fmla="*/ 113 h 148"/>
              <a:gd name="T38" fmla="*/ 135 w 147"/>
              <a:gd name="T39" fmla="*/ 85 h 148"/>
              <a:gd name="T40" fmla="*/ 147 w 147"/>
              <a:gd name="T41" fmla="*/ 82 h 148"/>
              <a:gd name="T42" fmla="*/ 147 w 147"/>
              <a:gd name="T43" fmla="*/ 73 h 148"/>
              <a:gd name="T44" fmla="*/ 116 w 147"/>
              <a:gd name="T45" fmla="*/ 68 h 148"/>
              <a:gd name="T46" fmla="*/ 80 w 147"/>
              <a:gd name="T47" fmla="*/ 51 h 148"/>
              <a:gd name="T48" fmla="*/ 67 w 147"/>
              <a:gd name="T49" fmla="*/ 32 h 148"/>
              <a:gd name="T50" fmla="*/ 50 w 147"/>
              <a:gd name="T51" fmla="*/ 68 h 148"/>
              <a:gd name="T52" fmla="*/ 67 w 147"/>
              <a:gd name="T53" fmla="*/ 32 h 148"/>
              <a:gd name="T54" fmla="*/ 31 w 147"/>
              <a:gd name="T55" fmla="*/ 81 h 148"/>
              <a:gd name="T56" fmla="*/ 67 w 147"/>
              <a:gd name="T57" fmla="*/ 98 h 148"/>
              <a:gd name="T58" fmla="*/ 74 w 147"/>
              <a:gd name="T59" fmla="*/ 89 h 148"/>
              <a:gd name="T60" fmla="*/ 74 w 147"/>
              <a:gd name="T61" fmla="*/ 60 h 148"/>
              <a:gd name="T62" fmla="*/ 74 w 147"/>
              <a:gd name="T63" fmla="*/ 89 h 148"/>
              <a:gd name="T64" fmla="*/ 80 w 147"/>
              <a:gd name="T65" fmla="*/ 98 h 148"/>
              <a:gd name="T66" fmla="*/ 116 w 147"/>
              <a:gd name="T67" fmla="*/ 81 h 14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</a:cxnLst>
            <a:rect l="0" t="0" r="r" b="b"/>
            <a:pathLst>
              <a:path w="147" h="148">
                <a:moveTo>
                  <a:pt x="147" y="73"/>
                </a:moveTo>
                <a:cubicBezTo>
                  <a:pt x="147" y="64"/>
                  <a:pt x="147" y="64"/>
                  <a:pt x="147" y="64"/>
                </a:cubicBezTo>
                <a:cubicBezTo>
                  <a:pt x="146" y="64"/>
                  <a:pt x="146" y="64"/>
                  <a:pt x="146" y="64"/>
                </a:cubicBezTo>
                <a:cubicBezTo>
                  <a:pt x="146" y="61"/>
                  <a:pt x="146" y="61"/>
                  <a:pt x="146" y="61"/>
                </a:cubicBezTo>
                <a:cubicBezTo>
                  <a:pt x="134" y="61"/>
                  <a:pt x="134" y="61"/>
                  <a:pt x="134" y="61"/>
                </a:cubicBezTo>
                <a:cubicBezTo>
                  <a:pt x="133" y="54"/>
                  <a:pt x="130" y="47"/>
                  <a:pt x="126" y="41"/>
                </a:cubicBezTo>
                <a:cubicBezTo>
                  <a:pt x="135" y="33"/>
                  <a:pt x="135" y="33"/>
                  <a:pt x="135" y="33"/>
                </a:cubicBezTo>
                <a:cubicBezTo>
                  <a:pt x="120" y="17"/>
                  <a:pt x="120" y="17"/>
                  <a:pt x="120" y="17"/>
                </a:cubicBezTo>
                <a:cubicBezTo>
                  <a:pt x="112" y="25"/>
                  <a:pt x="112" y="25"/>
                  <a:pt x="112" y="25"/>
                </a:cubicBezTo>
                <a:cubicBezTo>
                  <a:pt x="106" y="21"/>
                  <a:pt x="99" y="17"/>
                  <a:pt x="92" y="15"/>
                </a:cubicBezTo>
                <a:cubicBezTo>
                  <a:pt x="94" y="3"/>
                  <a:pt x="94" y="3"/>
                  <a:pt x="94" y="3"/>
                </a:cubicBezTo>
                <a:cubicBezTo>
                  <a:pt x="73" y="0"/>
                  <a:pt x="73" y="0"/>
                  <a:pt x="73" y="0"/>
                </a:cubicBezTo>
                <a:cubicBezTo>
                  <a:pt x="71" y="12"/>
                  <a:pt x="71" y="12"/>
                  <a:pt x="71" y="12"/>
                </a:cubicBezTo>
                <a:cubicBezTo>
                  <a:pt x="64" y="12"/>
                  <a:pt x="56" y="14"/>
                  <a:pt x="50" y="16"/>
                </a:cubicBezTo>
                <a:cubicBezTo>
                  <a:pt x="47" y="8"/>
                  <a:pt x="47" y="8"/>
                  <a:pt x="47" y="8"/>
                </a:cubicBezTo>
                <a:cubicBezTo>
                  <a:pt x="27" y="14"/>
                  <a:pt x="27" y="14"/>
                  <a:pt x="27" y="14"/>
                </a:cubicBezTo>
                <a:cubicBezTo>
                  <a:pt x="31" y="28"/>
                  <a:pt x="31" y="28"/>
                  <a:pt x="31" y="28"/>
                </a:cubicBezTo>
                <a:cubicBezTo>
                  <a:pt x="26" y="33"/>
                  <a:pt x="21" y="39"/>
                  <a:pt x="18" y="45"/>
                </a:cubicBezTo>
                <a:cubicBezTo>
                  <a:pt x="7" y="41"/>
                  <a:pt x="7" y="41"/>
                  <a:pt x="7" y="41"/>
                </a:cubicBezTo>
                <a:cubicBezTo>
                  <a:pt x="0" y="61"/>
                  <a:pt x="0" y="61"/>
                  <a:pt x="0" y="61"/>
                </a:cubicBezTo>
                <a:cubicBezTo>
                  <a:pt x="11" y="65"/>
                  <a:pt x="11" y="65"/>
                  <a:pt x="11" y="65"/>
                </a:cubicBezTo>
                <a:cubicBezTo>
                  <a:pt x="11" y="68"/>
                  <a:pt x="10" y="71"/>
                  <a:pt x="10" y="75"/>
                </a:cubicBezTo>
                <a:cubicBezTo>
                  <a:pt x="10" y="79"/>
                  <a:pt x="11" y="83"/>
                  <a:pt x="11" y="87"/>
                </a:cubicBezTo>
                <a:cubicBezTo>
                  <a:pt x="2" y="89"/>
                  <a:pt x="2" y="89"/>
                  <a:pt x="2" y="89"/>
                </a:cubicBezTo>
                <a:cubicBezTo>
                  <a:pt x="6" y="110"/>
                  <a:pt x="6" y="110"/>
                  <a:pt x="6" y="110"/>
                </a:cubicBezTo>
                <a:cubicBezTo>
                  <a:pt x="19" y="107"/>
                  <a:pt x="19" y="107"/>
                  <a:pt x="19" y="107"/>
                </a:cubicBezTo>
                <a:cubicBezTo>
                  <a:pt x="23" y="114"/>
                  <a:pt x="28" y="119"/>
                  <a:pt x="34" y="124"/>
                </a:cubicBezTo>
                <a:cubicBezTo>
                  <a:pt x="28" y="134"/>
                  <a:pt x="28" y="134"/>
                  <a:pt x="28" y="134"/>
                </a:cubicBezTo>
                <a:cubicBezTo>
                  <a:pt x="47" y="144"/>
                  <a:pt x="47" y="144"/>
                  <a:pt x="47" y="144"/>
                </a:cubicBezTo>
                <a:cubicBezTo>
                  <a:pt x="52" y="134"/>
                  <a:pt x="52" y="134"/>
                  <a:pt x="52" y="134"/>
                </a:cubicBezTo>
                <a:cubicBezTo>
                  <a:pt x="59" y="136"/>
                  <a:pt x="66" y="138"/>
                  <a:pt x="73" y="138"/>
                </a:cubicBezTo>
                <a:cubicBezTo>
                  <a:pt x="74" y="138"/>
                  <a:pt x="74" y="138"/>
                  <a:pt x="74" y="138"/>
                </a:cubicBezTo>
                <a:cubicBezTo>
                  <a:pt x="75" y="148"/>
                  <a:pt x="75" y="148"/>
                  <a:pt x="75" y="148"/>
                </a:cubicBezTo>
                <a:cubicBezTo>
                  <a:pt x="96" y="146"/>
                  <a:pt x="96" y="146"/>
                  <a:pt x="96" y="146"/>
                </a:cubicBezTo>
                <a:cubicBezTo>
                  <a:pt x="95" y="134"/>
                  <a:pt x="95" y="134"/>
                  <a:pt x="95" y="134"/>
                </a:cubicBezTo>
                <a:cubicBezTo>
                  <a:pt x="102" y="131"/>
                  <a:pt x="109" y="127"/>
                  <a:pt x="114" y="122"/>
                </a:cubicBezTo>
                <a:cubicBezTo>
                  <a:pt x="123" y="130"/>
                  <a:pt x="123" y="130"/>
                  <a:pt x="123" y="130"/>
                </a:cubicBezTo>
                <a:cubicBezTo>
                  <a:pt x="137" y="113"/>
                  <a:pt x="137" y="113"/>
                  <a:pt x="137" y="113"/>
                </a:cubicBezTo>
                <a:cubicBezTo>
                  <a:pt x="128" y="106"/>
                  <a:pt x="128" y="106"/>
                  <a:pt x="128" y="106"/>
                </a:cubicBezTo>
                <a:cubicBezTo>
                  <a:pt x="131" y="100"/>
                  <a:pt x="134" y="93"/>
                  <a:pt x="135" y="85"/>
                </a:cubicBezTo>
                <a:cubicBezTo>
                  <a:pt x="147" y="85"/>
                  <a:pt x="147" y="85"/>
                  <a:pt x="147" y="85"/>
                </a:cubicBezTo>
                <a:cubicBezTo>
                  <a:pt x="147" y="82"/>
                  <a:pt x="147" y="82"/>
                  <a:pt x="147" y="82"/>
                </a:cubicBezTo>
                <a:cubicBezTo>
                  <a:pt x="147" y="82"/>
                  <a:pt x="147" y="82"/>
                  <a:pt x="147" y="82"/>
                </a:cubicBezTo>
                <a:lnTo>
                  <a:pt x="147" y="73"/>
                </a:lnTo>
                <a:close/>
                <a:moveTo>
                  <a:pt x="80" y="32"/>
                </a:moveTo>
                <a:cubicBezTo>
                  <a:pt x="99" y="34"/>
                  <a:pt x="113" y="49"/>
                  <a:pt x="116" y="68"/>
                </a:cubicBezTo>
                <a:cubicBezTo>
                  <a:pt x="97" y="68"/>
                  <a:pt x="97" y="68"/>
                  <a:pt x="97" y="68"/>
                </a:cubicBezTo>
                <a:cubicBezTo>
                  <a:pt x="95" y="60"/>
                  <a:pt x="88" y="53"/>
                  <a:pt x="80" y="51"/>
                </a:cubicBezTo>
                <a:lnTo>
                  <a:pt x="80" y="32"/>
                </a:lnTo>
                <a:close/>
                <a:moveTo>
                  <a:pt x="67" y="32"/>
                </a:moveTo>
                <a:cubicBezTo>
                  <a:pt x="67" y="51"/>
                  <a:pt x="67" y="51"/>
                  <a:pt x="67" y="51"/>
                </a:cubicBezTo>
                <a:cubicBezTo>
                  <a:pt x="59" y="53"/>
                  <a:pt x="52" y="60"/>
                  <a:pt x="50" y="68"/>
                </a:cubicBezTo>
                <a:cubicBezTo>
                  <a:pt x="31" y="68"/>
                  <a:pt x="31" y="68"/>
                  <a:pt x="31" y="68"/>
                </a:cubicBezTo>
                <a:cubicBezTo>
                  <a:pt x="34" y="49"/>
                  <a:pt x="48" y="34"/>
                  <a:pt x="67" y="32"/>
                </a:cubicBezTo>
                <a:close/>
                <a:moveTo>
                  <a:pt x="67" y="117"/>
                </a:moveTo>
                <a:cubicBezTo>
                  <a:pt x="48" y="114"/>
                  <a:pt x="34" y="99"/>
                  <a:pt x="31" y="81"/>
                </a:cubicBezTo>
                <a:cubicBezTo>
                  <a:pt x="50" y="81"/>
                  <a:pt x="50" y="81"/>
                  <a:pt x="50" y="81"/>
                </a:cubicBezTo>
                <a:cubicBezTo>
                  <a:pt x="52" y="89"/>
                  <a:pt x="59" y="96"/>
                  <a:pt x="67" y="98"/>
                </a:cubicBezTo>
                <a:lnTo>
                  <a:pt x="67" y="117"/>
                </a:lnTo>
                <a:close/>
                <a:moveTo>
                  <a:pt x="74" y="89"/>
                </a:moveTo>
                <a:cubicBezTo>
                  <a:pt x="66" y="89"/>
                  <a:pt x="59" y="82"/>
                  <a:pt x="59" y="74"/>
                </a:cubicBezTo>
                <a:cubicBezTo>
                  <a:pt x="59" y="66"/>
                  <a:pt x="66" y="60"/>
                  <a:pt x="74" y="60"/>
                </a:cubicBezTo>
                <a:cubicBezTo>
                  <a:pt x="81" y="60"/>
                  <a:pt x="88" y="66"/>
                  <a:pt x="88" y="74"/>
                </a:cubicBezTo>
                <a:cubicBezTo>
                  <a:pt x="88" y="82"/>
                  <a:pt x="81" y="89"/>
                  <a:pt x="74" y="89"/>
                </a:cubicBezTo>
                <a:close/>
                <a:moveTo>
                  <a:pt x="80" y="117"/>
                </a:moveTo>
                <a:cubicBezTo>
                  <a:pt x="80" y="98"/>
                  <a:pt x="80" y="98"/>
                  <a:pt x="80" y="98"/>
                </a:cubicBezTo>
                <a:cubicBezTo>
                  <a:pt x="88" y="96"/>
                  <a:pt x="95" y="89"/>
                  <a:pt x="97" y="81"/>
                </a:cubicBezTo>
                <a:cubicBezTo>
                  <a:pt x="116" y="81"/>
                  <a:pt x="116" y="81"/>
                  <a:pt x="116" y="81"/>
                </a:cubicBezTo>
                <a:cubicBezTo>
                  <a:pt x="113" y="99"/>
                  <a:pt x="99" y="114"/>
                  <a:pt x="80" y="117"/>
                </a:cubicBezTo>
                <a:close/>
              </a:path>
            </a:pathLst>
          </a:custGeom>
          <a:solidFill>
            <a:srgbClr val="1B2932"/>
          </a:solidFill>
          <a:ln>
            <a:noFill/>
          </a:ln>
        </p:spPr>
        <p:txBody>
          <a:bodyPr anchor="t" anchorCtr="0" bIns="45720" compatLnSpc="1" lIns="91440" numCol="1" rIns="91440" tIns="45720" vert="horz" wrap="square"/>
          <a:p>
            <a:pPr algn="l" defTabSz="914400" eaLnBrk="1" fontAlgn="auto" hangingPunct="1" indent="0" latinLnBrk="0" lvl="0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baseline="0" b="0" cap="none" sz="1800" i="0" kern="1200" kumimoji="0" lang="id-ID" noProof="0" normalizeH="0" spc="0" strike="noStrike" u="none">
              <a:ln>
                <a:noFill/>
              </a:ln>
              <a:solidFill>
                <a:srgbClr val="2A2A2A"/>
              </a:solidFill>
              <a:effectLst/>
              <a:uLnTx/>
              <a:uFillTx/>
              <a:latin typeface="Calibri" panose="020F0502020204030204" charset="0"/>
              <a:ea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1048742" name="Freeform 56"/>
          <p:cNvSpPr>
            <a:spLocks noEditPoints="1"/>
          </p:cNvSpPr>
          <p:nvPr/>
        </p:nvSpPr>
        <p:spPr bwMode="auto">
          <a:xfrm>
            <a:off x="5546829" y="4195610"/>
            <a:ext cx="985902" cy="979803"/>
          </a:xfrm>
          <a:custGeom>
            <a:avLst/>
            <a:gdLst>
              <a:gd name="T0" fmla="*/ 127 w 136"/>
              <a:gd name="T1" fmla="*/ 75 h 135"/>
              <a:gd name="T2" fmla="*/ 132 w 136"/>
              <a:gd name="T3" fmla="*/ 67 h 135"/>
              <a:gd name="T4" fmla="*/ 135 w 136"/>
              <a:gd name="T5" fmla="*/ 55 h 135"/>
              <a:gd name="T6" fmla="*/ 124 w 136"/>
              <a:gd name="T7" fmla="*/ 47 h 135"/>
              <a:gd name="T8" fmla="*/ 123 w 136"/>
              <a:gd name="T9" fmla="*/ 44 h 135"/>
              <a:gd name="T10" fmla="*/ 126 w 136"/>
              <a:gd name="T11" fmla="*/ 33 h 135"/>
              <a:gd name="T12" fmla="*/ 115 w 136"/>
              <a:gd name="T13" fmla="*/ 24 h 135"/>
              <a:gd name="T14" fmla="*/ 105 w 136"/>
              <a:gd name="T15" fmla="*/ 21 h 135"/>
              <a:gd name="T16" fmla="*/ 102 w 136"/>
              <a:gd name="T17" fmla="*/ 9 h 135"/>
              <a:gd name="T18" fmla="*/ 89 w 136"/>
              <a:gd name="T19" fmla="*/ 7 h 135"/>
              <a:gd name="T20" fmla="*/ 79 w 136"/>
              <a:gd name="T21" fmla="*/ 9 h 135"/>
              <a:gd name="T22" fmla="*/ 70 w 136"/>
              <a:gd name="T23" fmla="*/ 0 h 135"/>
              <a:gd name="T24" fmla="*/ 58 w 136"/>
              <a:gd name="T25" fmla="*/ 5 h 135"/>
              <a:gd name="T26" fmla="*/ 50 w 136"/>
              <a:gd name="T27" fmla="*/ 11 h 135"/>
              <a:gd name="T28" fmla="*/ 39 w 136"/>
              <a:gd name="T29" fmla="*/ 7 h 135"/>
              <a:gd name="T30" fmla="*/ 29 w 136"/>
              <a:gd name="T31" fmla="*/ 17 h 135"/>
              <a:gd name="T32" fmla="*/ 26 w 136"/>
              <a:gd name="T33" fmla="*/ 26 h 135"/>
              <a:gd name="T34" fmla="*/ 13 w 136"/>
              <a:gd name="T35" fmla="*/ 28 h 135"/>
              <a:gd name="T36" fmla="*/ 10 w 136"/>
              <a:gd name="T37" fmla="*/ 41 h 135"/>
              <a:gd name="T38" fmla="*/ 11 w 136"/>
              <a:gd name="T39" fmla="*/ 50 h 135"/>
              <a:gd name="T40" fmla="*/ 1 w 136"/>
              <a:gd name="T41" fmla="*/ 58 h 135"/>
              <a:gd name="T42" fmla="*/ 4 w 136"/>
              <a:gd name="T43" fmla="*/ 71 h 135"/>
              <a:gd name="T44" fmla="*/ 10 w 136"/>
              <a:gd name="T45" fmla="*/ 78 h 135"/>
              <a:gd name="T46" fmla="*/ 4 w 136"/>
              <a:gd name="T47" fmla="*/ 91 h 135"/>
              <a:gd name="T48" fmla="*/ 13 w 136"/>
              <a:gd name="T49" fmla="*/ 100 h 135"/>
              <a:gd name="T50" fmla="*/ 20 w 136"/>
              <a:gd name="T51" fmla="*/ 102 h 135"/>
              <a:gd name="T52" fmla="*/ 20 w 136"/>
              <a:gd name="T53" fmla="*/ 109 h 135"/>
              <a:gd name="T54" fmla="*/ 26 w 136"/>
              <a:gd name="T55" fmla="*/ 121 h 135"/>
              <a:gd name="T56" fmla="*/ 39 w 136"/>
              <a:gd name="T57" fmla="*/ 119 h 135"/>
              <a:gd name="T58" fmla="*/ 44 w 136"/>
              <a:gd name="T59" fmla="*/ 127 h 135"/>
              <a:gd name="T60" fmla="*/ 55 w 136"/>
              <a:gd name="T61" fmla="*/ 134 h 135"/>
              <a:gd name="T62" fmla="*/ 66 w 136"/>
              <a:gd name="T63" fmla="*/ 127 h 135"/>
              <a:gd name="T64" fmla="*/ 75 w 136"/>
              <a:gd name="T65" fmla="*/ 131 h 135"/>
              <a:gd name="T66" fmla="*/ 88 w 136"/>
              <a:gd name="T67" fmla="*/ 133 h 135"/>
              <a:gd name="T68" fmla="*/ 94 w 136"/>
              <a:gd name="T69" fmla="*/ 121 h 135"/>
              <a:gd name="T70" fmla="*/ 103 w 136"/>
              <a:gd name="T71" fmla="*/ 120 h 135"/>
              <a:gd name="T72" fmla="*/ 115 w 136"/>
              <a:gd name="T73" fmla="*/ 117 h 135"/>
              <a:gd name="T74" fmla="*/ 117 w 136"/>
              <a:gd name="T75" fmla="*/ 101 h 135"/>
              <a:gd name="T76" fmla="*/ 125 w 136"/>
              <a:gd name="T77" fmla="*/ 97 h 135"/>
              <a:gd name="T78" fmla="*/ 133 w 136"/>
              <a:gd name="T79" fmla="*/ 87 h 135"/>
              <a:gd name="T80" fmla="*/ 68 w 136"/>
              <a:gd name="T81" fmla="*/ 18 h 135"/>
              <a:gd name="T82" fmla="*/ 41 w 136"/>
              <a:gd name="T83" fmla="*/ 59 h 135"/>
              <a:gd name="T84" fmla="*/ 68 w 136"/>
              <a:gd name="T85" fmla="*/ 18 h 135"/>
              <a:gd name="T86" fmla="*/ 18 w 136"/>
              <a:gd name="T87" fmla="*/ 67 h 135"/>
              <a:gd name="T88" fmla="*/ 60 w 136"/>
              <a:gd name="T89" fmla="*/ 94 h 135"/>
              <a:gd name="T90" fmla="*/ 66 w 136"/>
              <a:gd name="T91" fmla="*/ 85 h 135"/>
              <a:gd name="T92" fmla="*/ 70 w 136"/>
              <a:gd name="T93" fmla="*/ 50 h 135"/>
              <a:gd name="T94" fmla="*/ 66 w 136"/>
              <a:gd name="T95" fmla="*/ 85 h 135"/>
              <a:gd name="T96" fmla="*/ 70 w 136"/>
              <a:gd name="T97" fmla="*/ 95 h 135"/>
              <a:gd name="T98" fmla="*/ 116 w 136"/>
              <a:gd name="T99" fmla="*/ 78 h 135"/>
              <a:gd name="T100" fmla="*/ 95 w 136"/>
              <a:gd name="T101" fmla="*/ 66 h 135"/>
              <a:gd name="T102" fmla="*/ 78 w 136"/>
              <a:gd name="T103" fmla="*/ 19 h 135"/>
              <a:gd name="T104" fmla="*/ 95 w 136"/>
              <a:gd name="T105" fmla="*/ 66 h 13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</a:cxnLst>
            <a:rect l="0" t="0" r="r" b="b"/>
            <a:pathLst>
              <a:path w="136" h="135">
                <a:moveTo>
                  <a:pt x="131" y="81"/>
                </a:moveTo>
                <a:cubicBezTo>
                  <a:pt x="128" y="80"/>
                  <a:pt x="127" y="78"/>
                  <a:pt x="127" y="75"/>
                </a:cubicBezTo>
                <a:cubicBezTo>
                  <a:pt x="127" y="75"/>
                  <a:pt x="127" y="74"/>
                  <a:pt x="127" y="73"/>
                </a:cubicBezTo>
                <a:cubicBezTo>
                  <a:pt x="128" y="70"/>
                  <a:pt x="129" y="68"/>
                  <a:pt x="132" y="67"/>
                </a:cubicBezTo>
                <a:cubicBezTo>
                  <a:pt x="135" y="67"/>
                  <a:pt x="136" y="65"/>
                  <a:pt x="136" y="62"/>
                </a:cubicBezTo>
                <a:cubicBezTo>
                  <a:pt x="135" y="55"/>
                  <a:pt x="135" y="55"/>
                  <a:pt x="135" y="55"/>
                </a:cubicBezTo>
                <a:cubicBezTo>
                  <a:pt x="135" y="52"/>
                  <a:pt x="132" y="50"/>
                  <a:pt x="130" y="51"/>
                </a:cubicBezTo>
                <a:cubicBezTo>
                  <a:pt x="127" y="51"/>
                  <a:pt x="125" y="50"/>
                  <a:pt x="124" y="47"/>
                </a:cubicBezTo>
                <a:cubicBezTo>
                  <a:pt x="124" y="46"/>
                  <a:pt x="123" y="45"/>
                  <a:pt x="123" y="44"/>
                </a:cubicBezTo>
                <a:cubicBezTo>
                  <a:pt x="123" y="44"/>
                  <a:pt x="123" y="44"/>
                  <a:pt x="123" y="44"/>
                </a:cubicBezTo>
                <a:cubicBezTo>
                  <a:pt x="122" y="42"/>
                  <a:pt x="122" y="39"/>
                  <a:pt x="124" y="38"/>
                </a:cubicBezTo>
                <a:cubicBezTo>
                  <a:pt x="126" y="37"/>
                  <a:pt x="127" y="35"/>
                  <a:pt x="126" y="33"/>
                </a:cubicBezTo>
                <a:cubicBezTo>
                  <a:pt x="122" y="26"/>
                  <a:pt x="122" y="26"/>
                  <a:pt x="122" y="26"/>
                </a:cubicBezTo>
                <a:cubicBezTo>
                  <a:pt x="121" y="23"/>
                  <a:pt x="118" y="23"/>
                  <a:pt x="115" y="24"/>
                </a:cubicBezTo>
                <a:cubicBezTo>
                  <a:pt x="113" y="25"/>
                  <a:pt x="110" y="25"/>
                  <a:pt x="107" y="23"/>
                </a:cubicBezTo>
                <a:cubicBezTo>
                  <a:pt x="107" y="22"/>
                  <a:pt x="106" y="22"/>
                  <a:pt x="105" y="21"/>
                </a:cubicBezTo>
                <a:cubicBezTo>
                  <a:pt x="103" y="20"/>
                  <a:pt x="103" y="17"/>
                  <a:pt x="104" y="15"/>
                </a:cubicBezTo>
                <a:cubicBezTo>
                  <a:pt x="105" y="12"/>
                  <a:pt x="104" y="10"/>
                  <a:pt x="102" y="9"/>
                </a:cubicBezTo>
                <a:cubicBezTo>
                  <a:pt x="95" y="5"/>
                  <a:pt x="95" y="5"/>
                  <a:pt x="95" y="5"/>
                </a:cubicBezTo>
                <a:cubicBezTo>
                  <a:pt x="93" y="4"/>
                  <a:pt x="90" y="5"/>
                  <a:pt x="89" y="7"/>
                </a:cubicBezTo>
                <a:cubicBezTo>
                  <a:pt x="88" y="9"/>
                  <a:pt x="85" y="11"/>
                  <a:pt x="82" y="10"/>
                </a:cubicBezTo>
                <a:cubicBezTo>
                  <a:pt x="81" y="10"/>
                  <a:pt x="80" y="9"/>
                  <a:pt x="79" y="9"/>
                </a:cubicBezTo>
                <a:cubicBezTo>
                  <a:pt x="77" y="9"/>
                  <a:pt x="75" y="7"/>
                  <a:pt x="75" y="4"/>
                </a:cubicBezTo>
                <a:cubicBezTo>
                  <a:pt x="75" y="2"/>
                  <a:pt x="73" y="0"/>
                  <a:pt x="70" y="0"/>
                </a:cubicBezTo>
                <a:cubicBezTo>
                  <a:pt x="62" y="0"/>
                  <a:pt x="62" y="0"/>
                  <a:pt x="62" y="0"/>
                </a:cubicBezTo>
                <a:cubicBezTo>
                  <a:pt x="60" y="0"/>
                  <a:pt x="58" y="2"/>
                  <a:pt x="58" y="5"/>
                </a:cubicBezTo>
                <a:cubicBezTo>
                  <a:pt x="58" y="7"/>
                  <a:pt x="56" y="9"/>
                  <a:pt x="54" y="10"/>
                </a:cubicBezTo>
                <a:cubicBezTo>
                  <a:pt x="52" y="10"/>
                  <a:pt x="51" y="11"/>
                  <a:pt x="50" y="11"/>
                </a:cubicBezTo>
                <a:cubicBezTo>
                  <a:pt x="48" y="12"/>
                  <a:pt x="45" y="11"/>
                  <a:pt x="44" y="9"/>
                </a:cubicBezTo>
                <a:cubicBezTo>
                  <a:pt x="43" y="7"/>
                  <a:pt x="41" y="6"/>
                  <a:pt x="39" y="7"/>
                </a:cubicBezTo>
                <a:cubicBezTo>
                  <a:pt x="32" y="10"/>
                  <a:pt x="32" y="10"/>
                  <a:pt x="32" y="10"/>
                </a:cubicBezTo>
                <a:cubicBezTo>
                  <a:pt x="29" y="11"/>
                  <a:pt x="28" y="14"/>
                  <a:pt x="29" y="17"/>
                </a:cubicBezTo>
                <a:cubicBezTo>
                  <a:pt x="31" y="19"/>
                  <a:pt x="30" y="22"/>
                  <a:pt x="28" y="24"/>
                </a:cubicBezTo>
                <a:cubicBezTo>
                  <a:pt x="27" y="25"/>
                  <a:pt x="27" y="25"/>
                  <a:pt x="26" y="26"/>
                </a:cubicBezTo>
                <a:cubicBezTo>
                  <a:pt x="24" y="28"/>
                  <a:pt x="21" y="28"/>
                  <a:pt x="19" y="27"/>
                </a:cubicBezTo>
                <a:cubicBezTo>
                  <a:pt x="17" y="25"/>
                  <a:pt x="14" y="26"/>
                  <a:pt x="13" y="28"/>
                </a:cubicBezTo>
                <a:cubicBezTo>
                  <a:pt x="9" y="35"/>
                  <a:pt x="9" y="35"/>
                  <a:pt x="9" y="35"/>
                </a:cubicBezTo>
                <a:cubicBezTo>
                  <a:pt x="7" y="37"/>
                  <a:pt x="8" y="40"/>
                  <a:pt x="10" y="41"/>
                </a:cubicBezTo>
                <a:cubicBezTo>
                  <a:pt x="12" y="42"/>
                  <a:pt x="13" y="45"/>
                  <a:pt x="12" y="47"/>
                </a:cubicBezTo>
                <a:cubicBezTo>
                  <a:pt x="12" y="48"/>
                  <a:pt x="12" y="49"/>
                  <a:pt x="11" y="50"/>
                </a:cubicBezTo>
                <a:cubicBezTo>
                  <a:pt x="11" y="53"/>
                  <a:pt x="8" y="54"/>
                  <a:pt x="6" y="54"/>
                </a:cubicBezTo>
                <a:cubicBezTo>
                  <a:pt x="3" y="54"/>
                  <a:pt x="1" y="56"/>
                  <a:pt x="1" y="58"/>
                </a:cubicBezTo>
                <a:cubicBezTo>
                  <a:pt x="0" y="66"/>
                  <a:pt x="0" y="66"/>
                  <a:pt x="0" y="66"/>
                </a:cubicBezTo>
                <a:cubicBezTo>
                  <a:pt x="0" y="69"/>
                  <a:pt x="2" y="71"/>
                  <a:pt x="4" y="71"/>
                </a:cubicBezTo>
                <a:cubicBezTo>
                  <a:pt x="7" y="71"/>
                  <a:pt x="9" y="73"/>
                  <a:pt x="9" y="76"/>
                </a:cubicBezTo>
                <a:cubicBezTo>
                  <a:pt x="9" y="77"/>
                  <a:pt x="10" y="78"/>
                  <a:pt x="10" y="78"/>
                </a:cubicBezTo>
                <a:cubicBezTo>
                  <a:pt x="10" y="81"/>
                  <a:pt x="9" y="84"/>
                  <a:pt x="7" y="85"/>
                </a:cubicBezTo>
                <a:cubicBezTo>
                  <a:pt x="4" y="86"/>
                  <a:pt x="3" y="88"/>
                  <a:pt x="4" y="91"/>
                </a:cubicBezTo>
                <a:cubicBezTo>
                  <a:pt x="7" y="98"/>
                  <a:pt x="7" y="98"/>
                  <a:pt x="7" y="98"/>
                </a:cubicBezTo>
                <a:cubicBezTo>
                  <a:pt x="8" y="100"/>
                  <a:pt x="11" y="101"/>
                  <a:pt x="13" y="100"/>
                </a:cubicBezTo>
                <a:cubicBezTo>
                  <a:pt x="14" y="100"/>
                  <a:pt x="14" y="100"/>
                  <a:pt x="14" y="100"/>
                </a:cubicBezTo>
                <a:cubicBezTo>
                  <a:pt x="16" y="99"/>
                  <a:pt x="18" y="100"/>
                  <a:pt x="20" y="102"/>
                </a:cubicBezTo>
                <a:cubicBezTo>
                  <a:pt x="21" y="104"/>
                  <a:pt x="21" y="107"/>
                  <a:pt x="20" y="109"/>
                </a:cubicBezTo>
                <a:cubicBezTo>
                  <a:pt x="20" y="109"/>
                  <a:pt x="20" y="109"/>
                  <a:pt x="20" y="109"/>
                </a:cubicBezTo>
                <a:cubicBezTo>
                  <a:pt x="18" y="111"/>
                  <a:pt x="18" y="114"/>
                  <a:pt x="20" y="115"/>
                </a:cubicBezTo>
                <a:cubicBezTo>
                  <a:pt x="26" y="121"/>
                  <a:pt x="26" y="121"/>
                  <a:pt x="26" y="121"/>
                </a:cubicBezTo>
                <a:cubicBezTo>
                  <a:pt x="27" y="122"/>
                  <a:pt x="30" y="122"/>
                  <a:pt x="32" y="120"/>
                </a:cubicBezTo>
                <a:cubicBezTo>
                  <a:pt x="34" y="118"/>
                  <a:pt x="37" y="118"/>
                  <a:pt x="39" y="119"/>
                </a:cubicBezTo>
                <a:cubicBezTo>
                  <a:pt x="40" y="120"/>
                  <a:pt x="41" y="120"/>
                  <a:pt x="41" y="121"/>
                </a:cubicBezTo>
                <a:cubicBezTo>
                  <a:pt x="44" y="122"/>
                  <a:pt x="45" y="124"/>
                  <a:pt x="44" y="127"/>
                </a:cubicBezTo>
                <a:cubicBezTo>
                  <a:pt x="44" y="129"/>
                  <a:pt x="45" y="132"/>
                  <a:pt x="48" y="132"/>
                </a:cubicBezTo>
                <a:cubicBezTo>
                  <a:pt x="55" y="134"/>
                  <a:pt x="55" y="134"/>
                  <a:pt x="55" y="134"/>
                </a:cubicBezTo>
                <a:cubicBezTo>
                  <a:pt x="58" y="135"/>
                  <a:pt x="60" y="133"/>
                  <a:pt x="61" y="131"/>
                </a:cubicBezTo>
                <a:cubicBezTo>
                  <a:pt x="61" y="129"/>
                  <a:pt x="64" y="127"/>
                  <a:pt x="66" y="127"/>
                </a:cubicBezTo>
                <a:cubicBezTo>
                  <a:pt x="67" y="127"/>
                  <a:pt x="68" y="127"/>
                  <a:pt x="69" y="127"/>
                </a:cubicBezTo>
                <a:cubicBezTo>
                  <a:pt x="72" y="127"/>
                  <a:pt x="74" y="129"/>
                  <a:pt x="75" y="131"/>
                </a:cubicBezTo>
                <a:cubicBezTo>
                  <a:pt x="76" y="134"/>
                  <a:pt x="78" y="135"/>
                  <a:pt x="81" y="134"/>
                </a:cubicBezTo>
                <a:cubicBezTo>
                  <a:pt x="88" y="133"/>
                  <a:pt x="88" y="133"/>
                  <a:pt x="88" y="133"/>
                </a:cubicBezTo>
                <a:cubicBezTo>
                  <a:pt x="91" y="132"/>
                  <a:pt x="92" y="129"/>
                  <a:pt x="91" y="127"/>
                </a:cubicBezTo>
                <a:cubicBezTo>
                  <a:pt x="91" y="125"/>
                  <a:pt x="92" y="122"/>
                  <a:pt x="94" y="121"/>
                </a:cubicBezTo>
                <a:cubicBezTo>
                  <a:pt x="96" y="120"/>
                  <a:pt x="97" y="120"/>
                  <a:pt x="98" y="119"/>
                </a:cubicBezTo>
                <a:cubicBezTo>
                  <a:pt x="100" y="118"/>
                  <a:pt x="102" y="118"/>
                  <a:pt x="103" y="120"/>
                </a:cubicBezTo>
                <a:cubicBezTo>
                  <a:pt x="104" y="122"/>
                  <a:pt x="107" y="123"/>
                  <a:pt x="109" y="121"/>
                </a:cubicBezTo>
                <a:cubicBezTo>
                  <a:pt x="115" y="117"/>
                  <a:pt x="115" y="117"/>
                  <a:pt x="115" y="117"/>
                </a:cubicBezTo>
                <a:cubicBezTo>
                  <a:pt x="118" y="116"/>
                  <a:pt x="118" y="112"/>
                  <a:pt x="117" y="110"/>
                </a:cubicBezTo>
                <a:cubicBezTo>
                  <a:pt x="115" y="107"/>
                  <a:pt x="115" y="104"/>
                  <a:pt x="117" y="101"/>
                </a:cubicBezTo>
                <a:cubicBezTo>
                  <a:pt x="117" y="101"/>
                  <a:pt x="118" y="100"/>
                  <a:pt x="118" y="100"/>
                </a:cubicBezTo>
                <a:cubicBezTo>
                  <a:pt x="120" y="97"/>
                  <a:pt x="122" y="96"/>
                  <a:pt x="125" y="97"/>
                </a:cubicBezTo>
                <a:cubicBezTo>
                  <a:pt x="127" y="98"/>
                  <a:pt x="130" y="97"/>
                  <a:pt x="131" y="94"/>
                </a:cubicBezTo>
                <a:cubicBezTo>
                  <a:pt x="133" y="87"/>
                  <a:pt x="133" y="87"/>
                  <a:pt x="133" y="87"/>
                </a:cubicBezTo>
                <a:cubicBezTo>
                  <a:pt x="134" y="85"/>
                  <a:pt x="133" y="82"/>
                  <a:pt x="131" y="81"/>
                </a:cubicBezTo>
                <a:close/>
                <a:moveTo>
                  <a:pt x="68" y="18"/>
                </a:moveTo>
                <a:cubicBezTo>
                  <a:pt x="66" y="40"/>
                  <a:pt x="66" y="40"/>
                  <a:pt x="66" y="40"/>
                </a:cubicBezTo>
                <a:cubicBezTo>
                  <a:pt x="54" y="41"/>
                  <a:pt x="44" y="48"/>
                  <a:pt x="41" y="59"/>
                </a:cubicBezTo>
                <a:cubicBezTo>
                  <a:pt x="20" y="57"/>
                  <a:pt x="20" y="57"/>
                  <a:pt x="20" y="57"/>
                </a:cubicBezTo>
                <a:cubicBezTo>
                  <a:pt x="24" y="34"/>
                  <a:pt x="45" y="18"/>
                  <a:pt x="68" y="18"/>
                </a:cubicBezTo>
                <a:close/>
                <a:moveTo>
                  <a:pt x="57" y="116"/>
                </a:moveTo>
                <a:cubicBezTo>
                  <a:pt x="34" y="111"/>
                  <a:pt x="18" y="90"/>
                  <a:pt x="18" y="67"/>
                </a:cubicBezTo>
                <a:cubicBezTo>
                  <a:pt x="40" y="69"/>
                  <a:pt x="40" y="69"/>
                  <a:pt x="40" y="69"/>
                </a:cubicBezTo>
                <a:cubicBezTo>
                  <a:pt x="41" y="81"/>
                  <a:pt x="49" y="91"/>
                  <a:pt x="60" y="94"/>
                </a:cubicBezTo>
                <a:lnTo>
                  <a:pt x="57" y="116"/>
                </a:lnTo>
                <a:close/>
                <a:moveTo>
                  <a:pt x="66" y="85"/>
                </a:moveTo>
                <a:cubicBezTo>
                  <a:pt x="56" y="84"/>
                  <a:pt x="49" y="75"/>
                  <a:pt x="50" y="66"/>
                </a:cubicBezTo>
                <a:cubicBezTo>
                  <a:pt x="51" y="56"/>
                  <a:pt x="60" y="49"/>
                  <a:pt x="70" y="50"/>
                </a:cubicBezTo>
                <a:cubicBezTo>
                  <a:pt x="80" y="51"/>
                  <a:pt x="87" y="60"/>
                  <a:pt x="85" y="70"/>
                </a:cubicBezTo>
                <a:cubicBezTo>
                  <a:pt x="84" y="79"/>
                  <a:pt x="75" y="86"/>
                  <a:pt x="66" y="85"/>
                </a:cubicBezTo>
                <a:close/>
                <a:moveTo>
                  <a:pt x="67" y="117"/>
                </a:moveTo>
                <a:cubicBezTo>
                  <a:pt x="70" y="95"/>
                  <a:pt x="70" y="95"/>
                  <a:pt x="70" y="95"/>
                </a:cubicBezTo>
                <a:cubicBezTo>
                  <a:pt x="81" y="95"/>
                  <a:pt x="91" y="87"/>
                  <a:pt x="94" y="76"/>
                </a:cubicBezTo>
                <a:cubicBezTo>
                  <a:pt x="116" y="78"/>
                  <a:pt x="116" y="78"/>
                  <a:pt x="116" y="78"/>
                </a:cubicBezTo>
                <a:cubicBezTo>
                  <a:pt x="111" y="101"/>
                  <a:pt x="91" y="117"/>
                  <a:pt x="67" y="117"/>
                </a:cubicBezTo>
                <a:close/>
                <a:moveTo>
                  <a:pt x="95" y="66"/>
                </a:moveTo>
                <a:cubicBezTo>
                  <a:pt x="95" y="54"/>
                  <a:pt x="87" y="44"/>
                  <a:pt x="76" y="41"/>
                </a:cubicBezTo>
                <a:cubicBezTo>
                  <a:pt x="78" y="19"/>
                  <a:pt x="78" y="19"/>
                  <a:pt x="78" y="19"/>
                </a:cubicBezTo>
                <a:cubicBezTo>
                  <a:pt x="101" y="24"/>
                  <a:pt x="117" y="45"/>
                  <a:pt x="117" y="68"/>
                </a:cubicBezTo>
                <a:lnTo>
                  <a:pt x="95" y="66"/>
                </a:lnTo>
                <a:close/>
              </a:path>
            </a:pathLst>
          </a:custGeom>
          <a:solidFill>
            <a:srgbClr val="5CBFBC"/>
          </a:solidFill>
          <a:ln>
            <a:noFill/>
          </a:ln>
        </p:spPr>
        <p:txBody>
          <a:bodyPr anchor="t" anchorCtr="0" bIns="45720" compatLnSpc="1" lIns="91440" numCol="1" rIns="91440" tIns="45720" vert="horz" wrap="square"/>
          <a:p>
            <a:pPr algn="l" defTabSz="914400" eaLnBrk="1" fontAlgn="auto" hangingPunct="1" indent="0" latinLnBrk="0" lvl="0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baseline="0" b="0" cap="none" sz="1800" i="0" kern="1200" kumimoji="0" lang="id-ID" noProof="0" normalizeH="0" spc="0" strike="noStrike" u="none">
              <a:ln>
                <a:noFill/>
              </a:ln>
              <a:solidFill>
                <a:srgbClr val="2A2A2A"/>
              </a:solidFill>
              <a:effectLst/>
              <a:uLnTx/>
              <a:uFillTx/>
              <a:latin typeface="Calibri" panose="020F0502020204030204" charset="0"/>
              <a:ea typeface="Calibri" panose="020F0502020204030204" charset="0"/>
              <a:cs typeface="Calibri" panose="020F0502020204030204" charset="0"/>
            </a:endParaRPr>
          </a:p>
        </p:txBody>
      </p:sp>
      <p:grpSp>
        <p:nvGrpSpPr>
          <p:cNvPr id="60" name="Group 64"/>
          <p:cNvGrpSpPr/>
          <p:nvPr/>
        </p:nvGrpSpPr>
        <p:grpSpPr>
          <a:xfrm>
            <a:off x="4859747" y="3000332"/>
            <a:ext cx="1195278" cy="1189179"/>
            <a:chOff x="1567754" y="2355529"/>
            <a:chExt cx="1195278" cy="1189179"/>
          </a:xfrm>
          <a:solidFill>
            <a:srgbClr val="1B2932"/>
          </a:solidFill>
        </p:grpSpPr>
        <p:sp>
          <p:nvSpPr>
            <p:cNvPr id="1048743" name="Freeform 51"/>
            <p:cNvSpPr/>
            <p:nvPr/>
          </p:nvSpPr>
          <p:spPr bwMode="auto">
            <a:xfrm>
              <a:off x="2016999" y="2790545"/>
              <a:ext cx="302886" cy="304918"/>
            </a:xfrm>
            <a:custGeom>
              <a:avLst/>
              <a:gdLst>
                <a:gd name="T0" fmla="*/ 38 w 42"/>
                <a:gd name="T1" fmla="*/ 14 h 42"/>
                <a:gd name="T2" fmla="*/ 28 w 42"/>
                <a:gd name="T3" fmla="*/ 38 h 42"/>
                <a:gd name="T4" fmla="*/ 4 w 42"/>
                <a:gd name="T5" fmla="*/ 29 h 42"/>
                <a:gd name="T6" fmla="*/ 14 w 42"/>
                <a:gd name="T7" fmla="*/ 4 h 42"/>
                <a:gd name="T8" fmla="*/ 38 w 42"/>
                <a:gd name="T9" fmla="*/ 14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42">
                  <a:moveTo>
                    <a:pt x="38" y="14"/>
                  </a:moveTo>
                  <a:cubicBezTo>
                    <a:pt x="42" y="23"/>
                    <a:pt x="38" y="34"/>
                    <a:pt x="28" y="38"/>
                  </a:cubicBezTo>
                  <a:cubicBezTo>
                    <a:pt x="19" y="42"/>
                    <a:pt x="8" y="38"/>
                    <a:pt x="4" y="29"/>
                  </a:cubicBezTo>
                  <a:cubicBezTo>
                    <a:pt x="0" y="19"/>
                    <a:pt x="4" y="8"/>
                    <a:pt x="14" y="4"/>
                  </a:cubicBezTo>
                  <a:cubicBezTo>
                    <a:pt x="23" y="0"/>
                    <a:pt x="34" y="5"/>
                    <a:pt x="38" y="1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anchor="t" anchorCtr="0" bIns="45720" compatLnSpc="1" lIns="91440" numCol="1" rIns="91440" tIns="45720" vert="horz" wrap="square"/>
            <a:p>
              <a:pPr algn="l" defTabSz="914400" eaLnBrk="1" fontAlgn="auto" hangingPunct="1" indent="0" latinLnBrk="0" lvl="0" marL="0" marR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baseline="0" b="0" cap="none" sz="1800" i="0" kern="1200" kumimoji="0" lang="id-ID" noProof="0" normalizeH="0" spc="0" strike="noStrike" u="none">
                <a:ln>
                  <a:noFill/>
                </a:ln>
                <a:solidFill>
                  <a:srgbClr val="2A2A2A"/>
                </a:solidFill>
                <a:effectLst/>
                <a:uLnTx/>
                <a:uFillTx/>
                <a:latin typeface="Calibri" panose="020F0502020204030204" charset="0"/>
                <a:ea typeface="Calibri" panose="020F0502020204030204" charset="0"/>
                <a:cs typeface="Calibri" panose="020F0502020204030204" charset="0"/>
              </a:endParaRPr>
            </a:p>
          </p:txBody>
        </p:sp>
        <p:sp>
          <p:nvSpPr>
            <p:cNvPr id="1048744" name="Freeform 50"/>
            <p:cNvSpPr>
              <a:spLocks noEditPoints="1"/>
            </p:cNvSpPr>
            <p:nvPr/>
          </p:nvSpPr>
          <p:spPr bwMode="auto">
            <a:xfrm>
              <a:off x="1567754" y="2355529"/>
              <a:ext cx="1195278" cy="1189179"/>
            </a:xfrm>
            <a:custGeom>
              <a:avLst/>
              <a:gdLst>
                <a:gd name="T0" fmla="*/ 162 w 165"/>
                <a:gd name="T1" fmla="*/ 59 h 164"/>
                <a:gd name="T2" fmla="*/ 154 w 165"/>
                <a:gd name="T3" fmla="*/ 40 h 164"/>
                <a:gd name="T4" fmla="*/ 144 w 165"/>
                <a:gd name="T5" fmla="*/ 44 h 164"/>
                <a:gd name="T6" fmla="*/ 138 w 165"/>
                <a:gd name="T7" fmla="*/ 36 h 164"/>
                <a:gd name="T8" fmla="*/ 145 w 165"/>
                <a:gd name="T9" fmla="*/ 28 h 164"/>
                <a:gd name="T10" fmla="*/ 130 w 165"/>
                <a:gd name="T11" fmla="*/ 14 h 164"/>
                <a:gd name="T12" fmla="*/ 123 w 165"/>
                <a:gd name="T13" fmla="*/ 22 h 164"/>
                <a:gd name="T14" fmla="*/ 110 w 165"/>
                <a:gd name="T15" fmla="*/ 15 h 164"/>
                <a:gd name="T16" fmla="*/ 113 w 165"/>
                <a:gd name="T17" fmla="*/ 5 h 164"/>
                <a:gd name="T18" fmla="*/ 93 w 165"/>
                <a:gd name="T19" fmla="*/ 0 h 164"/>
                <a:gd name="T20" fmla="*/ 90 w 165"/>
                <a:gd name="T21" fmla="*/ 10 h 164"/>
                <a:gd name="T22" fmla="*/ 76 w 165"/>
                <a:gd name="T23" fmla="*/ 10 h 164"/>
                <a:gd name="T24" fmla="*/ 73 w 165"/>
                <a:gd name="T25" fmla="*/ 0 h 164"/>
                <a:gd name="T26" fmla="*/ 53 w 165"/>
                <a:gd name="T27" fmla="*/ 5 h 164"/>
                <a:gd name="T28" fmla="*/ 56 w 165"/>
                <a:gd name="T29" fmla="*/ 15 h 164"/>
                <a:gd name="T30" fmla="*/ 55 w 165"/>
                <a:gd name="T31" fmla="*/ 16 h 164"/>
                <a:gd name="T32" fmla="*/ 43 w 165"/>
                <a:gd name="T33" fmla="*/ 22 h 164"/>
                <a:gd name="T34" fmla="*/ 38 w 165"/>
                <a:gd name="T35" fmla="*/ 14 h 164"/>
                <a:gd name="T36" fmla="*/ 21 w 165"/>
                <a:gd name="T37" fmla="*/ 25 h 164"/>
                <a:gd name="T38" fmla="*/ 28 w 165"/>
                <a:gd name="T39" fmla="*/ 36 h 164"/>
                <a:gd name="T40" fmla="*/ 20 w 165"/>
                <a:gd name="T41" fmla="*/ 48 h 164"/>
                <a:gd name="T42" fmla="*/ 9 w 165"/>
                <a:gd name="T43" fmla="*/ 44 h 164"/>
                <a:gd name="T44" fmla="*/ 3 w 165"/>
                <a:gd name="T45" fmla="*/ 63 h 164"/>
                <a:gd name="T46" fmla="*/ 13 w 165"/>
                <a:gd name="T47" fmla="*/ 67 h 164"/>
                <a:gd name="T48" fmla="*/ 11 w 165"/>
                <a:gd name="T49" fmla="*/ 81 h 164"/>
                <a:gd name="T50" fmla="*/ 0 w 165"/>
                <a:gd name="T51" fmla="*/ 83 h 164"/>
                <a:gd name="T52" fmla="*/ 3 w 165"/>
                <a:gd name="T53" fmla="*/ 103 h 164"/>
                <a:gd name="T54" fmla="*/ 14 w 165"/>
                <a:gd name="T55" fmla="*/ 101 h 164"/>
                <a:gd name="T56" fmla="*/ 17 w 165"/>
                <a:gd name="T57" fmla="*/ 110 h 164"/>
                <a:gd name="T58" fmla="*/ 19 w 165"/>
                <a:gd name="T59" fmla="*/ 115 h 164"/>
                <a:gd name="T60" fmla="*/ 11 w 165"/>
                <a:gd name="T61" fmla="*/ 120 h 164"/>
                <a:gd name="T62" fmla="*/ 21 w 165"/>
                <a:gd name="T63" fmla="*/ 137 h 164"/>
                <a:gd name="T64" fmla="*/ 31 w 165"/>
                <a:gd name="T65" fmla="*/ 131 h 164"/>
                <a:gd name="T66" fmla="*/ 42 w 165"/>
                <a:gd name="T67" fmla="*/ 141 h 164"/>
                <a:gd name="T68" fmla="*/ 38 w 165"/>
                <a:gd name="T69" fmla="*/ 150 h 164"/>
                <a:gd name="T70" fmla="*/ 56 w 165"/>
                <a:gd name="T71" fmla="*/ 159 h 164"/>
                <a:gd name="T72" fmla="*/ 61 w 165"/>
                <a:gd name="T73" fmla="*/ 150 h 164"/>
                <a:gd name="T74" fmla="*/ 75 w 165"/>
                <a:gd name="T75" fmla="*/ 153 h 164"/>
                <a:gd name="T76" fmla="*/ 75 w 165"/>
                <a:gd name="T77" fmla="*/ 164 h 164"/>
                <a:gd name="T78" fmla="*/ 96 w 165"/>
                <a:gd name="T79" fmla="*/ 163 h 164"/>
                <a:gd name="T80" fmla="*/ 95 w 165"/>
                <a:gd name="T81" fmla="*/ 152 h 164"/>
                <a:gd name="T82" fmla="*/ 109 w 165"/>
                <a:gd name="T83" fmla="*/ 148 h 164"/>
                <a:gd name="T84" fmla="*/ 114 w 165"/>
                <a:gd name="T85" fmla="*/ 157 h 164"/>
                <a:gd name="T86" fmla="*/ 132 w 165"/>
                <a:gd name="T87" fmla="*/ 148 h 164"/>
                <a:gd name="T88" fmla="*/ 127 w 165"/>
                <a:gd name="T89" fmla="*/ 138 h 164"/>
                <a:gd name="T90" fmla="*/ 137 w 165"/>
                <a:gd name="T91" fmla="*/ 128 h 164"/>
                <a:gd name="T92" fmla="*/ 147 w 165"/>
                <a:gd name="T93" fmla="*/ 134 h 164"/>
                <a:gd name="T94" fmla="*/ 157 w 165"/>
                <a:gd name="T95" fmla="*/ 117 h 164"/>
                <a:gd name="T96" fmla="*/ 148 w 165"/>
                <a:gd name="T97" fmla="*/ 111 h 164"/>
                <a:gd name="T98" fmla="*/ 153 w 165"/>
                <a:gd name="T99" fmla="*/ 97 h 164"/>
                <a:gd name="T100" fmla="*/ 164 w 165"/>
                <a:gd name="T101" fmla="*/ 98 h 164"/>
                <a:gd name="T102" fmla="*/ 165 w 165"/>
                <a:gd name="T103" fmla="*/ 78 h 164"/>
                <a:gd name="T104" fmla="*/ 154 w 165"/>
                <a:gd name="T105" fmla="*/ 77 h 164"/>
                <a:gd name="T106" fmla="*/ 152 w 165"/>
                <a:gd name="T107" fmla="*/ 63 h 164"/>
                <a:gd name="T108" fmla="*/ 162 w 165"/>
                <a:gd name="T109" fmla="*/ 59 h 164"/>
                <a:gd name="T110" fmla="*/ 96 w 165"/>
                <a:gd name="T111" fmla="*/ 111 h 164"/>
                <a:gd name="T112" fmla="*/ 53 w 165"/>
                <a:gd name="T113" fmla="*/ 94 h 164"/>
                <a:gd name="T114" fmla="*/ 70 w 165"/>
                <a:gd name="T115" fmla="*/ 51 h 164"/>
                <a:gd name="T116" fmla="*/ 113 w 165"/>
                <a:gd name="T117" fmla="*/ 68 h 164"/>
                <a:gd name="T118" fmla="*/ 96 w 165"/>
                <a:gd name="T119" fmla="*/ 111 h 1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165" h="164">
                  <a:moveTo>
                    <a:pt x="162" y="59"/>
                  </a:moveTo>
                  <a:cubicBezTo>
                    <a:pt x="154" y="40"/>
                    <a:pt x="154" y="40"/>
                    <a:pt x="154" y="40"/>
                  </a:cubicBezTo>
                  <a:cubicBezTo>
                    <a:pt x="144" y="44"/>
                    <a:pt x="144" y="44"/>
                    <a:pt x="144" y="44"/>
                  </a:cubicBezTo>
                  <a:cubicBezTo>
                    <a:pt x="142" y="41"/>
                    <a:pt x="140" y="38"/>
                    <a:pt x="138" y="36"/>
                  </a:cubicBezTo>
                  <a:cubicBezTo>
                    <a:pt x="145" y="28"/>
                    <a:pt x="145" y="28"/>
                    <a:pt x="145" y="28"/>
                  </a:cubicBezTo>
                  <a:cubicBezTo>
                    <a:pt x="130" y="14"/>
                    <a:pt x="130" y="14"/>
                    <a:pt x="130" y="14"/>
                  </a:cubicBezTo>
                  <a:cubicBezTo>
                    <a:pt x="123" y="22"/>
                    <a:pt x="123" y="22"/>
                    <a:pt x="123" y="22"/>
                  </a:cubicBezTo>
                  <a:cubicBezTo>
                    <a:pt x="119" y="19"/>
                    <a:pt x="114" y="17"/>
                    <a:pt x="110" y="15"/>
                  </a:cubicBezTo>
                  <a:cubicBezTo>
                    <a:pt x="113" y="5"/>
                    <a:pt x="113" y="5"/>
                    <a:pt x="113" y="5"/>
                  </a:cubicBezTo>
                  <a:cubicBezTo>
                    <a:pt x="93" y="0"/>
                    <a:pt x="93" y="0"/>
                    <a:pt x="93" y="0"/>
                  </a:cubicBezTo>
                  <a:cubicBezTo>
                    <a:pt x="90" y="10"/>
                    <a:pt x="90" y="10"/>
                    <a:pt x="90" y="10"/>
                  </a:cubicBezTo>
                  <a:cubicBezTo>
                    <a:pt x="85" y="10"/>
                    <a:pt x="81" y="10"/>
                    <a:pt x="76" y="10"/>
                  </a:cubicBezTo>
                  <a:cubicBezTo>
                    <a:pt x="73" y="0"/>
                    <a:pt x="73" y="0"/>
                    <a:pt x="73" y="0"/>
                  </a:cubicBezTo>
                  <a:cubicBezTo>
                    <a:pt x="53" y="5"/>
                    <a:pt x="53" y="5"/>
                    <a:pt x="53" y="5"/>
                  </a:cubicBezTo>
                  <a:cubicBezTo>
                    <a:pt x="56" y="15"/>
                    <a:pt x="56" y="15"/>
                    <a:pt x="56" y="15"/>
                  </a:cubicBezTo>
                  <a:cubicBezTo>
                    <a:pt x="56" y="16"/>
                    <a:pt x="55" y="16"/>
                    <a:pt x="55" y="16"/>
                  </a:cubicBezTo>
                  <a:cubicBezTo>
                    <a:pt x="50" y="18"/>
                    <a:pt x="47" y="20"/>
                    <a:pt x="43" y="22"/>
                  </a:cubicBezTo>
                  <a:cubicBezTo>
                    <a:pt x="38" y="14"/>
                    <a:pt x="38" y="14"/>
                    <a:pt x="38" y="14"/>
                  </a:cubicBezTo>
                  <a:cubicBezTo>
                    <a:pt x="21" y="25"/>
                    <a:pt x="21" y="25"/>
                    <a:pt x="21" y="25"/>
                  </a:cubicBezTo>
                  <a:cubicBezTo>
                    <a:pt x="28" y="36"/>
                    <a:pt x="28" y="36"/>
                    <a:pt x="28" y="36"/>
                  </a:cubicBezTo>
                  <a:cubicBezTo>
                    <a:pt x="25" y="40"/>
                    <a:pt x="22" y="44"/>
                    <a:pt x="20" y="48"/>
                  </a:cubicBezTo>
                  <a:cubicBezTo>
                    <a:pt x="9" y="44"/>
                    <a:pt x="9" y="44"/>
                    <a:pt x="9" y="44"/>
                  </a:cubicBezTo>
                  <a:cubicBezTo>
                    <a:pt x="3" y="63"/>
                    <a:pt x="3" y="63"/>
                    <a:pt x="3" y="63"/>
                  </a:cubicBezTo>
                  <a:cubicBezTo>
                    <a:pt x="13" y="67"/>
                    <a:pt x="13" y="67"/>
                    <a:pt x="13" y="67"/>
                  </a:cubicBezTo>
                  <a:cubicBezTo>
                    <a:pt x="12" y="72"/>
                    <a:pt x="11" y="76"/>
                    <a:pt x="11" y="81"/>
                  </a:cubicBezTo>
                  <a:cubicBezTo>
                    <a:pt x="0" y="83"/>
                    <a:pt x="0" y="83"/>
                    <a:pt x="0" y="83"/>
                  </a:cubicBezTo>
                  <a:cubicBezTo>
                    <a:pt x="3" y="103"/>
                    <a:pt x="3" y="103"/>
                    <a:pt x="3" y="103"/>
                  </a:cubicBezTo>
                  <a:cubicBezTo>
                    <a:pt x="14" y="101"/>
                    <a:pt x="14" y="101"/>
                    <a:pt x="14" y="101"/>
                  </a:cubicBezTo>
                  <a:cubicBezTo>
                    <a:pt x="15" y="104"/>
                    <a:pt x="16" y="107"/>
                    <a:pt x="17" y="110"/>
                  </a:cubicBezTo>
                  <a:cubicBezTo>
                    <a:pt x="18" y="112"/>
                    <a:pt x="19" y="113"/>
                    <a:pt x="19" y="115"/>
                  </a:cubicBezTo>
                  <a:cubicBezTo>
                    <a:pt x="11" y="120"/>
                    <a:pt x="11" y="120"/>
                    <a:pt x="11" y="120"/>
                  </a:cubicBezTo>
                  <a:cubicBezTo>
                    <a:pt x="21" y="137"/>
                    <a:pt x="21" y="137"/>
                    <a:pt x="21" y="137"/>
                  </a:cubicBezTo>
                  <a:cubicBezTo>
                    <a:pt x="31" y="131"/>
                    <a:pt x="31" y="131"/>
                    <a:pt x="31" y="131"/>
                  </a:cubicBezTo>
                  <a:cubicBezTo>
                    <a:pt x="35" y="135"/>
                    <a:pt x="38" y="138"/>
                    <a:pt x="42" y="141"/>
                  </a:cubicBezTo>
                  <a:cubicBezTo>
                    <a:pt x="38" y="150"/>
                    <a:pt x="38" y="150"/>
                    <a:pt x="38" y="150"/>
                  </a:cubicBezTo>
                  <a:cubicBezTo>
                    <a:pt x="56" y="159"/>
                    <a:pt x="56" y="159"/>
                    <a:pt x="56" y="159"/>
                  </a:cubicBezTo>
                  <a:cubicBezTo>
                    <a:pt x="61" y="150"/>
                    <a:pt x="61" y="150"/>
                    <a:pt x="61" y="150"/>
                  </a:cubicBezTo>
                  <a:cubicBezTo>
                    <a:pt x="65" y="151"/>
                    <a:pt x="70" y="152"/>
                    <a:pt x="75" y="153"/>
                  </a:cubicBezTo>
                  <a:cubicBezTo>
                    <a:pt x="75" y="164"/>
                    <a:pt x="75" y="164"/>
                    <a:pt x="75" y="164"/>
                  </a:cubicBezTo>
                  <a:cubicBezTo>
                    <a:pt x="96" y="163"/>
                    <a:pt x="96" y="163"/>
                    <a:pt x="96" y="163"/>
                  </a:cubicBezTo>
                  <a:cubicBezTo>
                    <a:pt x="95" y="152"/>
                    <a:pt x="95" y="152"/>
                    <a:pt x="95" y="152"/>
                  </a:cubicBezTo>
                  <a:cubicBezTo>
                    <a:pt x="100" y="151"/>
                    <a:pt x="105" y="150"/>
                    <a:pt x="109" y="148"/>
                  </a:cubicBezTo>
                  <a:cubicBezTo>
                    <a:pt x="114" y="157"/>
                    <a:pt x="114" y="157"/>
                    <a:pt x="114" y="157"/>
                  </a:cubicBezTo>
                  <a:cubicBezTo>
                    <a:pt x="132" y="148"/>
                    <a:pt x="132" y="148"/>
                    <a:pt x="132" y="148"/>
                  </a:cubicBezTo>
                  <a:cubicBezTo>
                    <a:pt x="127" y="138"/>
                    <a:pt x="127" y="138"/>
                    <a:pt x="127" y="138"/>
                  </a:cubicBezTo>
                  <a:cubicBezTo>
                    <a:pt x="131" y="135"/>
                    <a:pt x="134" y="132"/>
                    <a:pt x="137" y="128"/>
                  </a:cubicBezTo>
                  <a:cubicBezTo>
                    <a:pt x="147" y="134"/>
                    <a:pt x="147" y="134"/>
                    <a:pt x="147" y="134"/>
                  </a:cubicBezTo>
                  <a:cubicBezTo>
                    <a:pt x="157" y="117"/>
                    <a:pt x="157" y="117"/>
                    <a:pt x="157" y="117"/>
                  </a:cubicBezTo>
                  <a:cubicBezTo>
                    <a:pt x="148" y="111"/>
                    <a:pt x="148" y="111"/>
                    <a:pt x="148" y="111"/>
                  </a:cubicBezTo>
                  <a:cubicBezTo>
                    <a:pt x="150" y="106"/>
                    <a:pt x="152" y="102"/>
                    <a:pt x="153" y="97"/>
                  </a:cubicBezTo>
                  <a:cubicBezTo>
                    <a:pt x="164" y="98"/>
                    <a:pt x="164" y="98"/>
                    <a:pt x="164" y="98"/>
                  </a:cubicBezTo>
                  <a:cubicBezTo>
                    <a:pt x="165" y="78"/>
                    <a:pt x="165" y="78"/>
                    <a:pt x="165" y="78"/>
                  </a:cubicBezTo>
                  <a:cubicBezTo>
                    <a:pt x="154" y="77"/>
                    <a:pt x="154" y="77"/>
                    <a:pt x="154" y="77"/>
                  </a:cubicBezTo>
                  <a:cubicBezTo>
                    <a:pt x="154" y="72"/>
                    <a:pt x="153" y="68"/>
                    <a:pt x="152" y="63"/>
                  </a:cubicBezTo>
                  <a:lnTo>
                    <a:pt x="162" y="59"/>
                  </a:lnTo>
                  <a:close/>
                  <a:moveTo>
                    <a:pt x="96" y="111"/>
                  </a:moveTo>
                  <a:cubicBezTo>
                    <a:pt x="79" y="118"/>
                    <a:pt x="60" y="111"/>
                    <a:pt x="53" y="94"/>
                  </a:cubicBezTo>
                  <a:cubicBezTo>
                    <a:pt x="46" y="78"/>
                    <a:pt x="53" y="59"/>
                    <a:pt x="70" y="51"/>
                  </a:cubicBezTo>
                  <a:cubicBezTo>
                    <a:pt x="86" y="44"/>
                    <a:pt x="106" y="52"/>
                    <a:pt x="113" y="68"/>
                  </a:cubicBezTo>
                  <a:cubicBezTo>
                    <a:pt x="120" y="85"/>
                    <a:pt x="112" y="104"/>
                    <a:pt x="96" y="11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anchor="t" anchorCtr="0" bIns="45720" compatLnSpc="1" lIns="91440" numCol="1" rIns="91440" tIns="45720" vert="horz" wrap="square"/>
            <a:p>
              <a:pPr algn="l" defTabSz="914400" eaLnBrk="1" fontAlgn="auto" hangingPunct="1" indent="0" latinLnBrk="0" lvl="0" marL="0" marR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baseline="0" b="0" cap="none" sz="1800" i="0" kern="1200" kumimoji="0" lang="id-ID" noProof="0" normalizeH="0" spc="0" strike="noStrike" u="none">
                <a:ln>
                  <a:noFill/>
                </a:ln>
                <a:solidFill>
                  <a:srgbClr val="2A2A2A"/>
                </a:solidFill>
                <a:effectLst/>
                <a:uLnTx/>
                <a:uFillTx/>
                <a:latin typeface="Calibri" panose="020F0502020204030204" charset="0"/>
                <a:ea typeface="Calibri" panose="020F0502020204030204" charset="0"/>
                <a:cs typeface="Calibri" panose="020F0502020204030204" charset="0"/>
              </a:endParaRPr>
            </a:p>
          </p:txBody>
        </p:sp>
      </p:grpSp>
      <p:sp>
        <p:nvSpPr>
          <p:cNvPr id="1048745" name="Freeform 52"/>
          <p:cNvSpPr>
            <a:spLocks noEditPoints="1"/>
          </p:cNvSpPr>
          <p:nvPr/>
        </p:nvSpPr>
        <p:spPr bwMode="auto">
          <a:xfrm>
            <a:off x="6488008" y="2565935"/>
            <a:ext cx="289539" cy="294135"/>
          </a:xfrm>
          <a:custGeom>
            <a:avLst/>
            <a:gdLst>
              <a:gd name="T0" fmla="*/ 49 w 53"/>
              <a:gd name="T1" fmla="*/ 13 h 54"/>
              <a:gd name="T2" fmla="*/ 46 w 53"/>
              <a:gd name="T3" fmla="*/ 13 h 54"/>
              <a:gd name="T4" fmla="*/ 45 w 53"/>
              <a:gd name="T5" fmla="*/ 8 h 54"/>
              <a:gd name="T6" fmla="*/ 40 w 53"/>
              <a:gd name="T7" fmla="*/ 7 h 54"/>
              <a:gd name="T8" fmla="*/ 38 w 53"/>
              <a:gd name="T9" fmla="*/ 3 h 54"/>
              <a:gd name="T10" fmla="*/ 33 w 53"/>
              <a:gd name="T11" fmla="*/ 4 h 54"/>
              <a:gd name="T12" fmla="*/ 29 w 53"/>
              <a:gd name="T13" fmla="*/ 1 h 54"/>
              <a:gd name="T14" fmla="*/ 25 w 53"/>
              <a:gd name="T15" fmla="*/ 3 h 54"/>
              <a:gd name="T16" fmla="*/ 20 w 53"/>
              <a:gd name="T17" fmla="*/ 1 h 54"/>
              <a:gd name="T18" fmla="*/ 17 w 53"/>
              <a:gd name="T19" fmla="*/ 5 h 54"/>
              <a:gd name="T20" fmla="*/ 12 w 53"/>
              <a:gd name="T21" fmla="*/ 5 h 54"/>
              <a:gd name="T22" fmla="*/ 11 w 53"/>
              <a:gd name="T23" fmla="*/ 9 h 54"/>
              <a:gd name="T24" fmla="*/ 6 w 53"/>
              <a:gd name="T25" fmla="*/ 11 h 54"/>
              <a:gd name="T26" fmla="*/ 6 w 53"/>
              <a:gd name="T27" fmla="*/ 15 h 54"/>
              <a:gd name="T28" fmla="*/ 1 w 53"/>
              <a:gd name="T29" fmla="*/ 19 h 54"/>
              <a:gd name="T30" fmla="*/ 3 w 53"/>
              <a:gd name="T31" fmla="*/ 23 h 54"/>
              <a:gd name="T32" fmla="*/ 0 w 53"/>
              <a:gd name="T33" fmla="*/ 27 h 54"/>
              <a:gd name="T34" fmla="*/ 3 w 53"/>
              <a:gd name="T35" fmla="*/ 31 h 54"/>
              <a:gd name="T36" fmla="*/ 2 w 53"/>
              <a:gd name="T37" fmla="*/ 36 h 54"/>
              <a:gd name="T38" fmla="*/ 5 w 53"/>
              <a:gd name="T39" fmla="*/ 38 h 54"/>
              <a:gd name="T40" fmla="*/ 4 w 53"/>
              <a:gd name="T41" fmla="*/ 40 h 54"/>
              <a:gd name="T42" fmla="*/ 8 w 53"/>
              <a:gd name="T43" fmla="*/ 42 h 54"/>
              <a:gd name="T44" fmla="*/ 9 w 53"/>
              <a:gd name="T45" fmla="*/ 47 h 54"/>
              <a:gd name="T46" fmla="*/ 14 w 53"/>
              <a:gd name="T47" fmla="*/ 48 h 54"/>
              <a:gd name="T48" fmla="*/ 16 w 53"/>
              <a:gd name="T49" fmla="*/ 52 h 54"/>
              <a:gd name="T50" fmla="*/ 22 w 53"/>
              <a:gd name="T51" fmla="*/ 51 h 54"/>
              <a:gd name="T52" fmla="*/ 25 w 53"/>
              <a:gd name="T53" fmla="*/ 54 h 54"/>
              <a:gd name="T54" fmla="*/ 30 w 53"/>
              <a:gd name="T55" fmla="*/ 51 h 54"/>
              <a:gd name="T56" fmla="*/ 34 w 53"/>
              <a:gd name="T57" fmla="*/ 53 h 54"/>
              <a:gd name="T58" fmla="*/ 37 w 53"/>
              <a:gd name="T59" fmla="*/ 49 h 54"/>
              <a:gd name="T60" fmla="*/ 41 w 53"/>
              <a:gd name="T61" fmla="*/ 49 h 54"/>
              <a:gd name="T62" fmla="*/ 44 w 53"/>
              <a:gd name="T63" fmla="*/ 44 h 54"/>
              <a:gd name="T64" fmla="*/ 48 w 53"/>
              <a:gd name="T65" fmla="*/ 43 h 54"/>
              <a:gd name="T66" fmla="*/ 48 w 53"/>
              <a:gd name="T67" fmla="*/ 37 h 54"/>
              <a:gd name="T68" fmla="*/ 52 w 53"/>
              <a:gd name="T69" fmla="*/ 35 h 54"/>
              <a:gd name="T70" fmla="*/ 51 w 53"/>
              <a:gd name="T71" fmla="*/ 30 h 54"/>
              <a:gd name="T72" fmla="*/ 53 w 53"/>
              <a:gd name="T73" fmla="*/ 26 h 54"/>
              <a:gd name="T74" fmla="*/ 50 w 53"/>
              <a:gd name="T75" fmla="*/ 22 h 54"/>
              <a:gd name="T76" fmla="*/ 52 w 53"/>
              <a:gd name="T77" fmla="*/ 17 h 54"/>
              <a:gd name="T78" fmla="*/ 20 w 53"/>
              <a:gd name="T79" fmla="*/ 30 h 54"/>
              <a:gd name="T80" fmla="*/ 33 w 53"/>
              <a:gd name="T81" fmla="*/ 24 h 5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</a:cxnLst>
            <a:rect l="0" t="0" r="r" b="b"/>
            <a:pathLst>
              <a:path w="53" h="54">
                <a:moveTo>
                  <a:pt x="52" y="17"/>
                </a:moveTo>
                <a:cubicBezTo>
                  <a:pt x="49" y="13"/>
                  <a:pt x="49" y="13"/>
                  <a:pt x="49" y="13"/>
                </a:cubicBezTo>
                <a:cubicBezTo>
                  <a:pt x="47" y="14"/>
                  <a:pt x="47" y="14"/>
                  <a:pt x="47" y="14"/>
                </a:cubicBezTo>
                <a:cubicBezTo>
                  <a:pt x="47" y="14"/>
                  <a:pt x="47" y="13"/>
                  <a:pt x="46" y="13"/>
                </a:cubicBezTo>
                <a:cubicBezTo>
                  <a:pt x="48" y="11"/>
                  <a:pt x="48" y="11"/>
                  <a:pt x="48" y="11"/>
                </a:cubicBezTo>
                <a:cubicBezTo>
                  <a:pt x="45" y="8"/>
                  <a:pt x="45" y="8"/>
                  <a:pt x="45" y="8"/>
                </a:cubicBezTo>
                <a:cubicBezTo>
                  <a:pt x="43" y="9"/>
                  <a:pt x="43" y="9"/>
                  <a:pt x="43" y="9"/>
                </a:cubicBezTo>
                <a:cubicBezTo>
                  <a:pt x="42" y="9"/>
                  <a:pt x="41" y="8"/>
                  <a:pt x="40" y="7"/>
                </a:cubicBezTo>
                <a:cubicBezTo>
                  <a:pt x="42" y="5"/>
                  <a:pt x="42" y="5"/>
                  <a:pt x="42" y="5"/>
                </a:cubicBezTo>
                <a:cubicBezTo>
                  <a:pt x="38" y="3"/>
                  <a:pt x="38" y="3"/>
                  <a:pt x="38" y="3"/>
                </a:cubicBezTo>
                <a:cubicBezTo>
                  <a:pt x="36" y="5"/>
                  <a:pt x="36" y="5"/>
                  <a:pt x="36" y="5"/>
                </a:cubicBezTo>
                <a:cubicBezTo>
                  <a:pt x="35" y="4"/>
                  <a:pt x="34" y="4"/>
                  <a:pt x="33" y="4"/>
                </a:cubicBezTo>
                <a:cubicBezTo>
                  <a:pt x="34" y="1"/>
                  <a:pt x="34" y="1"/>
                  <a:pt x="34" y="1"/>
                </a:cubicBezTo>
                <a:cubicBezTo>
                  <a:pt x="29" y="1"/>
                  <a:pt x="29" y="1"/>
                  <a:pt x="29" y="1"/>
                </a:cubicBezTo>
                <a:cubicBezTo>
                  <a:pt x="29" y="3"/>
                  <a:pt x="29" y="3"/>
                  <a:pt x="29" y="3"/>
                </a:cubicBezTo>
                <a:cubicBezTo>
                  <a:pt x="28" y="3"/>
                  <a:pt x="26" y="3"/>
                  <a:pt x="25" y="3"/>
                </a:cubicBezTo>
                <a:cubicBezTo>
                  <a:pt x="25" y="0"/>
                  <a:pt x="25" y="0"/>
                  <a:pt x="25" y="0"/>
                </a:cubicBezTo>
                <a:cubicBezTo>
                  <a:pt x="20" y="1"/>
                  <a:pt x="20" y="1"/>
                  <a:pt x="20" y="1"/>
                </a:cubicBezTo>
                <a:cubicBezTo>
                  <a:pt x="21" y="4"/>
                  <a:pt x="21" y="4"/>
                  <a:pt x="21" y="4"/>
                </a:cubicBezTo>
                <a:cubicBezTo>
                  <a:pt x="20" y="4"/>
                  <a:pt x="18" y="4"/>
                  <a:pt x="17" y="5"/>
                </a:cubicBezTo>
                <a:cubicBezTo>
                  <a:pt x="16" y="3"/>
                  <a:pt x="16" y="3"/>
                  <a:pt x="16" y="3"/>
                </a:cubicBezTo>
                <a:cubicBezTo>
                  <a:pt x="12" y="5"/>
                  <a:pt x="12" y="5"/>
                  <a:pt x="12" y="5"/>
                </a:cubicBezTo>
                <a:cubicBezTo>
                  <a:pt x="13" y="7"/>
                  <a:pt x="13" y="7"/>
                  <a:pt x="13" y="7"/>
                </a:cubicBezTo>
                <a:cubicBezTo>
                  <a:pt x="12" y="8"/>
                  <a:pt x="11" y="8"/>
                  <a:pt x="11" y="9"/>
                </a:cubicBezTo>
                <a:cubicBezTo>
                  <a:pt x="9" y="7"/>
                  <a:pt x="9" y="7"/>
                  <a:pt x="9" y="7"/>
                </a:cubicBezTo>
                <a:cubicBezTo>
                  <a:pt x="6" y="11"/>
                  <a:pt x="6" y="11"/>
                  <a:pt x="6" y="11"/>
                </a:cubicBezTo>
                <a:cubicBezTo>
                  <a:pt x="7" y="13"/>
                  <a:pt x="7" y="13"/>
                  <a:pt x="7" y="13"/>
                </a:cubicBezTo>
                <a:cubicBezTo>
                  <a:pt x="7" y="13"/>
                  <a:pt x="6" y="14"/>
                  <a:pt x="6" y="15"/>
                </a:cubicBezTo>
                <a:cubicBezTo>
                  <a:pt x="3" y="14"/>
                  <a:pt x="3" y="14"/>
                  <a:pt x="3" y="14"/>
                </a:cubicBezTo>
                <a:cubicBezTo>
                  <a:pt x="1" y="19"/>
                  <a:pt x="1" y="19"/>
                  <a:pt x="1" y="19"/>
                </a:cubicBezTo>
                <a:cubicBezTo>
                  <a:pt x="4" y="20"/>
                  <a:pt x="4" y="20"/>
                  <a:pt x="4" y="20"/>
                </a:cubicBezTo>
                <a:cubicBezTo>
                  <a:pt x="3" y="21"/>
                  <a:pt x="3" y="22"/>
                  <a:pt x="3" y="23"/>
                </a:cubicBezTo>
                <a:cubicBezTo>
                  <a:pt x="0" y="23"/>
                  <a:pt x="0" y="23"/>
                  <a:pt x="0" y="23"/>
                </a:cubicBezTo>
                <a:cubicBezTo>
                  <a:pt x="0" y="27"/>
                  <a:pt x="0" y="27"/>
                  <a:pt x="0" y="27"/>
                </a:cubicBezTo>
                <a:cubicBezTo>
                  <a:pt x="3" y="28"/>
                  <a:pt x="3" y="28"/>
                  <a:pt x="3" y="28"/>
                </a:cubicBezTo>
                <a:cubicBezTo>
                  <a:pt x="3" y="29"/>
                  <a:pt x="3" y="30"/>
                  <a:pt x="3" y="31"/>
                </a:cubicBezTo>
                <a:cubicBezTo>
                  <a:pt x="1" y="32"/>
                  <a:pt x="1" y="32"/>
                  <a:pt x="1" y="32"/>
                </a:cubicBezTo>
                <a:cubicBezTo>
                  <a:pt x="2" y="36"/>
                  <a:pt x="2" y="36"/>
                  <a:pt x="2" y="36"/>
                </a:cubicBezTo>
                <a:cubicBezTo>
                  <a:pt x="4" y="35"/>
                  <a:pt x="4" y="35"/>
                  <a:pt x="4" y="35"/>
                </a:cubicBezTo>
                <a:cubicBezTo>
                  <a:pt x="4" y="36"/>
                  <a:pt x="5" y="37"/>
                  <a:pt x="5" y="38"/>
                </a:cubicBezTo>
                <a:cubicBezTo>
                  <a:pt x="6" y="38"/>
                  <a:pt x="6" y="38"/>
                  <a:pt x="6" y="38"/>
                </a:cubicBezTo>
                <a:cubicBezTo>
                  <a:pt x="4" y="40"/>
                  <a:pt x="4" y="40"/>
                  <a:pt x="4" y="40"/>
                </a:cubicBezTo>
                <a:cubicBezTo>
                  <a:pt x="6" y="44"/>
                  <a:pt x="6" y="44"/>
                  <a:pt x="6" y="44"/>
                </a:cubicBezTo>
                <a:cubicBezTo>
                  <a:pt x="8" y="42"/>
                  <a:pt x="8" y="42"/>
                  <a:pt x="8" y="42"/>
                </a:cubicBezTo>
                <a:cubicBezTo>
                  <a:pt x="9" y="43"/>
                  <a:pt x="10" y="44"/>
                  <a:pt x="10" y="45"/>
                </a:cubicBezTo>
                <a:cubicBezTo>
                  <a:pt x="9" y="47"/>
                  <a:pt x="9" y="47"/>
                  <a:pt x="9" y="47"/>
                </a:cubicBezTo>
                <a:cubicBezTo>
                  <a:pt x="13" y="50"/>
                  <a:pt x="13" y="50"/>
                  <a:pt x="13" y="50"/>
                </a:cubicBezTo>
                <a:cubicBezTo>
                  <a:pt x="14" y="48"/>
                  <a:pt x="14" y="48"/>
                  <a:pt x="14" y="48"/>
                </a:cubicBezTo>
                <a:cubicBezTo>
                  <a:pt x="15" y="48"/>
                  <a:pt x="16" y="49"/>
                  <a:pt x="17" y="49"/>
                </a:cubicBezTo>
                <a:cubicBezTo>
                  <a:pt x="16" y="52"/>
                  <a:pt x="16" y="52"/>
                  <a:pt x="16" y="52"/>
                </a:cubicBezTo>
                <a:cubicBezTo>
                  <a:pt x="21" y="53"/>
                  <a:pt x="21" y="53"/>
                  <a:pt x="21" y="53"/>
                </a:cubicBezTo>
                <a:cubicBezTo>
                  <a:pt x="22" y="51"/>
                  <a:pt x="22" y="51"/>
                  <a:pt x="22" y="51"/>
                </a:cubicBezTo>
                <a:cubicBezTo>
                  <a:pt x="23" y="51"/>
                  <a:pt x="24" y="51"/>
                  <a:pt x="25" y="51"/>
                </a:cubicBezTo>
                <a:cubicBezTo>
                  <a:pt x="25" y="54"/>
                  <a:pt x="25" y="54"/>
                  <a:pt x="25" y="54"/>
                </a:cubicBezTo>
                <a:cubicBezTo>
                  <a:pt x="30" y="53"/>
                  <a:pt x="30" y="53"/>
                  <a:pt x="30" y="53"/>
                </a:cubicBezTo>
                <a:cubicBezTo>
                  <a:pt x="30" y="51"/>
                  <a:pt x="30" y="51"/>
                  <a:pt x="30" y="51"/>
                </a:cubicBezTo>
                <a:cubicBezTo>
                  <a:pt x="31" y="51"/>
                  <a:pt x="32" y="51"/>
                  <a:pt x="33" y="50"/>
                </a:cubicBezTo>
                <a:cubicBezTo>
                  <a:pt x="34" y="53"/>
                  <a:pt x="34" y="53"/>
                  <a:pt x="34" y="53"/>
                </a:cubicBezTo>
                <a:cubicBezTo>
                  <a:pt x="38" y="51"/>
                  <a:pt x="38" y="51"/>
                  <a:pt x="38" y="51"/>
                </a:cubicBezTo>
                <a:cubicBezTo>
                  <a:pt x="37" y="49"/>
                  <a:pt x="37" y="49"/>
                  <a:pt x="37" y="49"/>
                </a:cubicBezTo>
                <a:cubicBezTo>
                  <a:pt x="38" y="48"/>
                  <a:pt x="39" y="48"/>
                  <a:pt x="40" y="47"/>
                </a:cubicBezTo>
                <a:cubicBezTo>
                  <a:pt x="41" y="49"/>
                  <a:pt x="41" y="49"/>
                  <a:pt x="41" y="49"/>
                </a:cubicBezTo>
                <a:cubicBezTo>
                  <a:pt x="45" y="46"/>
                  <a:pt x="45" y="46"/>
                  <a:pt x="45" y="46"/>
                </a:cubicBezTo>
                <a:cubicBezTo>
                  <a:pt x="44" y="44"/>
                  <a:pt x="44" y="44"/>
                  <a:pt x="44" y="44"/>
                </a:cubicBezTo>
                <a:cubicBezTo>
                  <a:pt x="45" y="43"/>
                  <a:pt x="45" y="42"/>
                  <a:pt x="46" y="41"/>
                </a:cubicBezTo>
                <a:cubicBezTo>
                  <a:pt x="48" y="43"/>
                  <a:pt x="48" y="43"/>
                  <a:pt x="48" y="43"/>
                </a:cubicBezTo>
                <a:cubicBezTo>
                  <a:pt x="51" y="39"/>
                  <a:pt x="51" y="39"/>
                  <a:pt x="51" y="39"/>
                </a:cubicBezTo>
                <a:cubicBezTo>
                  <a:pt x="48" y="37"/>
                  <a:pt x="48" y="37"/>
                  <a:pt x="48" y="37"/>
                </a:cubicBezTo>
                <a:cubicBezTo>
                  <a:pt x="49" y="36"/>
                  <a:pt x="49" y="35"/>
                  <a:pt x="50" y="34"/>
                </a:cubicBezTo>
                <a:cubicBezTo>
                  <a:pt x="52" y="35"/>
                  <a:pt x="52" y="35"/>
                  <a:pt x="52" y="35"/>
                </a:cubicBezTo>
                <a:cubicBezTo>
                  <a:pt x="53" y="30"/>
                  <a:pt x="53" y="30"/>
                  <a:pt x="53" y="30"/>
                </a:cubicBezTo>
                <a:cubicBezTo>
                  <a:pt x="51" y="30"/>
                  <a:pt x="51" y="30"/>
                  <a:pt x="51" y="30"/>
                </a:cubicBezTo>
                <a:cubicBezTo>
                  <a:pt x="51" y="29"/>
                  <a:pt x="51" y="27"/>
                  <a:pt x="51" y="26"/>
                </a:cubicBezTo>
                <a:cubicBezTo>
                  <a:pt x="53" y="26"/>
                  <a:pt x="53" y="26"/>
                  <a:pt x="53" y="26"/>
                </a:cubicBezTo>
                <a:cubicBezTo>
                  <a:pt x="53" y="21"/>
                  <a:pt x="53" y="21"/>
                  <a:pt x="53" y="21"/>
                </a:cubicBezTo>
                <a:cubicBezTo>
                  <a:pt x="50" y="22"/>
                  <a:pt x="50" y="22"/>
                  <a:pt x="50" y="22"/>
                </a:cubicBezTo>
                <a:cubicBezTo>
                  <a:pt x="50" y="21"/>
                  <a:pt x="50" y="20"/>
                  <a:pt x="49" y="19"/>
                </a:cubicBezTo>
                <a:lnTo>
                  <a:pt x="52" y="17"/>
                </a:lnTo>
                <a:close/>
                <a:moveTo>
                  <a:pt x="30" y="33"/>
                </a:moveTo>
                <a:cubicBezTo>
                  <a:pt x="26" y="35"/>
                  <a:pt x="22" y="34"/>
                  <a:pt x="20" y="30"/>
                </a:cubicBezTo>
                <a:cubicBezTo>
                  <a:pt x="19" y="27"/>
                  <a:pt x="20" y="22"/>
                  <a:pt x="24" y="21"/>
                </a:cubicBezTo>
                <a:cubicBezTo>
                  <a:pt x="27" y="19"/>
                  <a:pt x="31" y="20"/>
                  <a:pt x="33" y="24"/>
                </a:cubicBezTo>
                <a:cubicBezTo>
                  <a:pt x="35" y="27"/>
                  <a:pt x="33" y="32"/>
                  <a:pt x="30" y="33"/>
                </a:cubicBezTo>
                <a:close/>
              </a:path>
            </a:pathLst>
          </a:custGeom>
          <a:solidFill>
            <a:srgbClr val="848688"/>
          </a:solidFill>
          <a:ln>
            <a:noFill/>
          </a:ln>
        </p:spPr>
        <p:txBody>
          <a:bodyPr anchor="t" anchorCtr="0" bIns="45720" compatLnSpc="1" lIns="91440" numCol="1" rIns="91440" tIns="45720" vert="horz" wrap="square"/>
          <a:p>
            <a:pPr algn="l" defTabSz="914400" eaLnBrk="1" fontAlgn="auto" hangingPunct="1" indent="0" latinLnBrk="0" lvl="0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baseline="0" b="0" cap="none" sz="1800" i="0" kern="1200" kumimoji="0" lang="id-ID" noProof="0" normalizeH="0" spc="0" strike="noStrike" u="none">
              <a:ln>
                <a:noFill/>
              </a:ln>
              <a:solidFill>
                <a:srgbClr val="2A2A2A"/>
              </a:solidFill>
              <a:effectLst/>
              <a:uLnTx/>
              <a:uFillTx/>
              <a:latin typeface="Calibri" panose="020F0502020204030204" charset="0"/>
              <a:ea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1048746" name="文本框 61"/>
          <p:cNvSpPr txBox="1"/>
          <p:nvPr/>
        </p:nvSpPr>
        <p:spPr>
          <a:xfrm>
            <a:off x="7890903" y="2267269"/>
            <a:ext cx="3842759" cy="4003040"/>
          </a:xfrm>
          <a:prstGeom prst="rect"/>
          <a:noFill/>
        </p:spPr>
        <p:txBody>
          <a:bodyPr rtlCol="0" wrap="square">
            <a:spAutoFit/>
            <a:scene3d>
              <a:camera prst="orthographicFront"/>
              <a:lightRig dir="t" rig="threePt"/>
            </a:scene3d>
            <a:sp3d contourW="12700"/>
          </a:bodyPr>
          <a:p>
            <a:pPr algn="ctr"/>
            <a:r>
              <a:rPr altLang="en-US" b="1" dirty="0" sz="2400" lang="zh-CN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charset="0"/>
                <a:cs typeface="Calibri" panose="020F0502020204030204" charset="0"/>
              </a:rPr>
              <a:t>It’s a fast‑paced word puzzle that challenges you to guess letters before attempts run out.</a:t>
            </a:r>
            <a:endParaRPr altLang="en-US" b="1" dirty="0" sz="2800" lang="zh-CN">
              <a:solidFill>
                <a:schemeClr val="tx1">
                  <a:lumMod val="75000"/>
                  <a:lumOff val="25000"/>
                </a:schemeClr>
              </a:solidFill>
              <a:latin typeface="Calibri" panose="020F0502020204030204" charset="0"/>
              <a:cs typeface="Calibri" panose="020F0502020204030204" charset="0"/>
            </a:endParaRPr>
          </a:p>
          <a:p>
            <a:pPr algn="ctr"/>
            <a:r>
              <a:rPr altLang="en-US" b="1" dirty="0" sz="2400" lang="zh-CN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charset="0"/>
                <a:cs typeface="Calibri" panose="020F0502020204030204" charset="0"/>
              </a:rPr>
              <a:t>Each correct guess reveals positions, while wrong guesses bring you closer to the hangman.</a:t>
            </a:r>
            <a:endParaRPr altLang="en-US" b="1" dirty="0" sz="2800" lang="zh-CN">
              <a:solidFill>
                <a:schemeClr val="tx1">
                  <a:lumMod val="75000"/>
                  <a:lumOff val="25000"/>
                </a:schemeClr>
              </a:solidFill>
              <a:latin typeface="Calibri" panose="020F0502020204030204" charset="0"/>
              <a:cs typeface="Calibri" panose="020F0502020204030204" charset="0"/>
            </a:endParaRPr>
          </a:p>
          <a:p>
            <a:pPr algn="ctr"/>
            <a:r>
              <a:rPr altLang="en-US" b="1" dirty="0" sz="2400" lang="zh-CN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charset="0"/>
                <a:cs typeface="Calibri" panose="020F0502020204030204" charset="0"/>
              </a:rPr>
              <a:t>Perfect for quick brain breaks and boosting vocabulary on the go.</a:t>
            </a:r>
            <a:endParaRPr altLang="en-US" b="1" dirty="0" sz="1600" lang="zh-CN">
              <a:solidFill>
                <a:schemeClr val="tx1">
                  <a:lumMod val="75000"/>
                  <a:lumOff val="25000"/>
                </a:schemeClr>
              </a:solidFill>
              <a:latin typeface="Calibri" panose="020F0502020204030204" charset="0"/>
              <a:cs typeface="Calibri" panose="020F0502020204030204" charset="0"/>
            </a:endParaRPr>
          </a:p>
        </p:txBody>
      </p:sp>
      <p:grpSp>
        <p:nvGrpSpPr>
          <p:cNvPr id="61" name="组合 63"/>
          <p:cNvGrpSpPr/>
          <p:nvPr/>
        </p:nvGrpSpPr>
        <p:grpSpPr>
          <a:xfrm>
            <a:off x="1153164" y="2483473"/>
            <a:ext cx="2801722" cy="660269"/>
            <a:chOff x="1626835" y="2349127"/>
            <a:chExt cx="2492110" cy="587305"/>
          </a:xfrm>
        </p:grpSpPr>
        <p:sp>
          <p:nvSpPr>
            <p:cNvPr id="1048747" name="文本框 64"/>
            <p:cNvSpPr txBox="1"/>
            <p:nvPr/>
          </p:nvSpPr>
          <p:spPr>
            <a:xfrm>
              <a:off x="1806000" y="2349127"/>
              <a:ext cx="2133781" cy="301141"/>
            </a:xfrm>
            <a:prstGeom prst="rect"/>
            <a:noFill/>
          </p:spPr>
          <p:txBody>
            <a:bodyPr rtlCol="0" wrap="square">
              <a:spAutoFit/>
              <a:scene3d>
                <a:camera prst="orthographicFront"/>
                <a:lightRig dir="t" rig="threePt"/>
              </a:scene3d>
              <a:sp3d contourW="12700"/>
            </a:bodyPr>
            <a:p>
              <a:pPr algn="ctr"/>
              <a:endParaRPr altLang="en-US" b="1" dirty="0" sz="1600" lang="zh-CN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charset="0"/>
                <a:cs typeface="Calibri" panose="020F0502020204030204" charset="0"/>
              </a:endParaRPr>
            </a:p>
          </p:txBody>
        </p:sp>
        <p:sp>
          <p:nvSpPr>
            <p:cNvPr id="1048748" name="文本框 65"/>
            <p:cNvSpPr txBox="1"/>
            <p:nvPr/>
          </p:nvSpPr>
          <p:spPr>
            <a:xfrm>
              <a:off x="1626835" y="2687681"/>
              <a:ext cx="2492110" cy="248751"/>
            </a:xfrm>
            <a:prstGeom prst="rect"/>
            <a:noFill/>
          </p:spPr>
          <p:txBody>
            <a:bodyPr rtlCol="0" wrap="square">
              <a:spAutoFit/>
              <a:scene3d>
                <a:camera prst="orthographicFront"/>
                <a:lightRig dir="t" rig="threePt"/>
              </a:scene3d>
              <a:sp3d contourW="12700"/>
            </a:bodyPr>
            <a:p>
              <a:pPr algn="ctr">
                <a:lnSpc>
                  <a:spcPct val="114000"/>
                </a:lnSpc>
              </a:pPr>
              <a:endParaRPr altLang="zh-CN" dirty="0" sz="1100" lang="en-US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charset="0"/>
                <a:ea typeface="+mj-ea"/>
                <a:cs typeface="Calibri" panose="020F0502020204030204" charset="0"/>
              </a:endParaRPr>
            </a:p>
          </p:txBody>
        </p:sp>
      </p:grpSp>
      <p:sp>
        <p:nvSpPr>
          <p:cNvPr id="1048749" name="TextBox 1049067"/>
          <p:cNvSpPr txBox="1"/>
          <p:nvPr/>
        </p:nvSpPr>
        <p:spPr>
          <a:xfrm>
            <a:off x="161413" y="2784680"/>
            <a:ext cx="4342595" cy="3025140"/>
          </a:xfrm>
          <a:prstGeom prst="rect"/>
        </p:spPr>
        <p:txBody>
          <a:bodyPr rtlCol="0" wrap="square">
            <a:spAutoFit/>
          </a:bodyPr>
          <a:p>
            <a:r>
              <a:rPr sz="2800" lang="en-US">
                <a:solidFill>
                  <a:srgbClr val="000000"/>
                </a:solidFill>
              </a:rPr>
              <a:t>A quick word‑guessing showdown where players uncover a hidden word by guessing letters or the whole answer within limited tries.</a:t>
            </a:r>
          </a:p>
        </p:txBody>
      </p:sp>
    </p:spTree>
  </p:cSld>
  <p:clrMapOvr>
    <a:masterClrMapping/>
  </p:clrMapOvr>
  <p:timing>
    <p:tnLst>
      <p:par>
        <p:cTn dur="indefinite" id="1" nodeType="tmRoot" restart="never">
          <p:childTnLst>
            <p:seq concurrent="1" nextAc="seek">
              <p:cTn dur="indefinite" id="2" nodeType="mainSeq">
                <p:childTnLst>
                  <p:par>
                    <p:cTn fill="hold" id="3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 id="4">
                            <p:stCondLst>
                              <p:cond delay="0"/>
                            </p:stCondLst>
                            <p:childTnLst>
                              <p:par>
                                <p:cTn decel="100000" fill="hold" grpId="0" id="5" nodeType="afterEffect" presetClass="entr" presetID="5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6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7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dur="1000" fill="hold" id="7"/>
                                        <p:tgtEl>
                                          <p:spTgt spid="104870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ur="1000" fill="hold" id="8"/>
                                        <p:tgtEl>
                                          <p:spTgt spid="104870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dur="1000" id="9"/>
                                        <p:tgtEl>
                                          <p:spTgt spid="10487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id="10" nodeType="withEffect" presetClass="entr" presetID="42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11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dur="1000" id="12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dur="1000" fill="hold" id="13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ur="1000" fill="hold" id="14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 id="15">
                            <p:stCondLst>
                              <p:cond delay="1000"/>
                            </p:stCondLst>
                            <p:childTnLst>
                              <p:par>
                                <p:cTn fill="hold" grpId="0" id="16" nodeType="afterEffect" presetClass="entr" presetID="2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17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7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dur="500" id="18"/>
                                        <p:tgtEl>
                                          <p:spTgt spid="10487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id="19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2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grpId="1" id="21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22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7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grpId="1" id="23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24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7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id="25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26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grpId="1" id="27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28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7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grpId="1" id="29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3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7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 id="31">
                            <p:stCondLst>
                              <p:cond delay="1500"/>
                            </p:stCondLst>
                            <p:childTnLst>
                              <p:par>
                                <p:cTn fill="hold" id="32" nodeType="afterEffect" presetClass="emph" presetID="8" presetSubtype="0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dur="2000" fill="hold" id="33"/>
                                        <p:tgtEl>
                                          <p:spTgt spid="6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fill="hold" grpId="0" id="34" nodeType="withEffect" presetClass="emph" presetID="8" presetSubtype="0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dur="2000" fill="hold" id="35"/>
                                        <p:tgtEl>
                                          <p:spTgt spid="104874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fill="hold" grpId="0" id="36" nodeType="withEffect" presetClass="emph" presetID="8" presetSubtype="0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dur="3000" fill="hold" id="37"/>
                                        <p:tgtEl>
                                          <p:spTgt spid="104874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fill="hold" id="38" nodeType="withEffect" presetClass="emph" presetID="8" presetSubtype="0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dur="2000" fill="hold" id="39"/>
                                        <p:tgtEl>
                                          <p:spTgt spid="5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fill="hold" grpId="0" id="40" nodeType="withEffect" presetClass="emph" presetID="8" presetSubtype="0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dur="2000" fill="hold" id="41"/>
                                        <p:tgtEl>
                                          <p:spTgt spid="104874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fill="hold" grpId="0" id="42" nodeType="withEffect" presetClass="emph" presetID="8" presetSubtype="0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dur="2000" fill="hold" id="43"/>
                                        <p:tgtEl>
                                          <p:spTgt spid="104874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 id="44">
                            <p:stCondLst>
                              <p:cond delay="4500"/>
                            </p:stCondLst>
                            <p:childTnLst>
                              <p:par>
                                <p:cTn fill="hold" id="45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46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dur="500" id="47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8705" grpId="0"/>
      <p:bldP spid="1048708" grpId="0" animBg="1"/>
      <p:bldP spid="1048740" grpId="0" animBg="1"/>
      <p:bldP spid="1048740" grpId="1" animBg="1"/>
      <p:bldP spid="1048741" grpId="0" animBg="1"/>
      <p:bldP spid="1048741" grpId="1" animBg="1"/>
      <p:bldP spid="1048742" grpId="0" animBg="1"/>
      <p:bldP spid="1048742" grpId="1" animBg="1"/>
      <p:bldP spid="1048745" grpId="0" animBg="1"/>
      <p:bldP spid="1048745" grpId="1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6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64" name="图片 2"/>
          <p:cNvPicPr>
            <a:picLocks noChangeAspect="1"/>
          </p:cNvPicPr>
          <p:nvPr/>
        </p:nvPicPr>
        <p:blipFill rotWithShape="1">
          <a:blip xmlns:r="http://schemas.openxmlformats.org/officeDocument/2006/relationships" r:embed="rId1" cstate="print"/>
          <a:srcRect l="58734" r="33532"/>
          <a:stretch>
            <a:fillRect/>
          </a:stretch>
        </p:blipFill>
        <p:spPr>
          <a:xfrm rot="5400000" flipV="1">
            <a:off x="5429250" y="-5467350"/>
            <a:ext cx="1333500" cy="12192000"/>
          </a:xfrm>
          <a:prstGeom prst="rect"/>
        </p:spPr>
      </p:pic>
      <p:sp>
        <p:nvSpPr>
          <p:cNvPr id="1048750" name="文本框 13"/>
          <p:cNvSpPr txBox="1"/>
          <p:nvPr/>
        </p:nvSpPr>
        <p:spPr>
          <a:xfrm>
            <a:off x="3641583" y="268644"/>
            <a:ext cx="4878776" cy="815340"/>
          </a:xfrm>
          <a:prstGeom prst="rect"/>
          <a:noFill/>
        </p:spPr>
        <p:txBody>
          <a:bodyPr rtlCol="0" wrap="square">
            <a:spAutoFit/>
          </a:bodyPr>
          <a:p>
            <a:r>
              <a:rPr altLang="zh-CN" b="1" dirty="0" sz="4800" lang="en-US">
                <a:solidFill>
                  <a:srgbClr val="5EC1BE"/>
                </a:solidFill>
                <a:latin typeface="Calibri" panose="020F0502020204030204" charset="0"/>
                <a:ea typeface="Calibri" panose="020F0502020204030204" charset="0"/>
                <a:cs typeface="Calibri" panose="020F0502020204030204" charset="0"/>
              </a:rPr>
              <a:t>*GAMEPLAY*</a:t>
            </a:r>
            <a:endParaRPr altLang="en-US" b="1" dirty="0" sz="4800" lang="zh-CN">
              <a:solidFill>
                <a:srgbClr val="5EC1BE"/>
              </a:solidFill>
              <a:latin typeface="Calibri" panose="020F0502020204030204" charset="0"/>
              <a:ea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1048751" name="Rectangle 5"/>
          <p:cNvSpPr>
            <a:spLocks noChangeArrowheads="1"/>
          </p:cNvSpPr>
          <p:nvPr/>
        </p:nvSpPr>
        <p:spPr bwMode="auto">
          <a:xfrm>
            <a:off x="2248123" y="-1204283"/>
            <a:ext cx="914401" cy="1052875"/>
          </a:xfrm>
          <a:prstGeom prst="rect"/>
          <a:solidFill>
            <a:srgbClr val="5CBFBC"/>
          </a:solidFill>
          <a:ln>
            <a:noFill/>
          </a:ln>
        </p:spPr>
        <p:txBody>
          <a:bodyPr anchor="t" anchorCtr="0" bIns="45720" compatLnSpc="1" lIns="91440" numCol="1" rIns="91440" tIns="45720" vert="horz" wrap="square"/>
          <a:p>
            <a:endParaRPr altLang="en-US" lang="zh-CN">
              <a:cs typeface="Calibri" panose="020F0502020204030204" charset="0"/>
            </a:endParaRPr>
          </a:p>
        </p:txBody>
      </p:sp>
      <p:sp>
        <p:nvSpPr>
          <p:cNvPr id="1048752" name="Rectangle 5"/>
          <p:cNvSpPr>
            <a:spLocks noChangeArrowheads="1"/>
          </p:cNvSpPr>
          <p:nvPr/>
        </p:nvSpPr>
        <p:spPr bwMode="auto">
          <a:xfrm>
            <a:off x="3162524" y="-1204283"/>
            <a:ext cx="914401" cy="1052875"/>
          </a:xfrm>
          <a:prstGeom prst="rect"/>
          <a:solidFill>
            <a:srgbClr val="1B2932"/>
          </a:solidFill>
          <a:ln>
            <a:noFill/>
          </a:ln>
        </p:spPr>
        <p:txBody>
          <a:bodyPr anchor="t" anchorCtr="0" bIns="45720" compatLnSpc="1" lIns="91440" numCol="1" rIns="91440" tIns="45720" vert="horz" wrap="square"/>
          <a:p>
            <a:endParaRPr altLang="en-US" lang="zh-CN">
              <a:cs typeface="Calibri" panose="020F0502020204030204" charset="0"/>
            </a:endParaRPr>
          </a:p>
        </p:txBody>
      </p:sp>
      <p:sp>
        <p:nvSpPr>
          <p:cNvPr id="1048753" name="任意多边形 16"/>
          <p:cNvSpPr/>
          <p:nvPr>
            <p:custDataLst>
              <p:tags r:id="rId2"/>
            </p:custDataLst>
          </p:nvPr>
        </p:nvSpPr>
        <p:spPr>
          <a:xfrm>
            <a:off x="6191250" y="2482766"/>
            <a:ext cx="6000750" cy="3333750"/>
          </a:xfrm>
          <a:custGeom>
            <a:avLst/>
            <a:gdLst>
              <a:gd name="connsiteX0" fmla="*/ 0 w 6000750"/>
              <a:gd name="connsiteY0" fmla="*/ 0 h 3333750"/>
              <a:gd name="connsiteX1" fmla="*/ 1238250 w 6000750"/>
              <a:gd name="connsiteY1" fmla="*/ 971177 h 3333750"/>
              <a:gd name="connsiteX2" fmla="*/ 1238250 w 6000750"/>
              <a:gd name="connsiteY2" fmla="*/ 1619304 h 3333750"/>
              <a:gd name="connsiteX3" fmla="*/ 476251 w 6000750"/>
              <a:gd name="connsiteY3" fmla="*/ 1021657 h 3333750"/>
              <a:gd name="connsiteX4" fmla="*/ 476251 w 6000750"/>
              <a:gd name="connsiteY4" fmla="*/ 2614613 h 3333750"/>
              <a:gd name="connsiteX5" fmla="*/ 6000750 w 6000750"/>
              <a:gd name="connsiteY5" fmla="*/ 2614613 h 3333750"/>
              <a:gd name="connsiteX6" fmla="*/ 6000750 w 6000750"/>
              <a:gd name="connsiteY6" fmla="*/ 3333750 h 3333750"/>
              <a:gd name="connsiteX7" fmla="*/ 476251 w 6000750"/>
              <a:gd name="connsiteY7" fmla="*/ 3333750 h 3333750"/>
              <a:gd name="connsiteX8" fmla="*/ 0 w 6000750"/>
              <a:gd name="connsiteY8" fmla="*/ 3333750 h 3333750"/>
              <a:gd name="connsiteX9" fmla="*/ 0 w 6000750"/>
              <a:gd name="connsiteY9" fmla="*/ 2614613 h 3333750"/>
              <a:gd name="connsiteX10" fmla="*/ 0 w 6000750"/>
              <a:gd name="connsiteY10" fmla="*/ 648127 h 3333750"/>
              <a:gd name="connsiteX11" fmla="*/ 0 w 6000750"/>
              <a:gd name="connsiteY11" fmla="*/ 624885 h 33337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000750" h="3333750">
                <a:moveTo>
                  <a:pt x="0" y="0"/>
                </a:moveTo>
                <a:lnTo>
                  <a:pt x="1238250" y="971177"/>
                </a:lnTo>
                <a:lnTo>
                  <a:pt x="1238250" y="1619304"/>
                </a:lnTo>
                <a:lnTo>
                  <a:pt x="476251" y="1021657"/>
                </a:lnTo>
                <a:lnTo>
                  <a:pt x="476251" y="2614613"/>
                </a:lnTo>
                <a:lnTo>
                  <a:pt x="6000750" y="2614613"/>
                </a:lnTo>
                <a:lnTo>
                  <a:pt x="6000750" y="3333750"/>
                </a:lnTo>
                <a:lnTo>
                  <a:pt x="476251" y="3333750"/>
                </a:lnTo>
                <a:lnTo>
                  <a:pt x="0" y="3333750"/>
                </a:lnTo>
                <a:lnTo>
                  <a:pt x="0" y="2614613"/>
                </a:lnTo>
                <a:lnTo>
                  <a:pt x="0" y="648127"/>
                </a:lnTo>
                <a:lnTo>
                  <a:pt x="0" y="624885"/>
                </a:lnTo>
                <a:close/>
              </a:path>
            </a:pathLst>
          </a:custGeom>
          <a:solidFill>
            <a:srgbClr val="1B29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wrap="square">
            <a:noAutofit/>
          </a:bodyPr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</a:pPr>
            <a:endParaRPr altLang="en-US" lang="zh-CN">
              <a:cs typeface="+mn-ea"/>
              <a:sym typeface="+mn-lt"/>
            </a:endParaRPr>
          </a:p>
        </p:txBody>
      </p:sp>
      <p:sp>
        <p:nvSpPr>
          <p:cNvPr id="1048754" name="任意多边形 17"/>
          <p:cNvSpPr/>
          <p:nvPr>
            <p:custDataLst>
              <p:tags r:id="rId3"/>
            </p:custDataLst>
          </p:nvPr>
        </p:nvSpPr>
        <p:spPr>
          <a:xfrm rot="16200000" flipH="1">
            <a:off x="1331913" y="1150855"/>
            <a:ext cx="3336925" cy="6000750"/>
          </a:xfrm>
          <a:custGeom>
            <a:avLst/>
            <a:gdLst>
              <a:gd name="connsiteX0" fmla="*/ 0 w 3336925"/>
              <a:gd name="connsiteY0" fmla="*/ 6000750 h 6000750"/>
              <a:gd name="connsiteX1" fmla="*/ 624887 w 3336925"/>
              <a:gd name="connsiteY1" fmla="*/ 6000750 h 6000750"/>
              <a:gd name="connsiteX2" fmla="*/ 648127 w 3336925"/>
              <a:gd name="connsiteY2" fmla="*/ 6000750 h 6000750"/>
              <a:gd name="connsiteX3" fmla="*/ 2616200 w 3336925"/>
              <a:gd name="connsiteY3" fmla="*/ 6000750 h 6000750"/>
              <a:gd name="connsiteX4" fmla="*/ 3333750 w 3336925"/>
              <a:gd name="connsiteY4" fmla="*/ 6000750 h 6000750"/>
              <a:gd name="connsiteX5" fmla="*/ 3336925 w 3336925"/>
              <a:gd name="connsiteY5" fmla="*/ 6000750 h 6000750"/>
              <a:gd name="connsiteX6" fmla="*/ 3336925 w 3336925"/>
              <a:gd name="connsiteY6" fmla="*/ 0 h 6000750"/>
              <a:gd name="connsiteX7" fmla="*/ 2616200 w 3336925"/>
              <a:gd name="connsiteY7" fmla="*/ 0 h 6000750"/>
              <a:gd name="connsiteX8" fmla="*/ 2616200 w 3336925"/>
              <a:gd name="connsiteY8" fmla="*/ 5524499 h 6000750"/>
              <a:gd name="connsiteX9" fmla="*/ 1021658 w 3336925"/>
              <a:gd name="connsiteY9" fmla="*/ 5524499 h 6000750"/>
              <a:gd name="connsiteX10" fmla="*/ 1619305 w 3336925"/>
              <a:gd name="connsiteY10" fmla="*/ 4762500 h 6000750"/>
              <a:gd name="connsiteX11" fmla="*/ 971178 w 3336925"/>
              <a:gd name="connsiteY11" fmla="*/ 4762500 h 60007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336925" h="6000750">
                <a:moveTo>
                  <a:pt x="0" y="6000750"/>
                </a:moveTo>
                <a:lnTo>
                  <a:pt x="624887" y="6000750"/>
                </a:lnTo>
                <a:lnTo>
                  <a:pt x="648127" y="6000750"/>
                </a:lnTo>
                <a:lnTo>
                  <a:pt x="2616200" y="6000750"/>
                </a:lnTo>
                <a:lnTo>
                  <a:pt x="3333750" y="6000750"/>
                </a:lnTo>
                <a:lnTo>
                  <a:pt x="3336925" y="6000750"/>
                </a:lnTo>
                <a:lnTo>
                  <a:pt x="3336925" y="0"/>
                </a:lnTo>
                <a:lnTo>
                  <a:pt x="2616200" y="0"/>
                </a:lnTo>
                <a:lnTo>
                  <a:pt x="2616200" y="5524499"/>
                </a:lnTo>
                <a:lnTo>
                  <a:pt x="1021658" y="5524499"/>
                </a:lnTo>
                <a:lnTo>
                  <a:pt x="1619305" y="4762500"/>
                </a:lnTo>
                <a:lnTo>
                  <a:pt x="971178" y="4762500"/>
                </a:lnTo>
                <a:close/>
              </a:path>
            </a:pathLst>
          </a:custGeom>
          <a:solidFill>
            <a:srgbClr val="5CBFB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wrap="square">
            <a:noAutofit/>
          </a:bodyPr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</a:pPr>
            <a:endParaRPr altLang="en-US" lang="zh-CN">
              <a:cs typeface="+mn-ea"/>
              <a:sym typeface="+mn-lt"/>
            </a:endParaRPr>
          </a:p>
        </p:txBody>
      </p:sp>
      <p:sp>
        <p:nvSpPr>
          <p:cNvPr id="1048755" name="PA_文本框 11"/>
          <p:cNvSpPr txBox="1"/>
          <p:nvPr>
            <p:custDataLst>
              <p:tags r:id="rId4"/>
            </p:custDataLst>
          </p:nvPr>
        </p:nvSpPr>
        <p:spPr>
          <a:xfrm>
            <a:off x="6855504" y="4000417"/>
            <a:ext cx="622300" cy="1170940"/>
          </a:xfrm>
          <a:prstGeom prst="rect"/>
          <a:noFill/>
        </p:spPr>
        <p:txBody>
          <a:bodyPr lIns="0" rIns="0" wrap="none">
            <a:spAutoFit/>
          </a:bodyPr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altLang="zh-CN" dirty="0" sz="7200" lang="en-US">
                <a:solidFill>
                  <a:srgbClr val="1B2932"/>
                </a:solidFill>
                <a:latin typeface="+mn-lt"/>
                <a:ea typeface="+mn-ea"/>
                <a:cs typeface="+mn-ea"/>
                <a:sym typeface="+mn-lt"/>
              </a:rPr>
              <a:t>B</a:t>
            </a:r>
            <a:endParaRPr altLang="en-US" dirty="0" sz="7200" lang="zh-CN">
              <a:solidFill>
                <a:srgbClr val="1B2932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048756" name="PA_文本框 16"/>
          <p:cNvSpPr txBox="1"/>
          <p:nvPr>
            <p:custDataLst>
              <p:tags r:id="rId5"/>
            </p:custDataLst>
          </p:nvPr>
        </p:nvSpPr>
        <p:spPr>
          <a:xfrm>
            <a:off x="4777919" y="4000417"/>
            <a:ext cx="634999" cy="1170940"/>
          </a:xfrm>
          <a:prstGeom prst="rect"/>
          <a:noFill/>
        </p:spPr>
        <p:txBody>
          <a:bodyPr lIns="0" rIns="0" wrap="none">
            <a:spAutoFit/>
          </a:bodyPr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altLang="zh-CN" dirty="0" sz="7200" lang="en-US">
                <a:solidFill>
                  <a:srgbClr val="5CBFBC"/>
                </a:solidFill>
                <a:latin typeface="+mn-lt"/>
                <a:ea typeface="+mn-ea"/>
                <a:cs typeface="+mn-ea"/>
                <a:sym typeface="+mn-lt"/>
              </a:rPr>
              <a:t>A</a:t>
            </a:r>
            <a:endParaRPr altLang="en-US" dirty="0" sz="7200" lang="zh-CN">
              <a:solidFill>
                <a:srgbClr val="5CBFBC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048757" name="文本框 24"/>
          <p:cNvSpPr txBox="1"/>
          <p:nvPr/>
        </p:nvSpPr>
        <p:spPr>
          <a:xfrm>
            <a:off x="8148573" y="2831461"/>
            <a:ext cx="3372657" cy="2225040"/>
          </a:xfrm>
          <a:prstGeom prst="rect"/>
          <a:noFill/>
        </p:spPr>
        <p:txBody>
          <a:bodyPr rtlCol="0" wrap="square">
            <a:spAutoFit/>
            <a:scene3d>
              <a:camera prst="orthographicFront"/>
              <a:lightRig dir="t" rig="threePt"/>
            </a:scene3d>
            <a:sp3d contourW="12700"/>
          </a:bodyPr>
          <a:p>
            <a:pPr algn="ctr"/>
            <a:r>
              <a:rPr altLang="zh-CN" b="1" dirty="0" sz="2000" lang="en-US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charset="0"/>
                <a:cs typeface="Calibri" panose="020F0502020204030204" charset="0"/>
              </a:rPr>
              <a:t>You can set a timer for each round, adding pressure and speed to the guesses.</a:t>
            </a:r>
            <a:endParaRPr altLang="en-US" b="1" dirty="0" sz="2000" lang="zh-CN">
              <a:solidFill>
                <a:schemeClr val="tx1">
                  <a:lumMod val="75000"/>
                  <a:lumOff val="25000"/>
                </a:schemeClr>
              </a:solidFill>
              <a:latin typeface="Calibri" panose="020F0502020204030204" charset="0"/>
              <a:cs typeface="Calibri" panose="020F0502020204030204" charset="0"/>
            </a:endParaRPr>
          </a:p>
          <a:p>
            <a:pPr algn="ctr"/>
            <a:r>
              <a:rPr altLang="zh-CN" b="1" dirty="0" sz="2000" lang="en-US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charset="0"/>
                <a:cs typeface="Calibri" panose="020F0502020204030204" charset="0"/>
              </a:rPr>
              <a:t>Earn points per correct letter and bonus for finishing early.</a:t>
            </a:r>
            <a:endParaRPr altLang="en-US" b="1" dirty="0" sz="2000" lang="zh-CN">
              <a:solidFill>
                <a:schemeClr val="tx1">
                  <a:lumMod val="75000"/>
                  <a:lumOff val="25000"/>
                </a:schemeClr>
              </a:solidFill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1048758" name="文本框 21"/>
          <p:cNvSpPr txBox="1"/>
          <p:nvPr/>
        </p:nvSpPr>
        <p:spPr>
          <a:xfrm>
            <a:off x="608707" y="2831462"/>
            <a:ext cx="3202755" cy="2225041"/>
          </a:xfrm>
          <a:prstGeom prst="rect"/>
          <a:noFill/>
        </p:spPr>
        <p:txBody>
          <a:bodyPr rtlCol="0" wrap="square">
            <a:spAutoFit/>
            <a:scene3d>
              <a:camera prst="orthographicFront"/>
              <a:lightRig dir="t" rig="threePt"/>
            </a:scene3d>
            <a:sp3d contourW="12700"/>
          </a:bodyPr>
          <a:lstStyle>
            <a:defPPr>
              <a:defRPr lang="zh-CN"/>
            </a:defPPr>
            <a:lvl1pPr algn="l" defTabSz="914400" eaLnBrk="1" hangingPunct="1" latinLnBrk="0" marL="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algn="l" defTabSz="914400" eaLnBrk="1" hangingPunct="1" latinLnBrk="0" marL="45720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algn="l" defTabSz="914400" eaLnBrk="1" hangingPunct="1" latinLnBrk="0" marL="91440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algn="l" defTabSz="914400" eaLnBrk="1" hangingPunct="1" latinLnBrk="0" marL="137160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algn="l" defTabSz="914400" eaLnBrk="1" hangingPunct="1" latinLnBrk="0" marL="182880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algn="l" defTabSz="914400" eaLnBrk="1" hangingPunct="1" latinLnBrk="0" marL="228600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algn="l" defTabSz="914400" eaLnBrk="1" hangingPunct="1" latinLnBrk="0" marL="274320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algn="l" defTabSz="914400" eaLnBrk="1" hangingPunct="1" latinLnBrk="0" marL="320040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algn="l" defTabSz="914400" eaLnBrk="1" hangingPunct="1" latinLnBrk="0" marL="3657600" rtl="0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altLang="en-US" b="1" dirty="0" sz="2000" lang="zh-CN">
                <a:solidFill>
                  <a:srgbClr val="404040"/>
                </a:solidFill>
                <a:latin typeface="Calibri" panose="020F0502020204030204" charset="0"/>
                <a:cs typeface="Calibri" panose="020F0502020204030204" charset="0"/>
              </a:rPr>
              <a:t>Guess letters or the whole word, each correct reveal brings you closer.</a:t>
            </a:r>
          </a:p>
          <a:p>
            <a:pPr algn="ctr"/>
            <a:r>
              <a:rPr altLang="en-US" b="1" dirty="0" sz="2000" lang="zh-CN">
                <a:solidFill>
                  <a:srgbClr val="404040"/>
                </a:solidFill>
                <a:latin typeface="Calibri" panose="020F0502020204030204" charset="0"/>
                <a:cs typeface="Calibri" panose="020F0502020204030204" charset="0"/>
              </a:rPr>
              <a:t>Run out of attempts and the word stays hidden—choose wisely.</a:t>
            </a:r>
          </a:p>
        </p:txBody>
      </p:sp>
    </p:spTree>
  </p:cSld>
  <p:clrMapOvr>
    <a:masterClrMapping/>
  </p:clrMapOvr>
  <p:timing>
    <p:tnLst>
      <p:par>
        <p:cTn dur="indefinite" id="1" nodeType="tmRoot" restart="never">
          <p:childTnLst>
            <p:seq concurrent="1" nextAc="seek">
              <p:cTn dur="indefinite" id="2" nodeType="mainSeq">
                <p:childTnLst>
                  <p:par>
                    <p:cTn fill="hold" id="3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 id="4">
                            <p:stCondLst>
                              <p:cond delay="0"/>
                            </p:stCondLst>
                            <p:childTnLst>
                              <p:par>
                                <p:cTn decel="100000" fill="hold" grpId="0" id="5" nodeType="afterEffect" presetClass="entr" presetID="5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6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7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dur="1000" fill="hold" id="7"/>
                                        <p:tgtEl>
                                          <p:spTgt spid="10487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ur="1000" fill="hold" id="8"/>
                                        <p:tgtEl>
                                          <p:spTgt spid="10487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dur="1000" id="9"/>
                                        <p:tgtEl>
                                          <p:spTgt spid="10487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8750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6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65" name="图片 2"/>
          <p:cNvPicPr>
            <a:picLocks noChangeAspect="1"/>
          </p:cNvPicPr>
          <p:nvPr/>
        </p:nvPicPr>
        <p:blipFill rotWithShape="1">
          <a:blip xmlns:r="http://schemas.openxmlformats.org/officeDocument/2006/relationships" r:embed="rId1" cstate="print"/>
          <a:srcRect l="58734" r="33532"/>
          <a:stretch>
            <a:fillRect/>
          </a:stretch>
        </p:blipFill>
        <p:spPr>
          <a:xfrm rot="5400000" flipV="1">
            <a:off x="5429250" y="-5467350"/>
            <a:ext cx="1333500" cy="12192000"/>
          </a:xfrm>
          <a:prstGeom prst="rect"/>
        </p:spPr>
      </p:pic>
      <p:sp>
        <p:nvSpPr>
          <p:cNvPr id="1048759" name="文本框 13"/>
          <p:cNvSpPr txBox="1"/>
          <p:nvPr/>
        </p:nvSpPr>
        <p:spPr>
          <a:xfrm>
            <a:off x="2914873" y="268644"/>
            <a:ext cx="6024880" cy="751840"/>
          </a:xfrm>
          <a:prstGeom prst="rect"/>
          <a:noFill/>
        </p:spPr>
        <p:txBody>
          <a:bodyPr rtlCol="0" wrap="none">
            <a:spAutoFit/>
          </a:bodyPr>
          <a:p>
            <a:r>
              <a:rPr altLang="zh-CN" b="1" dirty="0" sz="4400" lang="en-US">
                <a:solidFill>
                  <a:srgbClr val="5EC1BE"/>
                </a:solidFill>
                <a:latin typeface="Calibri" panose="020F0502020204030204" charset="0"/>
                <a:ea typeface="Calibri" panose="020F0502020204030204" charset="0"/>
                <a:cs typeface="Calibri" panose="020F0502020204030204" charset="0"/>
              </a:rPr>
              <a:t>F</a:t>
            </a:r>
            <a:r>
              <a:rPr altLang="zh-CN" b="1" dirty="0" sz="4000" lang="en-US">
                <a:solidFill>
                  <a:srgbClr val="5EC1BE"/>
                </a:solidFill>
                <a:latin typeface="Calibri" panose="020F0502020204030204" charset="0"/>
                <a:ea typeface="Calibri" panose="020F0502020204030204" charset="0"/>
                <a:cs typeface="Calibri" panose="020F0502020204030204" charset="0"/>
              </a:rPr>
              <a:t>actors of playing game</a:t>
            </a:r>
            <a:endParaRPr altLang="en-US" b="1" dirty="0" sz="4800" lang="zh-CN">
              <a:solidFill>
                <a:srgbClr val="5EC1BE"/>
              </a:solidFill>
              <a:latin typeface="Calibri" panose="020F0502020204030204" charset="0"/>
              <a:ea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1048760" name="Rectangle 5"/>
          <p:cNvSpPr>
            <a:spLocks noChangeArrowheads="1"/>
          </p:cNvSpPr>
          <p:nvPr/>
        </p:nvSpPr>
        <p:spPr bwMode="auto">
          <a:xfrm>
            <a:off x="2248123" y="-1204283"/>
            <a:ext cx="914401" cy="1052875"/>
          </a:xfrm>
          <a:prstGeom prst="rect"/>
          <a:solidFill>
            <a:srgbClr val="5CBFBC"/>
          </a:solidFill>
          <a:ln>
            <a:noFill/>
          </a:ln>
        </p:spPr>
        <p:txBody>
          <a:bodyPr anchor="t" anchorCtr="0" bIns="45720" compatLnSpc="1" lIns="91440" numCol="1" rIns="91440" tIns="45720" vert="horz" wrap="square"/>
          <a:p>
            <a:endParaRPr altLang="en-US" lang="zh-CN">
              <a:cs typeface="Calibri" panose="020F0502020204030204" charset="0"/>
            </a:endParaRPr>
          </a:p>
        </p:txBody>
      </p:sp>
      <p:sp>
        <p:nvSpPr>
          <p:cNvPr id="1048761" name="Rectangle 5"/>
          <p:cNvSpPr>
            <a:spLocks noChangeArrowheads="1"/>
          </p:cNvSpPr>
          <p:nvPr/>
        </p:nvSpPr>
        <p:spPr bwMode="auto">
          <a:xfrm>
            <a:off x="3162524" y="-1204283"/>
            <a:ext cx="914401" cy="1052875"/>
          </a:xfrm>
          <a:prstGeom prst="rect"/>
          <a:solidFill>
            <a:srgbClr val="1B2932"/>
          </a:solidFill>
          <a:ln>
            <a:noFill/>
          </a:ln>
        </p:spPr>
        <p:txBody>
          <a:bodyPr anchor="t" anchorCtr="0" bIns="45720" compatLnSpc="1" lIns="91440" numCol="1" rIns="91440" tIns="45720" vert="horz" wrap="square"/>
          <a:p>
            <a:endParaRPr altLang="en-US" lang="zh-CN">
              <a:cs typeface="Calibri" panose="020F0502020204030204" charset="0"/>
            </a:endParaRPr>
          </a:p>
        </p:txBody>
      </p:sp>
      <p:sp>
        <p:nvSpPr>
          <p:cNvPr id="1048762" name="矩形 16"/>
          <p:cNvSpPr/>
          <p:nvPr/>
        </p:nvSpPr>
        <p:spPr>
          <a:xfrm>
            <a:off x="4579748" y="4426048"/>
            <a:ext cx="3076055" cy="1956886"/>
          </a:xfrm>
          <a:prstGeom prst="rect"/>
          <a:blipFill>
            <a:blip xmlns:r="http://schemas.openxmlformats.org/officeDocument/2006/relationships" r:embed="rId2"/>
            <a:stretch>
              <a:fillRect/>
            </a:stretch>
          </a:blipFill>
          <a:ln w="50800">
            <a:solidFill>
              <a:srgbClr val="F8F4E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  <a:endParaRPr altLang="en-US" lang="zh-CN">
              <a:cs typeface="Calibri" panose="020F0502020204030204" charset="0"/>
            </a:endParaRPr>
          </a:p>
        </p:txBody>
      </p:sp>
      <p:sp>
        <p:nvSpPr>
          <p:cNvPr id="1048763" name="矩形 17"/>
          <p:cNvSpPr/>
          <p:nvPr/>
        </p:nvSpPr>
        <p:spPr>
          <a:xfrm>
            <a:off x="1503691" y="2470156"/>
            <a:ext cx="3076055" cy="1956886"/>
          </a:xfrm>
          <a:prstGeom prst="rect"/>
          <a:blipFill>
            <a:blip xmlns:r="http://schemas.openxmlformats.org/officeDocument/2006/relationships" r:embed="rId3"/>
            <a:stretch>
              <a:fillRect/>
            </a:stretch>
          </a:blipFill>
          <a:ln w="50800">
            <a:solidFill>
              <a:srgbClr val="F8F4E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  <a:endParaRPr altLang="en-US" lang="zh-CN">
              <a:cs typeface="Calibri" panose="020F0502020204030204" charset="0"/>
            </a:endParaRPr>
          </a:p>
        </p:txBody>
      </p:sp>
      <p:sp>
        <p:nvSpPr>
          <p:cNvPr id="1048764" name="矩形 18"/>
          <p:cNvSpPr/>
          <p:nvPr/>
        </p:nvSpPr>
        <p:spPr>
          <a:xfrm>
            <a:off x="7655802" y="2468169"/>
            <a:ext cx="3076055" cy="1956886"/>
          </a:xfrm>
          <a:prstGeom prst="rect"/>
          <a:blipFill>
            <a:blip xmlns:r="http://schemas.openxmlformats.org/officeDocument/2006/relationships" r:embed="rId4"/>
            <a:stretch>
              <a:fillRect/>
            </a:stretch>
          </a:blipFill>
          <a:ln w="50800">
            <a:solidFill>
              <a:srgbClr val="F8F4E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  <a:endParaRPr altLang="en-US" lang="zh-CN">
              <a:cs typeface="Calibri" panose="020F0502020204030204" charset="0"/>
            </a:endParaRPr>
          </a:p>
        </p:txBody>
      </p:sp>
      <p:sp>
        <p:nvSpPr>
          <p:cNvPr id="1048765" name="矩形 19"/>
          <p:cNvSpPr/>
          <p:nvPr/>
        </p:nvSpPr>
        <p:spPr>
          <a:xfrm>
            <a:off x="4579747" y="2469163"/>
            <a:ext cx="3076055" cy="1956886"/>
          </a:xfrm>
          <a:prstGeom prst="rect"/>
          <a:solidFill>
            <a:srgbClr val="1B2932"/>
          </a:solidFill>
          <a:ln w="50800">
            <a:solidFill>
              <a:srgbClr val="F8F4E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  <a:endParaRPr altLang="en-US" lang="zh-CN">
              <a:cs typeface="Calibri" panose="020F0502020204030204" charset="0"/>
            </a:endParaRPr>
          </a:p>
        </p:txBody>
      </p:sp>
      <p:sp>
        <p:nvSpPr>
          <p:cNvPr id="1048766" name="矩形 20"/>
          <p:cNvSpPr/>
          <p:nvPr/>
        </p:nvSpPr>
        <p:spPr>
          <a:xfrm>
            <a:off x="1503693" y="4426047"/>
            <a:ext cx="2957051" cy="2174938"/>
          </a:xfrm>
          <a:prstGeom prst="rect"/>
          <a:solidFill>
            <a:srgbClr val="5CBFBC"/>
          </a:solidFill>
          <a:ln w="50800">
            <a:solidFill>
              <a:srgbClr val="F8F4E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  <a:endParaRPr altLang="en-US" lang="zh-CN">
              <a:cs typeface="Calibri" panose="020F0502020204030204" charset="0"/>
            </a:endParaRPr>
          </a:p>
        </p:txBody>
      </p:sp>
      <p:sp>
        <p:nvSpPr>
          <p:cNvPr id="1048767" name="矩形 21"/>
          <p:cNvSpPr/>
          <p:nvPr/>
        </p:nvSpPr>
        <p:spPr>
          <a:xfrm>
            <a:off x="7655801" y="4424062"/>
            <a:ext cx="3076055" cy="1956886"/>
          </a:xfrm>
          <a:prstGeom prst="rect"/>
          <a:solidFill>
            <a:srgbClr val="5CBFBC"/>
          </a:solidFill>
          <a:ln w="50800">
            <a:solidFill>
              <a:srgbClr val="F8F4E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  <a:endParaRPr altLang="en-US" lang="zh-CN">
              <a:cs typeface="Calibri" panose="020F0502020204030204" charset="0"/>
            </a:endParaRPr>
          </a:p>
        </p:txBody>
      </p:sp>
      <p:sp>
        <p:nvSpPr>
          <p:cNvPr id="1048768" name="文本框 23"/>
          <p:cNvSpPr txBox="1"/>
          <p:nvPr/>
        </p:nvSpPr>
        <p:spPr>
          <a:xfrm>
            <a:off x="4952955" y="2762155"/>
            <a:ext cx="2398876" cy="1615440"/>
          </a:xfrm>
          <a:prstGeom prst="rect"/>
          <a:noFill/>
        </p:spPr>
        <p:txBody>
          <a:bodyPr rtlCol="0" wrap="square">
            <a:spAutoFit/>
            <a:scene3d>
              <a:camera prst="orthographicFront"/>
              <a:lightRig dir="t" rig="threePt"/>
            </a:scene3d>
            <a:sp3d contourW="12700"/>
          </a:bodyPr>
          <a:p>
            <a:pPr algn="ctr"/>
            <a:r>
              <a:rPr altLang="en-US" b="1" dirty="0" sz="2000" lang="zh-CN">
                <a:solidFill>
                  <a:schemeClr val="bg1"/>
                </a:solidFill>
                <a:latin typeface="Calibri" panose="020F0502020204030204" charset="0"/>
                <a:cs typeface="Calibri" panose="020F0502020204030204" charset="0"/>
              </a:rPr>
              <a:t>Playing boosts vocab, sharpens quick‑thinking, and adds a fun competitive edge.</a:t>
            </a:r>
          </a:p>
        </p:txBody>
      </p:sp>
      <p:sp>
        <p:nvSpPr>
          <p:cNvPr id="1048769" name="文本框 26"/>
          <p:cNvSpPr txBox="1"/>
          <p:nvPr/>
        </p:nvSpPr>
        <p:spPr>
          <a:xfrm>
            <a:off x="7995464" y="4669465"/>
            <a:ext cx="2398876" cy="1615440"/>
          </a:xfrm>
          <a:prstGeom prst="rect"/>
          <a:noFill/>
        </p:spPr>
        <p:txBody>
          <a:bodyPr rtlCol="0" wrap="square">
            <a:spAutoFit/>
            <a:scene3d>
              <a:camera prst="orthographicFront"/>
              <a:lightRig dir="t" rig="threePt"/>
            </a:scene3d>
            <a:sp3d contourW="12700"/>
          </a:bodyPr>
          <a:p>
            <a:pPr algn="ctr"/>
            <a:r>
              <a:rPr altLang="en-US" b="1" dirty="0" sz="2000" lang="en-US">
                <a:solidFill>
                  <a:schemeClr val="bg1"/>
                </a:solidFill>
                <a:latin typeface="Calibri" panose="020F0502020204030204" charset="0"/>
                <a:cs typeface="Calibri" panose="020F0502020204030204" charset="0"/>
              </a:rPr>
              <a:t>It also improves spelling accuracy and makes mental warm‑ups feel like a game.</a:t>
            </a:r>
            <a:endParaRPr altLang="en-US" b="1" dirty="0" sz="2000" lang="zh-CN">
              <a:solidFill>
                <a:schemeClr val="bg1"/>
              </a:solidFill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1048770" name="文本框 29"/>
          <p:cNvSpPr txBox="1"/>
          <p:nvPr/>
        </p:nvSpPr>
        <p:spPr>
          <a:xfrm>
            <a:off x="1843357" y="4629004"/>
            <a:ext cx="2398876" cy="1920240"/>
          </a:xfrm>
          <a:prstGeom prst="rect"/>
          <a:noFill/>
        </p:spPr>
        <p:txBody>
          <a:bodyPr rtlCol="0" wrap="square">
            <a:spAutoFit/>
            <a:scene3d>
              <a:camera prst="orthographicFront"/>
              <a:lightRig dir="t" rig="threePt"/>
            </a:scene3d>
            <a:sp3d contourW="12700"/>
          </a:bodyPr>
          <a:p>
            <a:pPr algn="ctr"/>
            <a:r>
              <a:rPr altLang="en-US" b="1" dirty="0" sz="2000" lang="en-US">
                <a:solidFill>
                  <a:schemeClr val="bg1"/>
                </a:solidFill>
                <a:latin typeface="Calibri" panose="020F0502020204030204" charset="0"/>
                <a:cs typeface="Calibri" panose="020F0502020204030204" charset="0"/>
              </a:rPr>
              <a:t>It turns idle moments into brain‑boosting challenges you actually look forward to.</a:t>
            </a:r>
            <a:endParaRPr altLang="en-US" b="1" dirty="0" sz="2000" lang="zh-CN">
              <a:solidFill>
                <a:schemeClr val="bg1"/>
              </a:solidFill>
              <a:latin typeface="Calibri" panose="020F0502020204030204" charset="0"/>
              <a:cs typeface="Calibri" panose="020F0502020204030204" charset="0"/>
            </a:endParaRPr>
          </a:p>
        </p:txBody>
      </p:sp>
    </p:spTree>
  </p:cSld>
  <p:clrMapOvr>
    <a:masterClrMapping/>
  </p:clrMapOvr>
  <p:timing>
    <p:tnLst>
      <p:par>
        <p:cTn dur="indefinite" id="1" nodeType="tmRoot" restart="never">
          <p:childTnLst>
            <p:seq concurrent="1" nextAc="seek">
              <p:cTn dur="indefinite" id="2" nodeType="mainSeq">
                <p:childTnLst>
                  <p:par>
                    <p:cTn fill="hold" id="3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 id="4">
                            <p:stCondLst>
                              <p:cond delay="0"/>
                            </p:stCondLst>
                            <p:childTnLst>
                              <p:par>
                                <p:cTn decel="100000" fill="hold" grpId="0" id="5" nodeType="afterEffect" presetClass="entr" presetID="5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6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7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dur="1000" fill="hold" id="7"/>
                                        <p:tgtEl>
                                          <p:spTgt spid="104875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ur="1000" fill="hold" id="8"/>
                                        <p:tgtEl>
                                          <p:spTgt spid="104875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dur="1000" id="9"/>
                                        <p:tgtEl>
                                          <p:spTgt spid="10487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8759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6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66" name="图片 2"/>
          <p:cNvPicPr>
            <a:picLocks noChangeAspect="1"/>
          </p:cNvPicPr>
          <p:nvPr/>
        </p:nvPicPr>
        <p:blipFill rotWithShape="1">
          <a:blip xmlns:r="http://schemas.openxmlformats.org/officeDocument/2006/relationships" r:embed="rId1" cstate="print"/>
          <a:srcRect l="49956"/>
          <a:stretch>
            <a:fillRect/>
          </a:stretch>
        </p:blipFill>
        <p:spPr>
          <a:xfrm rot="5400000" flipV="1">
            <a:off x="1781714" y="-3552286"/>
            <a:ext cx="8628571" cy="12192000"/>
          </a:xfrm>
          <a:prstGeom prst="rect"/>
        </p:spPr>
      </p:pic>
      <p:sp>
        <p:nvSpPr>
          <p:cNvPr id="1048771" name="文本框 3" descr="e7d195523061f1c0deeec63e560781cfd59afb0ea006f2a87ABB68BF51EA6619813959095094C18C62A12F549504892A4AAA8C1554C6663626E05CA27F281A14E6983772AFC3FB97135759321DEA3D7004FB075A8443E283A7673BBBDBFD88DFA513D62253E27B7E9FFF4379D8121322A85C7E16198ADF129F152EEF5340DE1ED504E252F53EAD1F847BC471C6326134"/>
          <p:cNvSpPr txBox="1"/>
          <p:nvPr/>
        </p:nvSpPr>
        <p:spPr>
          <a:xfrm rot="2706841" flipH="1">
            <a:off x="51435" y="2936239"/>
            <a:ext cx="7299325" cy="1158242"/>
          </a:xfrm>
          <a:prstGeom prst="rect"/>
          <a:noFill/>
        </p:spPr>
        <p:txBody>
          <a:bodyPr rtlCol="0" wrap="square">
            <a:spAutoFit/>
          </a:bodyPr>
          <a:p>
            <a:r>
              <a:rPr altLang="zh-CN" b="1" dirty="0" sz="3600" lang="en-US">
                <a:solidFill>
                  <a:srgbClr val="0D141B"/>
                </a:solidFill>
                <a:latin typeface="Calibri" panose="020F0502020204030204" charset="0"/>
                <a:ea typeface="Calibri" panose="020F0502020204030204" charset="0"/>
                <a:cs typeface="Calibri" panose="020F0502020204030204" charset="0"/>
              </a:rPr>
              <a:t>Code </a:t>
            </a:r>
            <a:endParaRPr altLang="en-US" b="1" dirty="0" sz="7200" lang="zh-CN">
              <a:solidFill>
                <a:srgbClr val="0D141B"/>
              </a:solidFill>
              <a:latin typeface="Calibri" panose="020F0502020204030204" charset="0"/>
              <a:ea typeface="Calibri" panose="020F0502020204030204" charset="0"/>
              <a:cs typeface="Calibri" panose="020F0502020204030204" charset="0"/>
            </a:endParaRPr>
          </a:p>
          <a:p>
            <a:r>
              <a:rPr altLang="zh-CN" b="1" dirty="0" sz="3600" lang="en-US">
                <a:solidFill>
                  <a:srgbClr val="0D141B"/>
                </a:solidFill>
                <a:latin typeface="Calibri" panose="020F0502020204030204" charset="0"/>
                <a:ea typeface="Calibri" panose="020F0502020204030204" charset="0"/>
                <a:cs typeface="Calibri" panose="020F0502020204030204" charset="0"/>
              </a:rPr>
              <a:t>             Implementation </a:t>
            </a:r>
            <a:endParaRPr altLang="en-US" b="1" dirty="0" sz="7200" lang="zh-CN">
              <a:solidFill>
                <a:srgbClr val="0D141B"/>
              </a:solidFill>
              <a:latin typeface="Calibri" panose="020F0502020204030204" charset="0"/>
              <a:ea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1048772" name="文本框 4"/>
          <p:cNvSpPr txBox="1"/>
          <p:nvPr/>
        </p:nvSpPr>
        <p:spPr>
          <a:xfrm rot="18900000">
            <a:off x="6825252" y="1956077"/>
            <a:ext cx="4627881" cy="891540"/>
          </a:xfrm>
          <a:prstGeom prst="rect"/>
          <a:noFill/>
        </p:spPr>
        <p:txBody>
          <a:bodyPr rtlCol="0" wrap="none">
            <a:spAutoFit/>
          </a:bodyPr>
          <a:p>
            <a:r>
              <a:rPr altLang="zh-CN" b="1" dirty="0" sz="5400" lang="en-US">
                <a:solidFill>
                  <a:srgbClr val="5EC1BE"/>
                </a:solidFill>
                <a:latin typeface="Calibri" panose="020F0502020204030204" charset="0"/>
                <a:ea typeface="Calibri" panose="020F0502020204030204" charset="0"/>
                <a:cs typeface="Calibri" panose="020F0502020204030204" charset="0"/>
              </a:rPr>
              <a:t>Code formats</a:t>
            </a:r>
            <a:endParaRPr altLang="en-US" b="1" dirty="0" sz="5400" lang="zh-CN">
              <a:solidFill>
                <a:srgbClr val="5EC1BE"/>
              </a:solidFill>
              <a:latin typeface="Calibri" panose="020F0502020204030204" charset="0"/>
              <a:ea typeface="Calibri" panose="020F0502020204030204" charset="0"/>
              <a:cs typeface="Calibri" panose="020F0502020204030204" charset="0"/>
            </a:endParaRPr>
          </a:p>
        </p:txBody>
      </p:sp>
    </p:spTree>
  </p:cSld>
  <p:clrMapOvr>
    <a:masterClrMapping/>
  </p:clrMapOvr>
  <p:timing>
    <p:tnLst>
      <p:par>
        <p:cTn dur="indefinite" id="1" nodeType="tmRoot" restart="never">
          <p:childTnLst>
            <p:seq concurrent="1" nextAc="seek">
              <p:cTn dur="indefinite" id="2" nodeType="mainSeq">
                <p:childTnLst>
                  <p:par>
                    <p:cTn fill="hold" id="3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 id="4">
                            <p:stCondLst>
                              <p:cond delay="0"/>
                            </p:stCondLst>
                            <p:childTnLst>
                              <p:par>
                                <p:cTn decel="100000" fill="hold" grpId="0" id="5" nodeType="afterEffect" presetClass="entr" presetID="5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6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7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dur="1000" fill="hold" id="7"/>
                                        <p:tgtEl>
                                          <p:spTgt spid="104877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ur="1000" fill="hold" id="8"/>
                                        <p:tgtEl>
                                          <p:spTgt spid="104877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dur="1000" id="9"/>
                                        <p:tgtEl>
                                          <p:spTgt spid="10487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877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6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67" name="图片 2"/>
          <p:cNvPicPr>
            <a:picLocks noChangeAspect="1"/>
          </p:cNvPicPr>
          <p:nvPr/>
        </p:nvPicPr>
        <p:blipFill rotWithShape="1">
          <a:blip xmlns:r="http://schemas.openxmlformats.org/officeDocument/2006/relationships" r:embed="rId1" cstate="print"/>
          <a:srcRect l="58734" r="33532"/>
          <a:stretch>
            <a:fillRect/>
          </a:stretch>
        </p:blipFill>
        <p:spPr>
          <a:xfrm rot="5400000" flipV="1">
            <a:off x="5429250" y="-5467350"/>
            <a:ext cx="1333500" cy="12192000"/>
          </a:xfrm>
          <a:prstGeom prst="rect"/>
        </p:spPr>
      </p:pic>
      <p:sp>
        <p:nvSpPr>
          <p:cNvPr id="1048773" name="文本框 13"/>
          <p:cNvSpPr txBox="1"/>
          <p:nvPr/>
        </p:nvSpPr>
        <p:spPr>
          <a:xfrm>
            <a:off x="2914873" y="268644"/>
            <a:ext cx="6583680" cy="815340"/>
          </a:xfrm>
          <a:prstGeom prst="rect"/>
          <a:noFill/>
        </p:spPr>
        <p:txBody>
          <a:bodyPr rtlCol="0" wrap="none">
            <a:spAutoFit/>
          </a:bodyPr>
          <a:p>
            <a:r>
              <a:rPr altLang="zh-CN" b="1" dirty="0" sz="4800" lang="en-US">
                <a:solidFill>
                  <a:srgbClr val="5EC1BE"/>
                </a:solidFill>
                <a:latin typeface="Calibri" panose="020F0502020204030204" charset="0"/>
                <a:ea typeface="Calibri" panose="020F0502020204030204" charset="0"/>
                <a:cs typeface="Calibri" panose="020F0502020204030204" charset="0"/>
              </a:rPr>
              <a:t>LOGIC OF PROGRAM </a:t>
            </a:r>
            <a:endParaRPr altLang="en-US" b="1" dirty="0" sz="4800" lang="zh-CN">
              <a:solidFill>
                <a:srgbClr val="5EC1BE"/>
              </a:solidFill>
              <a:latin typeface="Calibri" panose="020F0502020204030204" charset="0"/>
              <a:ea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1048774" name="Rectangle 5"/>
          <p:cNvSpPr>
            <a:spLocks noChangeArrowheads="1"/>
          </p:cNvSpPr>
          <p:nvPr/>
        </p:nvSpPr>
        <p:spPr bwMode="auto">
          <a:xfrm>
            <a:off x="3162524" y="-1204283"/>
            <a:ext cx="914401" cy="1052875"/>
          </a:xfrm>
          <a:prstGeom prst="rect"/>
          <a:solidFill>
            <a:srgbClr val="1B2932"/>
          </a:solidFill>
          <a:ln>
            <a:noFill/>
          </a:ln>
        </p:spPr>
        <p:txBody>
          <a:bodyPr anchor="t" anchorCtr="0" bIns="45720" compatLnSpc="1" lIns="91440" numCol="1" rIns="91440" tIns="45720" vert="horz" wrap="square"/>
          <a:p>
            <a:endParaRPr altLang="en-US" lang="zh-CN">
              <a:cs typeface="Calibri" panose="020F0502020204030204" charset="0"/>
            </a:endParaRPr>
          </a:p>
        </p:txBody>
      </p:sp>
      <p:sp>
        <p:nvSpPr>
          <p:cNvPr id="1048775" name="Freeform 33"/>
          <p:cNvSpPr/>
          <p:nvPr/>
        </p:nvSpPr>
        <p:spPr bwMode="auto">
          <a:xfrm>
            <a:off x="5529516" y="3789831"/>
            <a:ext cx="1079158" cy="1823250"/>
          </a:xfrm>
          <a:custGeom>
            <a:avLst/>
            <a:gdLst>
              <a:gd name="T0" fmla="*/ 485 w 512"/>
              <a:gd name="T1" fmla="*/ 486 h 864"/>
              <a:gd name="T2" fmla="*/ 477 w 512"/>
              <a:gd name="T3" fmla="*/ 483 h 864"/>
              <a:gd name="T4" fmla="*/ 416 w 512"/>
              <a:gd name="T5" fmla="*/ 511 h 864"/>
              <a:gd name="T6" fmla="*/ 336 w 512"/>
              <a:gd name="T7" fmla="*/ 432 h 864"/>
              <a:gd name="T8" fmla="*/ 416 w 512"/>
              <a:gd name="T9" fmla="*/ 352 h 864"/>
              <a:gd name="T10" fmla="*/ 477 w 512"/>
              <a:gd name="T11" fmla="*/ 381 h 864"/>
              <a:gd name="T12" fmla="*/ 485 w 512"/>
              <a:gd name="T13" fmla="*/ 378 h 864"/>
              <a:gd name="T14" fmla="*/ 512 w 512"/>
              <a:gd name="T15" fmla="*/ 176 h 864"/>
              <a:gd name="T16" fmla="*/ 512 w 512"/>
              <a:gd name="T17" fmla="*/ 176 h 864"/>
              <a:gd name="T18" fmla="*/ 512 w 512"/>
              <a:gd name="T19" fmla="*/ 176 h 864"/>
              <a:gd name="T20" fmla="*/ 310 w 512"/>
              <a:gd name="T21" fmla="*/ 149 h 864"/>
              <a:gd name="T22" fmla="*/ 307 w 512"/>
              <a:gd name="T23" fmla="*/ 141 h 864"/>
              <a:gd name="T24" fmla="*/ 335 w 512"/>
              <a:gd name="T25" fmla="*/ 80 h 864"/>
              <a:gd name="T26" fmla="*/ 256 w 512"/>
              <a:gd name="T27" fmla="*/ 0 h 864"/>
              <a:gd name="T28" fmla="*/ 176 w 512"/>
              <a:gd name="T29" fmla="*/ 80 h 864"/>
              <a:gd name="T30" fmla="*/ 205 w 512"/>
              <a:gd name="T31" fmla="*/ 141 h 864"/>
              <a:gd name="T32" fmla="*/ 202 w 512"/>
              <a:gd name="T33" fmla="*/ 149 h 864"/>
              <a:gd name="T34" fmla="*/ 0 w 512"/>
              <a:gd name="T35" fmla="*/ 176 h 864"/>
              <a:gd name="T36" fmla="*/ 0 w 512"/>
              <a:gd name="T37" fmla="*/ 176 h 864"/>
              <a:gd name="T38" fmla="*/ 0 w 512"/>
              <a:gd name="T39" fmla="*/ 176 h 864"/>
              <a:gd name="T40" fmla="*/ 27 w 512"/>
              <a:gd name="T41" fmla="*/ 378 h 864"/>
              <a:gd name="T42" fmla="*/ 35 w 512"/>
              <a:gd name="T43" fmla="*/ 381 h 864"/>
              <a:gd name="T44" fmla="*/ 96 w 512"/>
              <a:gd name="T45" fmla="*/ 352 h 864"/>
              <a:gd name="T46" fmla="*/ 176 w 512"/>
              <a:gd name="T47" fmla="*/ 432 h 864"/>
              <a:gd name="T48" fmla="*/ 96 w 512"/>
              <a:gd name="T49" fmla="*/ 511 h 864"/>
              <a:gd name="T50" fmla="*/ 35 w 512"/>
              <a:gd name="T51" fmla="*/ 483 h 864"/>
              <a:gd name="T52" fmla="*/ 27 w 512"/>
              <a:gd name="T53" fmla="*/ 486 h 864"/>
              <a:gd name="T54" fmla="*/ 0 w 512"/>
              <a:gd name="T55" fmla="*/ 688 h 864"/>
              <a:gd name="T56" fmla="*/ 0 w 512"/>
              <a:gd name="T57" fmla="*/ 688 h 864"/>
              <a:gd name="T58" fmla="*/ 0 w 512"/>
              <a:gd name="T59" fmla="*/ 688 h 864"/>
              <a:gd name="T60" fmla="*/ 0 w 512"/>
              <a:gd name="T61" fmla="*/ 688 h 864"/>
              <a:gd name="T62" fmla="*/ 202 w 512"/>
              <a:gd name="T63" fmla="*/ 715 h 864"/>
              <a:gd name="T64" fmla="*/ 205 w 512"/>
              <a:gd name="T65" fmla="*/ 723 h 864"/>
              <a:gd name="T66" fmla="*/ 176 w 512"/>
              <a:gd name="T67" fmla="*/ 784 h 864"/>
              <a:gd name="T68" fmla="*/ 256 w 512"/>
              <a:gd name="T69" fmla="*/ 864 h 864"/>
              <a:gd name="T70" fmla="*/ 335 w 512"/>
              <a:gd name="T71" fmla="*/ 784 h 864"/>
              <a:gd name="T72" fmla="*/ 307 w 512"/>
              <a:gd name="T73" fmla="*/ 723 h 864"/>
              <a:gd name="T74" fmla="*/ 310 w 512"/>
              <a:gd name="T75" fmla="*/ 715 h 864"/>
              <a:gd name="T76" fmla="*/ 512 w 512"/>
              <a:gd name="T77" fmla="*/ 688 h 864"/>
              <a:gd name="T78" fmla="*/ 512 w 512"/>
              <a:gd name="T79" fmla="*/ 688 h 864"/>
              <a:gd name="T80" fmla="*/ 512 w 512"/>
              <a:gd name="T81" fmla="*/ 688 h 864"/>
              <a:gd name="T82" fmla="*/ 512 w 512"/>
              <a:gd name="T83" fmla="*/ 688 h 864"/>
              <a:gd name="T84" fmla="*/ 485 w 512"/>
              <a:gd name="T85" fmla="*/ 486 h 8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</a:cxnLst>
            <a:rect l="0" t="0" r="r" b="b"/>
            <a:pathLst>
              <a:path w="512" h="864">
                <a:moveTo>
                  <a:pt x="485" y="486"/>
                </a:moveTo>
                <a:cubicBezTo>
                  <a:pt x="482" y="485"/>
                  <a:pt x="480" y="484"/>
                  <a:pt x="477" y="483"/>
                </a:cubicBezTo>
                <a:cubicBezTo>
                  <a:pt x="462" y="500"/>
                  <a:pt x="440" y="511"/>
                  <a:pt x="416" y="511"/>
                </a:cubicBezTo>
                <a:cubicBezTo>
                  <a:pt x="372" y="511"/>
                  <a:pt x="336" y="476"/>
                  <a:pt x="336" y="432"/>
                </a:cubicBezTo>
                <a:cubicBezTo>
                  <a:pt x="336" y="388"/>
                  <a:pt x="372" y="352"/>
                  <a:pt x="416" y="352"/>
                </a:cubicBezTo>
                <a:cubicBezTo>
                  <a:pt x="440" y="352"/>
                  <a:pt x="462" y="364"/>
                  <a:pt x="477" y="381"/>
                </a:cubicBezTo>
                <a:cubicBezTo>
                  <a:pt x="480" y="380"/>
                  <a:pt x="482" y="379"/>
                  <a:pt x="485" y="378"/>
                </a:cubicBezTo>
                <a:cubicBezTo>
                  <a:pt x="488" y="310"/>
                  <a:pt x="497" y="243"/>
                  <a:pt x="512" y="176"/>
                </a:cubicBezTo>
                <a:cubicBezTo>
                  <a:pt x="512" y="176"/>
                  <a:pt x="512" y="176"/>
                  <a:pt x="512" y="176"/>
                </a:cubicBezTo>
                <a:cubicBezTo>
                  <a:pt x="512" y="176"/>
                  <a:pt x="512" y="176"/>
                  <a:pt x="512" y="176"/>
                </a:cubicBezTo>
                <a:cubicBezTo>
                  <a:pt x="445" y="161"/>
                  <a:pt x="378" y="152"/>
                  <a:pt x="310" y="149"/>
                </a:cubicBezTo>
                <a:cubicBezTo>
                  <a:pt x="309" y="146"/>
                  <a:pt x="308" y="144"/>
                  <a:pt x="307" y="141"/>
                </a:cubicBezTo>
                <a:cubicBezTo>
                  <a:pt x="324" y="126"/>
                  <a:pt x="335" y="104"/>
                  <a:pt x="335" y="80"/>
                </a:cubicBezTo>
                <a:cubicBezTo>
                  <a:pt x="335" y="36"/>
                  <a:pt x="300" y="0"/>
                  <a:pt x="256" y="0"/>
                </a:cubicBezTo>
                <a:cubicBezTo>
                  <a:pt x="212" y="0"/>
                  <a:pt x="176" y="36"/>
                  <a:pt x="176" y="80"/>
                </a:cubicBezTo>
                <a:cubicBezTo>
                  <a:pt x="176" y="104"/>
                  <a:pt x="188" y="126"/>
                  <a:pt x="205" y="141"/>
                </a:cubicBezTo>
                <a:cubicBezTo>
                  <a:pt x="204" y="144"/>
                  <a:pt x="203" y="146"/>
                  <a:pt x="202" y="149"/>
                </a:cubicBezTo>
                <a:cubicBezTo>
                  <a:pt x="134" y="152"/>
                  <a:pt x="67" y="161"/>
                  <a:pt x="0" y="176"/>
                </a:cubicBezTo>
                <a:cubicBezTo>
                  <a:pt x="0" y="176"/>
                  <a:pt x="0" y="176"/>
                  <a:pt x="0" y="176"/>
                </a:cubicBezTo>
                <a:cubicBezTo>
                  <a:pt x="0" y="176"/>
                  <a:pt x="0" y="176"/>
                  <a:pt x="0" y="176"/>
                </a:cubicBezTo>
                <a:cubicBezTo>
                  <a:pt x="15" y="243"/>
                  <a:pt x="24" y="310"/>
                  <a:pt x="27" y="378"/>
                </a:cubicBezTo>
                <a:cubicBezTo>
                  <a:pt x="30" y="379"/>
                  <a:pt x="32" y="380"/>
                  <a:pt x="35" y="381"/>
                </a:cubicBezTo>
                <a:cubicBezTo>
                  <a:pt x="50" y="364"/>
                  <a:pt x="72" y="352"/>
                  <a:pt x="96" y="352"/>
                </a:cubicBezTo>
                <a:cubicBezTo>
                  <a:pt x="140" y="352"/>
                  <a:pt x="176" y="388"/>
                  <a:pt x="176" y="432"/>
                </a:cubicBezTo>
                <a:cubicBezTo>
                  <a:pt x="176" y="476"/>
                  <a:pt x="140" y="511"/>
                  <a:pt x="96" y="511"/>
                </a:cubicBezTo>
                <a:cubicBezTo>
                  <a:pt x="72" y="511"/>
                  <a:pt x="50" y="500"/>
                  <a:pt x="35" y="483"/>
                </a:cubicBezTo>
                <a:cubicBezTo>
                  <a:pt x="32" y="484"/>
                  <a:pt x="30" y="485"/>
                  <a:pt x="27" y="486"/>
                </a:cubicBezTo>
                <a:cubicBezTo>
                  <a:pt x="24" y="554"/>
                  <a:pt x="15" y="621"/>
                  <a:pt x="0" y="688"/>
                </a:cubicBezTo>
                <a:cubicBezTo>
                  <a:pt x="0" y="688"/>
                  <a:pt x="0" y="688"/>
                  <a:pt x="0" y="688"/>
                </a:cubicBezTo>
                <a:cubicBezTo>
                  <a:pt x="0" y="688"/>
                  <a:pt x="0" y="688"/>
                  <a:pt x="0" y="688"/>
                </a:cubicBezTo>
                <a:cubicBezTo>
                  <a:pt x="0" y="688"/>
                  <a:pt x="0" y="688"/>
                  <a:pt x="0" y="688"/>
                </a:cubicBezTo>
                <a:cubicBezTo>
                  <a:pt x="67" y="703"/>
                  <a:pt x="134" y="712"/>
                  <a:pt x="202" y="715"/>
                </a:cubicBezTo>
                <a:cubicBezTo>
                  <a:pt x="203" y="718"/>
                  <a:pt x="204" y="720"/>
                  <a:pt x="205" y="723"/>
                </a:cubicBezTo>
                <a:cubicBezTo>
                  <a:pt x="188" y="738"/>
                  <a:pt x="176" y="760"/>
                  <a:pt x="176" y="784"/>
                </a:cubicBezTo>
                <a:cubicBezTo>
                  <a:pt x="176" y="828"/>
                  <a:pt x="212" y="864"/>
                  <a:pt x="256" y="864"/>
                </a:cubicBezTo>
                <a:cubicBezTo>
                  <a:pt x="300" y="864"/>
                  <a:pt x="335" y="828"/>
                  <a:pt x="335" y="784"/>
                </a:cubicBezTo>
                <a:cubicBezTo>
                  <a:pt x="335" y="760"/>
                  <a:pt x="324" y="738"/>
                  <a:pt x="307" y="723"/>
                </a:cubicBezTo>
                <a:cubicBezTo>
                  <a:pt x="308" y="720"/>
                  <a:pt x="309" y="718"/>
                  <a:pt x="310" y="715"/>
                </a:cubicBezTo>
                <a:cubicBezTo>
                  <a:pt x="378" y="712"/>
                  <a:pt x="445" y="703"/>
                  <a:pt x="512" y="688"/>
                </a:cubicBezTo>
                <a:cubicBezTo>
                  <a:pt x="512" y="688"/>
                  <a:pt x="512" y="688"/>
                  <a:pt x="512" y="688"/>
                </a:cubicBezTo>
                <a:cubicBezTo>
                  <a:pt x="512" y="688"/>
                  <a:pt x="512" y="688"/>
                  <a:pt x="512" y="688"/>
                </a:cubicBezTo>
                <a:cubicBezTo>
                  <a:pt x="512" y="688"/>
                  <a:pt x="512" y="688"/>
                  <a:pt x="512" y="688"/>
                </a:cubicBezTo>
                <a:cubicBezTo>
                  <a:pt x="497" y="621"/>
                  <a:pt x="488" y="554"/>
                  <a:pt x="485" y="486"/>
                </a:cubicBezTo>
                <a:close/>
              </a:path>
            </a:pathLst>
          </a:custGeom>
          <a:solidFill>
            <a:srgbClr val="1B2932"/>
          </a:solidFill>
          <a:ln>
            <a:noFill/>
          </a:ln>
        </p:spPr>
        <p:txBody>
          <a:bodyPr anchor="t" anchorCtr="0" bIns="45720" compatLnSpc="1" lIns="91440" numCol="1" rIns="91440" tIns="45720" vert="horz" wrap="square"/>
          <a:p>
            <a:endParaRPr lang="en-US">
              <a:solidFill>
                <a:prstClr val="white"/>
              </a:solidFill>
              <a:ea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1048776" name="Freeform 34"/>
          <p:cNvSpPr/>
          <p:nvPr/>
        </p:nvSpPr>
        <p:spPr bwMode="auto">
          <a:xfrm>
            <a:off x="6237518" y="4161432"/>
            <a:ext cx="1820577" cy="1080049"/>
          </a:xfrm>
          <a:custGeom>
            <a:avLst/>
            <a:gdLst>
              <a:gd name="T0" fmla="*/ 378 w 864"/>
              <a:gd name="T1" fmla="*/ 485 h 512"/>
              <a:gd name="T2" fmla="*/ 381 w 864"/>
              <a:gd name="T3" fmla="*/ 477 h 512"/>
              <a:gd name="T4" fmla="*/ 352 w 864"/>
              <a:gd name="T5" fmla="*/ 416 h 512"/>
              <a:gd name="T6" fmla="*/ 432 w 864"/>
              <a:gd name="T7" fmla="*/ 336 h 512"/>
              <a:gd name="T8" fmla="*/ 511 w 864"/>
              <a:gd name="T9" fmla="*/ 416 h 512"/>
              <a:gd name="T10" fmla="*/ 483 w 864"/>
              <a:gd name="T11" fmla="*/ 477 h 512"/>
              <a:gd name="T12" fmla="*/ 486 w 864"/>
              <a:gd name="T13" fmla="*/ 485 h 512"/>
              <a:gd name="T14" fmla="*/ 688 w 864"/>
              <a:gd name="T15" fmla="*/ 512 h 512"/>
              <a:gd name="T16" fmla="*/ 688 w 864"/>
              <a:gd name="T17" fmla="*/ 512 h 512"/>
              <a:gd name="T18" fmla="*/ 688 w 864"/>
              <a:gd name="T19" fmla="*/ 512 h 512"/>
              <a:gd name="T20" fmla="*/ 715 w 864"/>
              <a:gd name="T21" fmla="*/ 310 h 512"/>
              <a:gd name="T22" fmla="*/ 723 w 864"/>
              <a:gd name="T23" fmla="*/ 307 h 512"/>
              <a:gd name="T24" fmla="*/ 784 w 864"/>
              <a:gd name="T25" fmla="*/ 336 h 512"/>
              <a:gd name="T26" fmla="*/ 864 w 864"/>
              <a:gd name="T27" fmla="*/ 256 h 512"/>
              <a:gd name="T28" fmla="*/ 784 w 864"/>
              <a:gd name="T29" fmla="*/ 176 h 512"/>
              <a:gd name="T30" fmla="*/ 723 w 864"/>
              <a:gd name="T31" fmla="*/ 205 h 512"/>
              <a:gd name="T32" fmla="*/ 715 w 864"/>
              <a:gd name="T33" fmla="*/ 202 h 512"/>
              <a:gd name="T34" fmla="*/ 688 w 864"/>
              <a:gd name="T35" fmla="*/ 0 h 512"/>
              <a:gd name="T36" fmla="*/ 688 w 864"/>
              <a:gd name="T37" fmla="*/ 0 h 512"/>
              <a:gd name="T38" fmla="*/ 688 w 864"/>
              <a:gd name="T39" fmla="*/ 0 h 512"/>
              <a:gd name="T40" fmla="*/ 486 w 864"/>
              <a:gd name="T41" fmla="*/ 27 h 512"/>
              <a:gd name="T42" fmla="*/ 483 w 864"/>
              <a:gd name="T43" fmla="*/ 35 h 512"/>
              <a:gd name="T44" fmla="*/ 511 w 864"/>
              <a:gd name="T45" fmla="*/ 96 h 512"/>
              <a:gd name="T46" fmla="*/ 432 w 864"/>
              <a:gd name="T47" fmla="*/ 176 h 512"/>
              <a:gd name="T48" fmla="*/ 352 w 864"/>
              <a:gd name="T49" fmla="*/ 96 h 512"/>
              <a:gd name="T50" fmla="*/ 381 w 864"/>
              <a:gd name="T51" fmla="*/ 35 h 512"/>
              <a:gd name="T52" fmla="*/ 378 w 864"/>
              <a:gd name="T53" fmla="*/ 27 h 512"/>
              <a:gd name="T54" fmla="*/ 176 w 864"/>
              <a:gd name="T55" fmla="*/ 0 h 512"/>
              <a:gd name="T56" fmla="*/ 176 w 864"/>
              <a:gd name="T57" fmla="*/ 0 h 512"/>
              <a:gd name="T58" fmla="*/ 176 w 864"/>
              <a:gd name="T59" fmla="*/ 0 h 512"/>
              <a:gd name="T60" fmla="*/ 176 w 864"/>
              <a:gd name="T61" fmla="*/ 0 h 512"/>
              <a:gd name="T62" fmla="*/ 149 w 864"/>
              <a:gd name="T63" fmla="*/ 202 h 512"/>
              <a:gd name="T64" fmla="*/ 141 w 864"/>
              <a:gd name="T65" fmla="*/ 205 h 512"/>
              <a:gd name="T66" fmla="*/ 80 w 864"/>
              <a:gd name="T67" fmla="*/ 176 h 512"/>
              <a:gd name="T68" fmla="*/ 0 w 864"/>
              <a:gd name="T69" fmla="*/ 256 h 512"/>
              <a:gd name="T70" fmla="*/ 80 w 864"/>
              <a:gd name="T71" fmla="*/ 336 h 512"/>
              <a:gd name="T72" fmla="*/ 141 w 864"/>
              <a:gd name="T73" fmla="*/ 307 h 512"/>
              <a:gd name="T74" fmla="*/ 149 w 864"/>
              <a:gd name="T75" fmla="*/ 310 h 512"/>
              <a:gd name="T76" fmla="*/ 176 w 864"/>
              <a:gd name="T77" fmla="*/ 512 h 512"/>
              <a:gd name="T78" fmla="*/ 176 w 864"/>
              <a:gd name="T79" fmla="*/ 512 h 512"/>
              <a:gd name="T80" fmla="*/ 176 w 864"/>
              <a:gd name="T81" fmla="*/ 512 h 512"/>
              <a:gd name="T82" fmla="*/ 176 w 864"/>
              <a:gd name="T83" fmla="*/ 512 h 512"/>
              <a:gd name="T84" fmla="*/ 378 w 864"/>
              <a:gd name="T85" fmla="*/ 485 h 5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</a:cxnLst>
            <a:rect l="0" t="0" r="r" b="b"/>
            <a:pathLst>
              <a:path w="864" h="512">
                <a:moveTo>
                  <a:pt x="378" y="485"/>
                </a:moveTo>
                <a:cubicBezTo>
                  <a:pt x="379" y="482"/>
                  <a:pt x="380" y="480"/>
                  <a:pt x="381" y="477"/>
                </a:cubicBezTo>
                <a:cubicBezTo>
                  <a:pt x="364" y="462"/>
                  <a:pt x="352" y="440"/>
                  <a:pt x="352" y="416"/>
                </a:cubicBezTo>
                <a:cubicBezTo>
                  <a:pt x="352" y="372"/>
                  <a:pt x="388" y="336"/>
                  <a:pt x="432" y="336"/>
                </a:cubicBezTo>
                <a:cubicBezTo>
                  <a:pt x="476" y="336"/>
                  <a:pt x="511" y="372"/>
                  <a:pt x="511" y="416"/>
                </a:cubicBezTo>
                <a:cubicBezTo>
                  <a:pt x="511" y="440"/>
                  <a:pt x="500" y="462"/>
                  <a:pt x="483" y="477"/>
                </a:cubicBezTo>
                <a:cubicBezTo>
                  <a:pt x="484" y="480"/>
                  <a:pt x="485" y="482"/>
                  <a:pt x="486" y="485"/>
                </a:cubicBezTo>
                <a:cubicBezTo>
                  <a:pt x="554" y="488"/>
                  <a:pt x="621" y="497"/>
                  <a:pt x="688" y="512"/>
                </a:cubicBezTo>
                <a:cubicBezTo>
                  <a:pt x="688" y="512"/>
                  <a:pt x="688" y="512"/>
                  <a:pt x="688" y="512"/>
                </a:cubicBezTo>
                <a:cubicBezTo>
                  <a:pt x="688" y="512"/>
                  <a:pt x="688" y="512"/>
                  <a:pt x="688" y="512"/>
                </a:cubicBezTo>
                <a:cubicBezTo>
                  <a:pt x="703" y="445"/>
                  <a:pt x="712" y="378"/>
                  <a:pt x="715" y="310"/>
                </a:cubicBezTo>
                <a:cubicBezTo>
                  <a:pt x="718" y="309"/>
                  <a:pt x="720" y="308"/>
                  <a:pt x="723" y="307"/>
                </a:cubicBezTo>
                <a:cubicBezTo>
                  <a:pt x="738" y="324"/>
                  <a:pt x="760" y="336"/>
                  <a:pt x="784" y="336"/>
                </a:cubicBezTo>
                <a:cubicBezTo>
                  <a:pt x="828" y="336"/>
                  <a:pt x="864" y="300"/>
                  <a:pt x="864" y="256"/>
                </a:cubicBezTo>
                <a:cubicBezTo>
                  <a:pt x="864" y="212"/>
                  <a:pt x="828" y="176"/>
                  <a:pt x="784" y="176"/>
                </a:cubicBezTo>
                <a:cubicBezTo>
                  <a:pt x="760" y="176"/>
                  <a:pt x="738" y="188"/>
                  <a:pt x="723" y="205"/>
                </a:cubicBezTo>
                <a:cubicBezTo>
                  <a:pt x="720" y="204"/>
                  <a:pt x="718" y="203"/>
                  <a:pt x="715" y="202"/>
                </a:cubicBezTo>
                <a:cubicBezTo>
                  <a:pt x="712" y="134"/>
                  <a:pt x="703" y="67"/>
                  <a:pt x="688" y="0"/>
                </a:cubicBezTo>
                <a:cubicBezTo>
                  <a:pt x="688" y="0"/>
                  <a:pt x="688" y="0"/>
                  <a:pt x="688" y="0"/>
                </a:cubicBezTo>
                <a:cubicBezTo>
                  <a:pt x="688" y="0"/>
                  <a:pt x="688" y="0"/>
                  <a:pt x="688" y="0"/>
                </a:cubicBezTo>
                <a:cubicBezTo>
                  <a:pt x="621" y="15"/>
                  <a:pt x="554" y="24"/>
                  <a:pt x="486" y="27"/>
                </a:cubicBezTo>
                <a:cubicBezTo>
                  <a:pt x="485" y="30"/>
                  <a:pt x="484" y="32"/>
                  <a:pt x="483" y="35"/>
                </a:cubicBezTo>
                <a:cubicBezTo>
                  <a:pt x="500" y="50"/>
                  <a:pt x="511" y="72"/>
                  <a:pt x="511" y="96"/>
                </a:cubicBezTo>
                <a:cubicBezTo>
                  <a:pt x="511" y="140"/>
                  <a:pt x="476" y="176"/>
                  <a:pt x="432" y="176"/>
                </a:cubicBezTo>
                <a:cubicBezTo>
                  <a:pt x="388" y="176"/>
                  <a:pt x="352" y="140"/>
                  <a:pt x="352" y="96"/>
                </a:cubicBezTo>
                <a:cubicBezTo>
                  <a:pt x="352" y="72"/>
                  <a:pt x="364" y="50"/>
                  <a:pt x="381" y="35"/>
                </a:cubicBezTo>
                <a:cubicBezTo>
                  <a:pt x="380" y="32"/>
                  <a:pt x="379" y="30"/>
                  <a:pt x="378" y="27"/>
                </a:cubicBezTo>
                <a:cubicBezTo>
                  <a:pt x="310" y="24"/>
                  <a:pt x="243" y="15"/>
                  <a:pt x="176" y="0"/>
                </a:cubicBezTo>
                <a:cubicBezTo>
                  <a:pt x="176" y="0"/>
                  <a:pt x="176" y="0"/>
                  <a:pt x="176" y="0"/>
                </a:cubicBezTo>
                <a:cubicBezTo>
                  <a:pt x="176" y="0"/>
                  <a:pt x="176" y="0"/>
                  <a:pt x="176" y="0"/>
                </a:cubicBezTo>
                <a:cubicBezTo>
                  <a:pt x="176" y="0"/>
                  <a:pt x="176" y="0"/>
                  <a:pt x="176" y="0"/>
                </a:cubicBezTo>
                <a:cubicBezTo>
                  <a:pt x="161" y="67"/>
                  <a:pt x="152" y="134"/>
                  <a:pt x="149" y="202"/>
                </a:cubicBezTo>
                <a:cubicBezTo>
                  <a:pt x="146" y="203"/>
                  <a:pt x="144" y="204"/>
                  <a:pt x="141" y="205"/>
                </a:cubicBezTo>
                <a:cubicBezTo>
                  <a:pt x="126" y="188"/>
                  <a:pt x="104" y="176"/>
                  <a:pt x="80" y="176"/>
                </a:cubicBezTo>
                <a:cubicBezTo>
                  <a:pt x="36" y="176"/>
                  <a:pt x="0" y="212"/>
                  <a:pt x="0" y="256"/>
                </a:cubicBezTo>
                <a:cubicBezTo>
                  <a:pt x="0" y="300"/>
                  <a:pt x="36" y="336"/>
                  <a:pt x="80" y="336"/>
                </a:cubicBezTo>
                <a:cubicBezTo>
                  <a:pt x="104" y="336"/>
                  <a:pt x="126" y="324"/>
                  <a:pt x="141" y="307"/>
                </a:cubicBezTo>
                <a:cubicBezTo>
                  <a:pt x="144" y="308"/>
                  <a:pt x="146" y="309"/>
                  <a:pt x="149" y="310"/>
                </a:cubicBezTo>
                <a:cubicBezTo>
                  <a:pt x="152" y="378"/>
                  <a:pt x="161" y="445"/>
                  <a:pt x="176" y="512"/>
                </a:cubicBezTo>
                <a:cubicBezTo>
                  <a:pt x="176" y="512"/>
                  <a:pt x="176" y="512"/>
                  <a:pt x="176" y="512"/>
                </a:cubicBezTo>
                <a:cubicBezTo>
                  <a:pt x="176" y="512"/>
                  <a:pt x="176" y="512"/>
                  <a:pt x="176" y="512"/>
                </a:cubicBezTo>
                <a:cubicBezTo>
                  <a:pt x="176" y="512"/>
                  <a:pt x="176" y="512"/>
                  <a:pt x="176" y="512"/>
                </a:cubicBezTo>
                <a:cubicBezTo>
                  <a:pt x="243" y="497"/>
                  <a:pt x="310" y="488"/>
                  <a:pt x="378" y="485"/>
                </a:cubicBezTo>
                <a:close/>
              </a:path>
            </a:pathLst>
          </a:custGeom>
          <a:solidFill>
            <a:srgbClr val="5CBFBC"/>
          </a:solidFill>
          <a:ln>
            <a:noFill/>
          </a:ln>
        </p:spPr>
        <p:txBody>
          <a:bodyPr anchor="t" anchorCtr="0" bIns="45720" compatLnSpc="1" lIns="91440" numCol="1" rIns="91440" tIns="45720" vert="horz" wrap="square"/>
          <a:p>
            <a:endParaRPr lang="en-US">
              <a:solidFill>
                <a:prstClr val="white"/>
              </a:solidFill>
              <a:ea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1048777" name="Freeform 35"/>
          <p:cNvSpPr/>
          <p:nvPr/>
        </p:nvSpPr>
        <p:spPr bwMode="auto">
          <a:xfrm>
            <a:off x="4450804" y="2709782"/>
            <a:ext cx="1078266" cy="1822360"/>
          </a:xfrm>
          <a:custGeom>
            <a:avLst/>
            <a:gdLst>
              <a:gd name="T0" fmla="*/ 485 w 512"/>
              <a:gd name="T1" fmla="*/ 486 h 864"/>
              <a:gd name="T2" fmla="*/ 477 w 512"/>
              <a:gd name="T3" fmla="*/ 483 h 864"/>
              <a:gd name="T4" fmla="*/ 416 w 512"/>
              <a:gd name="T5" fmla="*/ 512 h 864"/>
              <a:gd name="T6" fmla="*/ 336 w 512"/>
              <a:gd name="T7" fmla="*/ 432 h 864"/>
              <a:gd name="T8" fmla="*/ 416 w 512"/>
              <a:gd name="T9" fmla="*/ 353 h 864"/>
              <a:gd name="T10" fmla="*/ 477 w 512"/>
              <a:gd name="T11" fmla="*/ 381 h 864"/>
              <a:gd name="T12" fmla="*/ 485 w 512"/>
              <a:gd name="T13" fmla="*/ 378 h 864"/>
              <a:gd name="T14" fmla="*/ 512 w 512"/>
              <a:gd name="T15" fmla="*/ 176 h 864"/>
              <a:gd name="T16" fmla="*/ 512 w 512"/>
              <a:gd name="T17" fmla="*/ 176 h 864"/>
              <a:gd name="T18" fmla="*/ 512 w 512"/>
              <a:gd name="T19" fmla="*/ 176 h 864"/>
              <a:gd name="T20" fmla="*/ 310 w 512"/>
              <a:gd name="T21" fmla="*/ 149 h 864"/>
              <a:gd name="T22" fmla="*/ 307 w 512"/>
              <a:gd name="T23" fmla="*/ 141 h 864"/>
              <a:gd name="T24" fmla="*/ 336 w 512"/>
              <a:gd name="T25" fmla="*/ 80 h 864"/>
              <a:gd name="T26" fmla="*/ 256 w 512"/>
              <a:gd name="T27" fmla="*/ 0 h 864"/>
              <a:gd name="T28" fmla="*/ 177 w 512"/>
              <a:gd name="T29" fmla="*/ 80 h 864"/>
              <a:gd name="T30" fmla="*/ 205 w 512"/>
              <a:gd name="T31" fmla="*/ 141 h 864"/>
              <a:gd name="T32" fmla="*/ 202 w 512"/>
              <a:gd name="T33" fmla="*/ 149 h 864"/>
              <a:gd name="T34" fmla="*/ 0 w 512"/>
              <a:gd name="T35" fmla="*/ 176 h 864"/>
              <a:gd name="T36" fmla="*/ 0 w 512"/>
              <a:gd name="T37" fmla="*/ 176 h 864"/>
              <a:gd name="T38" fmla="*/ 0 w 512"/>
              <a:gd name="T39" fmla="*/ 176 h 864"/>
              <a:gd name="T40" fmla="*/ 27 w 512"/>
              <a:gd name="T41" fmla="*/ 378 h 864"/>
              <a:gd name="T42" fmla="*/ 35 w 512"/>
              <a:gd name="T43" fmla="*/ 381 h 864"/>
              <a:gd name="T44" fmla="*/ 96 w 512"/>
              <a:gd name="T45" fmla="*/ 353 h 864"/>
              <a:gd name="T46" fmla="*/ 176 w 512"/>
              <a:gd name="T47" fmla="*/ 432 h 864"/>
              <a:gd name="T48" fmla="*/ 96 w 512"/>
              <a:gd name="T49" fmla="*/ 512 h 864"/>
              <a:gd name="T50" fmla="*/ 35 w 512"/>
              <a:gd name="T51" fmla="*/ 483 h 864"/>
              <a:gd name="T52" fmla="*/ 27 w 512"/>
              <a:gd name="T53" fmla="*/ 486 h 864"/>
              <a:gd name="T54" fmla="*/ 0 w 512"/>
              <a:gd name="T55" fmla="*/ 688 h 864"/>
              <a:gd name="T56" fmla="*/ 0 w 512"/>
              <a:gd name="T57" fmla="*/ 688 h 864"/>
              <a:gd name="T58" fmla="*/ 0 w 512"/>
              <a:gd name="T59" fmla="*/ 688 h 864"/>
              <a:gd name="T60" fmla="*/ 0 w 512"/>
              <a:gd name="T61" fmla="*/ 688 h 864"/>
              <a:gd name="T62" fmla="*/ 202 w 512"/>
              <a:gd name="T63" fmla="*/ 715 h 864"/>
              <a:gd name="T64" fmla="*/ 205 w 512"/>
              <a:gd name="T65" fmla="*/ 723 h 864"/>
              <a:gd name="T66" fmla="*/ 177 w 512"/>
              <a:gd name="T67" fmla="*/ 784 h 864"/>
              <a:gd name="T68" fmla="*/ 256 w 512"/>
              <a:gd name="T69" fmla="*/ 864 h 864"/>
              <a:gd name="T70" fmla="*/ 336 w 512"/>
              <a:gd name="T71" fmla="*/ 784 h 864"/>
              <a:gd name="T72" fmla="*/ 307 w 512"/>
              <a:gd name="T73" fmla="*/ 723 h 864"/>
              <a:gd name="T74" fmla="*/ 310 w 512"/>
              <a:gd name="T75" fmla="*/ 715 h 864"/>
              <a:gd name="T76" fmla="*/ 512 w 512"/>
              <a:gd name="T77" fmla="*/ 688 h 864"/>
              <a:gd name="T78" fmla="*/ 512 w 512"/>
              <a:gd name="T79" fmla="*/ 688 h 864"/>
              <a:gd name="T80" fmla="*/ 512 w 512"/>
              <a:gd name="T81" fmla="*/ 688 h 864"/>
              <a:gd name="T82" fmla="*/ 512 w 512"/>
              <a:gd name="T83" fmla="*/ 688 h 864"/>
              <a:gd name="T84" fmla="*/ 485 w 512"/>
              <a:gd name="T85" fmla="*/ 486 h 8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</a:cxnLst>
            <a:rect l="0" t="0" r="r" b="b"/>
            <a:pathLst>
              <a:path w="512" h="864">
                <a:moveTo>
                  <a:pt x="485" y="486"/>
                </a:moveTo>
                <a:cubicBezTo>
                  <a:pt x="482" y="485"/>
                  <a:pt x="480" y="484"/>
                  <a:pt x="477" y="483"/>
                </a:cubicBezTo>
                <a:cubicBezTo>
                  <a:pt x="462" y="500"/>
                  <a:pt x="440" y="512"/>
                  <a:pt x="416" y="512"/>
                </a:cubicBezTo>
                <a:cubicBezTo>
                  <a:pt x="372" y="512"/>
                  <a:pt x="336" y="476"/>
                  <a:pt x="336" y="432"/>
                </a:cubicBezTo>
                <a:cubicBezTo>
                  <a:pt x="336" y="388"/>
                  <a:pt x="372" y="353"/>
                  <a:pt x="416" y="353"/>
                </a:cubicBezTo>
                <a:cubicBezTo>
                  <a:pt x="440" y="353"/>
                  <a:pt x="462" y="364"/>
                  <a:pt x="477" y="381"/>
                </a:cubicBezTo>
                <a:cubicBezTo>
                  <a:pt x="480" y="380"/>
                  <a:pt x="482" y="379"/>
                  <a:pt x="485" y="378"/>
                </a:cubicBezTo>
                <a:cubicBezTo>
                  <a:pt x="488" y="310"/>
                  <a:pt x="497" y="243"/>
                  <a:pt x="512" y="176"/>
                </a:cubicBezTo>
                <a:cubicBezTo>
                  <a:pt x="512" y="176"/>
                  <a:pt x="512" y="176"/>
                  <a:pt x="512" y="176"/>
                </a:cubicBezTo>
                <a:cubicBezTo>
                  <a:pt x="512" y="176"/>
                  <a:pt x="512" y="176"/>
                  <a:pt x="512" y="176"/>
                </a:cubicBezTo>
                <a:cubicBezTo>
                  <a:pt x="445" y="161"/>
                  <a:pt x="378" y="152"/>
                  <a:pt x="310" y="149"/>
                </a:cubicBezTo>
                <a:cubicBezTo>
                  <a:pt x="309" y="146"/>
                  <a:pt x="308" y="144"/>
                  <a:pt x="307" y="141"/>
                </a:cubicBezTo>
                <a:cubicBezTo>
                  <a:pt x="324" y="126"/>
                  <a:pt x="336" y="104"/>
                  <a:pt x="336" y="80"/>
                </a:cubicBezTo>
                <a:cubicBezTo>
                  <a:pt x="336" y="36"/>
                  <a:pt x="300" y="0"/>
                  <a:pt x="256" y="0"/>
                </a:cubicBezTo>
                <a:cubicBezTo>
                  <a:pt x="212" y="0"/>
                  <a:pt x="177" y="36"/>
                  <a:pt x="177" y="80"/>
                </a:cubicBezTo>
                <a:cubicBezTo>
                  <a:pt x="177" y="104"/>
                  <a:pt x="188" y="126"/>
                  <a:pt x="205" y="141"/>
                </a:cubicBezTo>
                <a:cubicBezTo>
                  <a:pt x="204" y="144"/>
                  <a:pt x="203" y="146"/>
                  <a:pt x="202" y="149"/>
                </a:cubicBezTo>
                <a:cubicBezTo>
                  <a:pt x="134" y="152"/>
                  <a:pt x="67" y="161"/>
                  <a:pt x="0" y="176"/>
                </a:cubicBezTo>
                <a:cubicBezTo>
                  <a:pt x="0" y="176"/>
                  <a:pt x="0" y="176"/>
                  <a:pt x="0" y="176"/>
                </a:cubicBezTo>
                <a:cubicBezTo>
                  <a:pt x="0" y="176"/>
                  <a:pt x="0" y="176"/>
                  <a:pt x="0" y="176"/>
                </a:cubicBezTo>
                <a:cubicBezTo>
                  <a:pt x="15" y="243"/>
                  <a:pt x="24" y="310"/>
                  <a:pt x="27" y="378"/>
                </a:cubicBezTo>
                <a:cubicBezTo>
                  <a:pt x="30" y="379"/>
                  <a:pt x="32" y="380"/>
                  <a:pt x="35" y="381"/>
                </a:cubicBezTo>
                <a:cubicBezTo>
                  <a:pt x="50" y="364"/>
                  <a:pt x="72" y="353"/>
                  <a:pt x="96" y="353"/>
                </a:cubicBezTo>
                <a:cubicBezTo>
                  <a:pt x="140" y="353"/>
                  <a:pt x="176" y="388"/>
                  <a:pt x="176" y="432"/>
                </a:cubicBezTo>
                <a:cubicBezTo>
                  <a:pt x="176" y="476"/>
                  <a:pt x="140" y="512"/>
                  <a:pt x="96" y="512"/>
                </a:cubicBezTo>
                <a:cubicBezTo>
                  <a:pt x="72" y="512"/>
                  <a:pt x="50" y="500"/>
                  <a:pt x="35" y="483"/>
                </a:cubicBezTo>
                <a:cubicBezTo>
                  <a:pt x="32" y="484"/>
                  <a:pt x="30" y="485"/>
                  <a:pt x="27" y="486"/>
                </a:cubicBezTo>
                <a:cubicBezTo>
                  <a:pt x="24" y="554"/>
                  <a:pt x="15" y="621"/>
                  <a:pt x="0" y="688"/>
                </a:cubicBezTo>
                <a:cubicBezTo>
                  <a:pt x="0" y="688"/>
                  <a:pt x="0" y="688"/>
                  <a:pt x="0" y="688"/>
                </a:cubicBezTo>
                <a:cubicBezTo>
                  <a:pt x="0" y="688"/>
                  <a:pt x="0" y="688"/>
                  <a:pt x="0" y="688"/>
                </a:cubicBezTo>
                <a:cubicBezTo>
                  <a:pt x="0" y="688"/>
                  <a:pt x="0" y="688"/>
                  <a:pt x="0" y="688"/>
                </a:cubicBezTo>
                <a:cubicBezTo>
                  <a:pt x="67" y="703"/>
                  <a:pt x="134" y="712"/>
                  <a:pt x="202" y="715"/>
                </a:cubicBezTo>
                <a:cubicBezTo>
                  <a:pt x="203" y="718"/>
                  <a:pt x="204" y="720"/>
                  <a:pt x="205" y="723"/>
                </a:cubicBezTo>
                <a:cubicBezTo>
                  <a:pt x="188" y="738"/>
                  <a:pt x="177" y="760"/>
                  <a:pt x="177" y="784"/>
                </a:cubicBezTo>
                <a:cubicBezTo>
                  <a:pt x="177" y="828"/>
                  <a:pt x="212" y="864"/>
                  <a:pt x="256" y="864"/>
                </a:cubicBezTo>
                <a:cubicBezTo>
                  <a:pt x="300" y="864"/>
                  <a:pt x="336" y="828"/>
                  <a:pt x="336" y="784"/>
                </a:cubicBezTo>
                <a:cubicBezTo>
                  <a:pt x="336" y="760"/>
                  <a:pt x="324" y="738"/>
                  <a:pt x="307" y="723"/>
                </a:cubicBezTo>
                <a:cubicBezTo>
                  <a:pt x="308" y="720"/>
                  <a:pt x="309" y="718"/>
                  <a:pt x="310" y="715"/>
                </a:cubicBezTo>
                <a:cubicBezTo>
                  <a:pt x="378" y="712"/>
                  <a:pt x="445" y="703"/>
                  <a:pt x="512" y="688"/>
                </a:cubicBezTo>
                <a:cubicBezTo>
                  <a:pt x="512" y="688"/>
                  <a:pt x="512" y="688"/>
                  <a:pt x="512" y="688"/>
                </a:cubicBezTo>
                <a:cubicBezTo>
                  <a:pt x="512" y="688"/>
                  <a:pt x="512" y="688"/>
                  <a:pt x="512" y="688"/>
                </a:cubicBezTo>
                <a:cubicBezTo>
                  <a:pt x="512" y="688"/>
                  <a:pt x="512" y="688"/>
                  <a:pt x="512" y="688"/>
                </a:cubicBezTo>
                <a:cubicBezTo>
                  <a:pt x="497" y="621"/>
                  <a:pt x="488" y="554"/>
                  <a:pt x="485" y="486"/>
                </a:cubicBezTo>
                <a:close/>
              </a:path>
            </a:pathLst>
          </a:custGeom>
          <a:solidFill>
            <a:srgbClr val="1B2932"/>
          </a:solidFill>
          <a:ln>
            <a:noFill/>
          </a:ln>
        </p:spPr>
        <p:txBody>
          <a:bodyPr anchor="t" anchorCtr="0" bIns="45720" compatLnSpc="1" lIns="91440" numCol="1" rIns="91440" tIns="45720" vert="horz" wrap="square"/>
          <a:p>
            <a:endParaRPr lang="en-US">
              <a:solidFill>
                <a:prstClr val="white"/>
              </a:solidFill>
              <a:ea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1048778" name="Freeform 36"/>
          <p:cNvSpPr/>
          <p:nvPr/>
        </p:nvSpPr>
        <p:spPr bwMode="auto">
          <a:xfrm>
            <a:off x="3000046" y="3080938"/>
            <a:ext cx="1821468" cy="1080049"/>
          </a:xfrm>
          <a:custGeom>
            <a:avLst/>
            <a:gdLst>
              <a:gd name="T0" fmla="*/ 378 w 864"/>
              <a:gd name="T1" fmla="*/ 485 h 512"/>
              <a:gd name="T2" fmla="*/ 381 w 864"/>
              <a:gd name="T3" fmla="*/ 477 h 512"/>
              <a:gd name="T4" fmla="*/ 353 w 864"/>
              <a:gd name="T5" fmla="*/ 416 h 512"/>
              <a:gd name="T6" fmla="*/ 432 w 864"/>
              <a:gd name="T7" fmla="*/ 336 h 512"/>
              <a:gd name="T8" fmla="*/ 512 w 864"/>
              <a:gd name="T9" fmla="*/ 416 h 512"/>
              <a:gd name="T10" fmla="*/ 483 w 864"/>
              <a:gd name="T11" fmla="*/ 477 h 512"/>
              <a:gd name="T12" fmla="*/ 486 w 864"/>
              <a:gd name="T13" fmla="*/ 485 h 512"/>
              <a:gd name="T14" fmla="*/ 688 w 864"/>
              <a:gd name="T15" fmla="*/ 512 h 512"/>
              <a:gd name="T16" fmla="*/ 688 w 864"/>
              <a:gd name="T17" fmla="*/ 512 h 512"/>
              <a:gd name="T18" fmla="*/ 688 w 864"/>
              <a:gd name="T19" fmla="*/ 512 h 512"/>
              <a:gd name="T20" fmla="*/ 715 w 864"/>
              <a:gd name="T21" fmla="*/ 310 h 512"/>
              <a:gd name="T22" fmla="*/ 723 w 864"/>
              <a:gd name="T23" fmla="*/ 307 h 512"/>
              <a:gd name="T24" fmla="*/ 784 w 864"/>
              <a:gd name="T25" fmla="*/ 336 h 512"/>
              <a:gd name="T26" fmla="*/ 864 w 864"/>
              <a:gd name="T27" fmla="*/ 256 h 512"/>
              <a:gd name="T28" fmla="*/ 784 w 864"/>
              <a:gd name="T29" fmla="*/ 177 h 512"/>
              <a:gd name="T30" fmla="*/ 723 w 864"/>
              <a:gd name="T31" fmla="*/ 205 h 512"/>
              <a:gd name="T32" fmla="*/ 715 w 864"/>
              <a:gd name="T33" fmla="*/ 202 h 512"/>
              <a:gd name="T34" fmla="*/ 688 w 864"/>
              <a:gd name="T35" fmla="*/ 0 h 512"/>
              <a:gd name="T36" fmla="*/ 688 w 864"/>
              <a:gd name="T37" fmla="*/ 0 h 512"/>
              <a:gd name="T38" fmla="*/ 688 w 864"/>
              <a:gd name="T39" fmla="*/ 0 h 512"/>
              <a:gd name="T40" fmla="*/ 486 w 864"/>
              <a:gd name="T41" fmla="*/ 27 h 512"/>
              <a:gd name="T42" fmla="*/ 483 w 864"/>
              <a:gd name="T43" fmla="*/ 35 h 512"/>
              <a:gd name="T44" fmla="*/ 512 w 864"/>
              <a:gd name="T45" fmla="*/ 97 h 512"/>
              <a:gd name="T46" fmla="*/ 432 w 864"/>
              <a:gd name="T47" fmla="*/ 176 h 512"/>
              <a:gd name="T48" fmla="*/ 353 w 864"/>
              <a:gd name="T49" fmla="*/ 97 h 512"/>
              <a:gd name="T50" fmla="*/ 381 w 864"/>
              <a:gd name="T51" fmla="*/ 35 h 512"/>
              <a:gd name="T52" fmla="*/ 378 w 864"/>
              <a:gd name="T53" fmla="*/ 27 h 512"/>
              <a:gd name="T54" fmla="*/ 176 w 864"/>
              <a:gd name="T55" fmla="*/ 0 h 512"/>
              <a:gd name="T56" fmla="*/ 176 w 864"/>
              <a:gd name="T57" fmla="*/ 0 h 512"/>
              <a:gd name="T58" fmla="*/ 176 w 864"/>
              <a:gd name="T59" fmla="*/ 0 h 512"/>
              <a:gd name="T60" fmla="*/ 176 w 864"/>
              <a:gd name="T61" fmla="*/ 0 h 512"/>
              <a:gd name="T62" fmla="*/ 149 w 864"/>
              <a:gd name="T63" fmla="*/ 202 h 512"/>
              <a:gd name="T64" fmla="*/ 141 w 864"/>
              <a:gd name="T65" fmla="*/ 205 h 512"/>
              <a:gd name="T66" fmla="*/ 80 w 864"/>
              <a:gd name="T67" fmla="*/ 177 h 512"/>
              <a:gd name="T68" fmla="*/ 0 w 864"/>
              <a:gd name="T69" fmla="*/ 256 h 512"/>
              <a:gd name="T70" fmla="*/ 80 w 864"/>
              <a:gd name="T71" fmla="*/ 336 h 512"/>
              <a:gd name="T72" fmla="*/ 141 w 864"/>
              <a:gd name="T73" fmla="*/ 307 h 512"/>
              <a:gd name="T74" fmla="*/ 149 w 864"/>
              <a:gd name="T75" fmla="*/ 310 h 512"/>
              <a:gd name="T76" fmla="*/ 176 w 864"/>
              <a:gd name="T77" fmla="*/ 512 h 512"/>
              <a:gd name="T78" fmla="*/ 176 w 864"/>
              <a:gd name="T79" fmla="*/ 512 h 512"/>
              <a:gd name="T80" fmla="*/ 176 w 864"/>
              <a:gd name="T81" fmla="*/ 512 h 512"/>
              <a:gd name="T82" fmla="*/ 176 w 864"/>
              <a:gd name="T83" fmla="*/ 512 h 512"/>
              <a:gd name="T84" fmla="*/ 378 w 864"/>
              <a:gd name="T85" fmla="*/ 485 h 5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</a:cxnLst>
            <a:rect l="0" t="0" r="r" b="b"/>
            <a:pathLst>
              <a:path w="864" h="512">
                <a:moveTo>
                  <a:pt x="378" y="485"/>
                </a:moveTo>
                <a:cubicBezTo>
                  <a:pt x="379" y="482"/>
                  <a:pt x="380" y="480"/>
                  <a:pt x="381" y="477"/>
                </a:cubicBezTo>
                <a:cubicBezTo>
                  <a:pt x="364" y="462"/>
                  <a:pt x="353" y="440"/>
                  <a:pt x="353" y="416"/>
                </a:cubicBezTo>
                <a:cubicBezTo>
                  <a:pt x="353" y="372"/>
                  <a:pt x="388" y="336"/>
                  <a:pt x="432" y="336"/>
                </a:cubicBezTo>
                <a:cubicBezTo>
                  <a:pt x="476" y="336"/>
                  <a:pt x="512" y="372"/>
                  <a:pt x="512" y="416"/>
                </a:cubicBezTo>
                <a:cubicBezTo>
                  <a:pt x="512" y="440"/>
                  <a:pt x="500" y="462"/>
                  <a:pt x="483" y="477"/>
                </a:cubicBezTo>
                <a:cubicBezTo>
                  <a:pt x="484" y="480"/>
                  <a:pt x="485" y="482"/>
                  <a:pt x="486" y="485"/>
                </a:cubicBezTo>
                <a:cubicBezTo>
                  <a:pt x="554" y="488"/>
                  <a:pt x="621" y="497"/>
                  <a:pt x="688" y="512"/>
                </a:cubicBezTo>
                <a:cubicBezTo>
                  <a:pt x="688" y="512"/>
                  <a:pt x="688" y="512"/>
                  <a:pt x="688" y="512"/>
                </a:cubicBezTo>
                <a:cubicBezTo>
                  <a:pt x="688" y="512"/>
                  <a:pt x="688" y="512"/>
                  <a:pt x="688" y="512"/>
                </a:cubicBezTo>
                <a:cubicBezTo>
                  <a:pt x="703" y="445"/>
                  <a:pt x="712" y="378"/>
                  <a:pt x="715" y="310"/>
                </a:cubicBezTo>
                <a:cubicBezTo>
                  <a:pt x="718" y="309"/>
                  <a:pt x="720" y="308"/>
                  <a:pt x="723" y="307"/>
                </a:cubicBezTo>
                <a:cubicBezTo>
                  <a:pt x="738" y="324"/>
                  <a:pt x="760" y="336"/>
                  <a:pt x="784" y="336"/>
                </a:cubicBezTo>
                <a:cubicBezTo>
                  <a:pt x="828" y="336"/>
                  <a:pt x="864" y="300"/>
                  <a:pt x="864" y="256"/>
                </a:cubicBezTo>
                <a:cubicBezTo>
                  <a:pt x="864" y="212"/>
                  <a:pt x="828" y="177"/>
                  <a:pt x="784" y="177"/>
                </a:cubicBezTo>
                <a:cubicBezTo>
                  <a:pt x="760" y="177"/>
                  <a:pt x="738" y="188"/>
                  <a:pt x="723" y="205"/>
                </a:cubicBezTo>
                <a:cubicBezTo>
                  <a:pt x="720" y="204"/>
                  <a:pt x="718" y="203"/>
                  <a:pt x="715" y="202"/>
                </a:cubicBezTo>
                <a:cubicBezTo>
                  <a:pt x="712" y="134"/>
                  <a:pt x="703" y="67"/>
                  <a:pt x="688" y="0"/>
                </a:cubicBezTo>
                <a:cubicBezTo>
                  <a:pt x="688" y="0"/>
                  <a:pt x="688" y="0"/>
                  <a:pt x="688" y="0"/>
                </a:cubicBezTo>
                <a:cubicBezTo>
                  <a:pt x="688" y="0"/>
                  <a:pt x="688" y="0"/>
                  <a:pt x="688" y="0"/>
                </a:cubicBezTo>
                <a:cubicBezTo>
                  <a:pt x="621" y="15"/>
                  <a:pt x="554" y="24"/>
                  <a:pt x="486" y="27"/>
                </a:cubicBezTo>
                <a:cubicBezTo>
                  <a:pt x="485" y="30"/>
                  <a:pt x="484" y="33"/>
                  <a:pt x="483" y="35"/>
                </a:cubicBezTo>
                <a:cubicBezTo>
                  <a:pt x="500" y="50"/>
                  <a:pt x="512" y="72"/>
                  <a:pt x="512" y="97"/>
                </a:cubicBezTo>
                <a:cubicBezTo>
                  <a:pt x="512" y="140"/>
                  <a:pt x="476" y="176"/>
                  <a:pt x="432" y="176"/>
                </a:cubicBezTo>
                <a:cubicBezTo>
                  <a:pt x="388" y="176"/>
                  <a:pt x="353" y="140"/>
                  <a:pt x="353" y="97"/>
                </a:cubicBezTo>
                <a:cubicBezTo>
                  <a:pt x="353" y="72"/>
                  <a:pt x="364" y="50"/>
                  <a:pt x="381" y="35"/>
                </a:cubicBezTo>
                <a:cubicBezTo>
                  <a:pt x="380" y="33"/>
                  <a:pt x="379" y="30"/>
                  <a:pt x="378" y="27"/>
                </a:cubicBezTo>
                <a:cubicBezTo>
                  <a:pt x="310" y="24"/>
                  <a:pt x="243" y="15"/>
                  <a:pt x="176" y="0"/>
                </a:cubicBezTo>
                <a:cubicBezTo>
                  <a:pt x="176" y="0"/>
                  <a:pt x="176" y="0"/>
                  <a:pt x="176" y="0"/>
                </a:cubicBezTo>
                <a:cubicBezTo>
                  <a:pt x="176" y="0"/>
                  <a:pt x="176" y="0"/>
                  <a:pt x="176" y="0"/>
                </a:cubicBezTo>
                <a:cubicBezTo>
                  <a:pt x="176" y="0"/>
                  <a:pt x="176" y="0"/>
                  <a:pt x="176" y="0"/>
                </a:cubicBezTo>
                <a:cubicBezTo>
                  <a:pt x="161" y="67"/>
                  <a:pt x="152" y="135"/>
                  <a:pt x="149" y="202"/>
                </a:cubicBezTo>
                <a:cubicBezTo>
                  <a:pt x="146" y="203"/>
                  <a:pt x="144" y="204"/>
                  <a:pt x="141" y="205"/>
                </a:cubicBezTo>
                <a:cubicBezTo>
                  <a:pt x="126" y="188"/>
                  <a:pt x="104" y="177"/>
                  <a:pt x="80" y="177"/>
                </a:cubicBezTo>
                <a:cubicBezTo>
                  <a:pt x="36" y="177"/>
                  <a:pt x="0" y="212"/>
                  <a:pt x="0" y="256"/>
                </a:cubicBezTo>
                <a:cubicBezTo>
                  <a:pt x="0" y="300"/>
                  <a:pt x="36" y="336"/>
                  <a:pt x="80" y="336"/>
                </a:cubicBezTo>
                <a:cubicBezTo>
                  <a:pt x="104" y="336"/>
                  <a:pt x="126" y="324"/>
                  <a:pt x="141" y="307"/>
                </a:cubicBezTo>
                <a:cubicBezTo>
                  <a:pt x="144" y="308"/>
                  <a:pt x="146" y="309"/>
                  <a:pt x="149" y="310"/>
                </a:cubicBezTo>
                <a:cubicBezTo>
                  <a:pt x="152" y="378"/>
                  <a:pt x="161" y="445"/>
                  <a:pt x="176" y="512"/>
                </a:cubicBezTo>
                <a:cubicBezTo>
                  <a:pt x="176" y="512"/>
                  <a:pt x="176" y="512"/>
                  <a:pt x="176" y="512"/>
                </a:cubicBezTo>
                <a:cubicBezTo>
                  <a:pt x="176" y="512"/>
                  <a:pt x="176" y="512"/>
                  <a:pt x="176" y="512"/>
                </a:cubicBezTo>
                <a:cubicBezTo>
                  <a:pt x="176" y="512"/>
                  <a:pt x="176" y="512"/>
                  <a:pt x="176" y="512"/>
                </a:cubicBezTo>
                <a:cubicBezTo>
                  <a:pt x="243" y="497"/>
                  <a:pt x="310" y="488"/>
                  <a:pt x="378" y="485"/>
                </a:cubicBezTo>
                <a:close/>
              </a:path>
            </a:pathLst>
          </a:custGeom>
          <a:solidFill>
            <a:srgbClr val="5CBFBC"/>
          </a:solidFill>
          <a:ln>
            <a:noFill/>
          </a:ln>
        </p:spPr>
        <p:txBody>
          <a:bodyPr anchor="t" anchorCtr="0" bIns="45720" compatLnSpc="1" lIns="91440" numCol="1" rIns="91440" tIns="45720" vert="horz" wrap="square"/>
          <a:p>
            <a:endParaRPr lang="en-US">
              <a:solidFill>
                <a:prstClr val="white"/>
              </a:solidFill>
              <a:ea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1048779" name="Freeform 37"/>
          <p:cNvSpPr/>
          <p:nvPr/>
        </p:nvSpPr>
        <p:spPr bwMode="auto">
          <a:xfrm>
            <a:off x="5158361" y="3080938"/>
            <a:ext cx="1821468" cy="1080049"/>
          </a:xfrm>
          <a:custGeom>
            <a:avLst/>
            <a:gdLst>
              <a:gd name="T0" fmla="*/ 378 w 864"/>
              <a:gd name="T1" fmla="*/ 485 h 512"/>
              <a:gd name="T2" fmla="*/ 381 w 864"/>
              <a:gd name="T3" fmla="*/ 477 h 512"/>
              <a:gd name="T4" fmla="*/ 352 w 864"/>
              <a:gd name="T5" fmla="*/ 416 h 512"/>
              <a:gd name="T6" fmla="*/ 432 w 864"/>
              <a:gd name="T7" fmla="*/ 336 h 512"/>
              <a:gd name="T8" fmla="*/ 511 w 864"/>
              <a:gd name="T9" fmla="*/ 416 h 512"/>
              <a:gd name="T10" fmla="*/ 483 w 864"/>
              <a:gd name="T11" fmla="*/ 477 h 512"/>
              <a:gd name="T12" fmla="*/ 486 w 864"/>
              <a:gd name="T13" fmla="*/ 485 h 512"/>
              <a:gd name="T14" fmla="*/ 688 w 864"/>
              <a:gd name="T15" fmla="*/ 512 h 512"/>
              <a:gd name="T16" fmla="*/ 688 w 864"/>
              <a:gd name="T17" fmla="*/ 512 h 512"/>
              <a:gd name="T18" fmla="*/ 688 w 864"/>
              <a:gd name="T19" fmla="*/ 512 h 512"/>
              <a:gd name="T20" fmla="*/ 715 w 864"/>
              <a:gd name="T21" fmla="*/ 310 h 512"/>
              <a:gd name="T22" fmla="*/ 723 w 864"/>
              <a:gd name="T23" fmla="*/ 307 h 512"/>
              <a:gd name="T24" fmla="*/ 784 w 864"/>
              <a:gd name="T25" fmla="*/ 336 h 512"/>
              <a:gd name="T26" fmla="*/ 864 w 864"/>
              <a:gd name="T27" fmla="*/ 256 h 512"/>
              <a:gd name="T28" fmla="*/ 784 w 864"/>
              <a:gd name="T29" fmla="*/ 177 h 512"/>
              <a:gd name="T30" fmla="*/ 723 w 864"/>
              <a:gd name="T31" fmla="*/ 205 h 512"/>
              <a:gd name="T32" fmla="*/ 715 w 864"/>
              <a:gd name="T33" fmla="*/ 202 h 512"/>
              <a:gd name="T34" fmla="*/ 688 w 864"/>
              <a:gd name="T35" fmla="*/ 0 h 512"/>
              <a:gd name="T36" fmla="*/ 688 w 864"/>
              <a:gd name="T37" fmla="*/ 0 h 512"/>
              <a:gd name="T38" fmla="*/ 688 w 864"/>
              <a:gd name="T39" fmla="*/ 0 h 512"/>
              <a:gd name="T40" fmla="*/ 486 w 864"/>
              <a:gd name="T41" fmla="*/ 27 h 512"/>
              <a:gd name="T42" fmla="*/ 483 w 864"/>
              <a:gd name="T43" fmla="*/ 35 h 512"/>
              <a:gd name="T44" fmla="*/ 511 w 864"/>
              <a:gd name="T45" fmla="*/ 97 h 512"/>
              <a:gd name="T46" fmla="*/ 432 w 864"/>
              <a:gd name="T47" fmla="*/ 176 h 512"/>
              <a:gd name="T48" fmla="*/ 352 w 864"/>
              <a:gd name="T49" fmla="*/ 97 h 512"/>
              <a:gd name="T50" fmla="*/ 381 w 864"/>
              <a:gd name="T51" fmla="*/ 35 h 512"/>
              <a:gd name="T52" fmla="*/ 378 w 864"/>
              <a:gd name="T53" fmla="*/ 27 h 512"/>
              <a:gd name="T54" fmla="*/ 176 w 864"/>
              <a:gd name="T55" fmla="*/ 0 h 512"/>
              <a:gd name="T56" fmla="*/ 176 w 864"/>
              <a:gd name="T57" fmla="*/ 0 h 512"/>
              <a:gd name="T58" fmla="*/ 176 w 864"/>
              <a:gd name="T59" fmla="*/ 0 h 512"/>
              <a:gd name="T60" fmla="*/ 176 w 864"/>
              <a:gd name="T61" fmla="*/ 0 h 512"/>
              <a:gd name="T62" fmla="*/ 149 w 864"/>
              <a:gd name="T63" fmla="*/ 202 h 512"/>
              <a:gd name="T64" fmla="*/ 141 w 864"/>
              <a:gd name="T65" fmla="*/ 205 h 512"/>
              <a:gd name="T66" fmla="*/ 80 w 864"/>
              <a:gd name="T67" fmla="*/ 177 h 512"/>
              <a:gd name="T68" fmla="*/ 0 w 864"/>
              <a:gd name="T69" fmla="*/ 256 h 512"/>
              <a:gd name="T70" fmla="*/ 80 w 864"/>
              <a:gd name="T71" fmla="*/ 336 h 512"/>
              <a:gd name="T72" fmla="*/ 141 w 864"/>
              <a:gd name="T73" fmla="*/ 307 h 512"/>
              <a:gd name="T74" fmla="*/ 149 w 864"/>
              <a:gd name="T75" fmla="*/ 310 h 512"/>
              <a:gd name="T76" fmla="*/ 176 w 864"/>
              <a:gd name="T77" fmla="*/ 512 h 512"/>
              <a:gd name="T78" fmla="*/ 176 w 864"/>
              <a:gd name="T79" fmla="*/ 512 h 512"/>
              <a:gd name="T80" fmla="*/ 176 w 864"/>
              <a:gd name="T81" fmla="*/ 512 h 512"/>
              <a:gd name="T82" fmla="*/ 176 w 864"/>
              <a:gd name="T83" fmla="*/ 512 h 512"/>
              <a:gd name="T84" fmla="*/ 378 w 864"/>
              <a:gd name="T85" fmla="*/ 485 h 5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</a:cxnLst>
            <a:rect l="0" t="0" r="r" b="b"/>
            <a:pathLst>
              <a:path w="864" h="512">
                <a:moveTo>
                  <a:pt x="378" y="485"/>
                </a:moveTo>
                <a:cubicBezTo>
                  <a:pt x="379" y="482"/>
                  <a:pt x="380" y="480"/>
                  <a:pt x="381" y="477"/>
                </a:cubicBezTo>
                <a:cubicBezTo>
                  <a:pt x="364" y="462"/>
                  <a:pt x="352" y="440"/>
                  <a:pt x="352" y="416"/>
                </a:cubicBezTo>
                <a:cubicBezTo>
                  <a:pt x="352" y="372"/>
                  <a:pt x="388" y="336"/>
                  <a:pt x="432" y="336"/>
                </a:cubicBezTo>
                <a:cubicBezTo>
                  <a:pt x="476" y="336"/>
                  <a:pt x="511" y="372"/>
                  <a:pt x="511" y="416"/>
                </a:cubicBezTo>
                <a:cubicBezTo>
                  <a:pt x="511" y="440"/>
                  <a:pt x="500" y="462"/>
                  <a:pt x="483" y="477"/>
                </a:cubicBezTo>
                <a:cubicBezTo>
                  <a:pt x="484" y="480"/>
                  <a:pt x="485" y="482"/>
                  <a:pt x="486" y="485"/>
                </a:cubicBezTo>
                <a:cubicBezTo>
                  <a:pt x="554" y="488"/>
                  <a:pt x="621" y="497"/>
                  <a:pt x="688" y="512"/>
                </a:cubicBezTo>
                <a:cubicBezTo>
                  <a:pt x="688" y="512"/>
                  <a:pt x="688" y="512"/>
                  <a:pt x="688" y="512"/>
                </a:cubicBezTo>
                <a:cubicBezTo>
                  <a:pt x="688" y="512"/>
                  <a:pt x="688" y="512"/>
                  <a:pt x="688" y="512"/>
                </a:cubicBezTo>
                <a:cubicBezTo>
                  <a:pt x="703" y="445"/>
                  <a:pt x="712" y="378"/>
                  <a:pt x="715" y="310"/>
                </a:cubicBezTo>
                <a:cubicBezTo>
                  <a:pt x="718" y="309"/>
                  <a:pt x="720" y="308"/>
                  <a:pt x="723" y="307"/>
                </a:cubicBezTo>
                <a:cubicBezTo>
                  <a:pt x="738" y="324"/>
                  <a:pt x="760" y="336"/>
                  <a:pt x="784" y="336"/>
                </a:cubicBezTo>
                <a:cubicBezTo>
                  <a:pt x="828" y="336"/>
                  <a:pt x="864" y="300"/>
                  <a:pt x="864" y="256"/>
                </a:cubicBezTo>
                <a:cubicBezTo>
                  <a:pt x="864" y="212"/>
                  <a:pt x="828" y="177"/>
                  <a:pt x="784" y="177"/>
                </a:cubicBezTo>
                <a:cubicBezTo>
                  <a:pt x="760" y="177"/>
                  <a:pt x="738" y="188"/>
                  <a:pt x="723" y="205"/>
                </a:cubicBezTo>
                <a:cubicBezTo>
                  <a:pt x="720" y="204"/>
                  <a:pt x="718" y="203"/>
                  <a:pt x="715" y="202"/>
                </a:cubicBezTo>
                <a:cubicBezTo>
                  <a:pt x="712" y="134"/>
                  <a:pt x="703" y="67"/>
                  <a:pt x="688" y="0"/>
                </a:cubicBezTo>
                <a:cubicBezTo>
                  <a:pt x="688" y="0"/>
                  <a:pt x="688" y="0"/>
                  <a:pt x="688" y="0"/>
                </a:cubicBezTo>
                <a:cubicBezTo>
                  <a:pt x="688" y="0"/>
                  <a:pt x="688" y="0"/>
                  <a:pt x="688" y="0"/>
                </a:cubicBezTo>
                <a:cubicBezTo>
                  <a:pt x="621" y="15"/>
                  <a:pt x="554" y="24"/>
                  <a:pt x="486" y="27"/>
                </a:cubicBezTo>
                <a:cubicBezTo>
                  <a:pt x="485" y="30"/>
                  <a:pt x="484" y="33"/>
                  <a:pt x="483" y="35"/>
                </a:cubicBezTo>
                <a:cubicBezTo>
                  <a:pt x="500" y="50"/>
                  <a:pt x="511" y="72"/>
                  <a:pt x="511" y="97"/>
                </a:cubicBezTo>
                <a:cubicBezTo>
                  <a:pt x="511" y="140"/>
                  <a:pt x="476" y="176"/>
                  <a:pt x="432" y="176"/>
                </a:cubicBezTo>
                <a:cubicBezTo>
                  <a:pt x="388" y="176"/>
                  <a:pt x="352" y="140"/>
                  <a:pt x="352" y="97"/>
                </a:cubicBezTo>
                <a:cubicBezTo>
                  <a:pt x="352" y="72"/>
                  <a:pt x="364" y="50"/>
                  <a:pt x="381" y="35"/>
                </a:cubicBezTo>
                <a:cubicBezTo>
                  <a:pt x="380" y="33"/>
                  <a:pt x="379" y="30"/>
                  <a:pt x="378" y="27"/>
                </a:cubicBezTo>
                <a:cubicBezTo>
                  <a:pt x="310" y="24"/>
                  <a:pt x="243" y="15"/>
                  <a:pt x="176" y="0"/>
                </a:cubicBezTo>
                <a:cubicBezTo>
                  <a:pt x="176" y="0"/>
                  <a:pt x="176" y="0"/>
                  <a:pt x="176" y="0"/>
                </a:cubicBezTo>
                <a:cubicBezTo>
                  <a:pt x="176" y="0"/>
                  <a:pt x="176" y="0"/>
                  <a:pt x="176" y="0"/>
                </a:cubicBezTo>
                <a:cubicBezTo>
                  <a:pt x="176" y="0"/>
                  <a:pt x="176" y="0"/>
                  <a:pt x="176" y="0"/>
                </a:cubicBezTo>
                <a:cubicBezTo>
                  <a:pt x="161" y="67"/>
                  <a:pt x="152" y="135"/>
                  <a:pt x="149" y="202"/>
                </a:cubicBezTo>
                <a:cubicBezTo>
                  <a:pt x="146" y="203"/>
                  <a:pt x="144" y="204"/>
                  <a:pt x="141" y="205"/>
                </a:cubicBezTo>
                <a:cubicBezTo>
                  <a:pt x="126" y="188"/>
                  <a:pt x="104" y="177"/>
                  <a:pt x="80" y="177"/>
                </a:cubicBezTo>
                <a:cubicBezTo>
                  <a:pt x="36" y="177"/>
                  <a:pt x="0" y="212"/>
                  <a:pt x="0" y="256"/>
                </a:cubicBezTo>
                <a:cubicBezTo>
                  <a:pt x="0" y="300"/>
                  <a:pt x="36" y="336"/>
                  <a:pt x="80" y="336"/>
                </a:cubicBezTo>
                <a:cubicBezTo>
                  <a:pt x="104" y="336"/>
                  <a:pt x="126" y="324"/>
                  <a:pt x="141" y="307"/>
                </a:cubicBezTo>
                <a:cubicBezTo>
                  <a:pt x="144" y="308"/>
                  <a:pt x="146" y="309"/>
                  <a:pt x="149" y="310"/>
                </a:cubicBezTo>
                <a:cubicBezTo>
                  <a:pt x="152" y="378"/>
                  <a:pt x="161" y="445"/>
                  <a:pt x="176" y="512"/>
                </a:cubicBezTo>
                <a:cubicBezTo>
                  <a:pt x="176" y="512"/>
                  <a:pt x="176" y="512"/>
                  <a:pt x="176" y="512"/>
                </a:cubicBezTo>
                <a:cubicBezTo>
                  <a:pt x="176" y="512"/>
                  <a:pt x="176" y="512"/>
                  <a:pt x="176" y="512"/>
                </a:cubicBezTo>
                <a:cubicBezTo>
                  <a:pt x="176" y="512"/>
                  <a:pt x="176" y="512"/>
                  <a:pt x="176" y="512"/>
                </a:cubicBezTo>
                <a:cubicBezTo>
                  <a:pt x="243" y="497"/>
                  <a:pt x="310" y="488"/>
                  <a:pt x="378" y="485"/>
                </a:cubicBezTo>
                <a:close/>
              </a:path>
            </a:pathLst>
          </a:custGeom>
          <a:solidFill>
            <a:srgbClr val="5CBFBC"/>
          </a:solidFill>
          <a:ln>
            <a:noFill/>
          </a:ln>
        </p:spPr>
        <p:txBody>
          <a:bodyPr anchor="t" anchorCtr="0" bIns="45720" compatLnSpc="1" lIns="91440" numCol="1" rIns="91440" tIns="45720" vert="horz" wrap="square"/>
          <a:p>
            <a:endParaRPr lang="en-US">
              <a:solidFill>
                <a:prstClr val="white"/>
              </a:solidFill>
              <a:ea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1048780" name="Freeform 33"/>
          <p:cNvSpPr/>
          <p:nvPr/>
        </p:nvSpPr>
        <p:spPr bwMode="auto">
          <a:xfrm>
            <a:off x="7688276" y="3789831"/>
            <a:ext cx="1079158" cy="1823250"/>
          </a:xfrm>
          <a:custGeom>
            <a:avLst/>
            <a:gdLst>
              <a:gd name="T0" fmla="*/ 485 w 512"/>
              <a:gd name="T1" fmla="*/ 486 h 864"/>
              <a:gd name="T2" fmla="*/ 477 w 512"/>
              <a:gd name="T3" fmla="*/ 483 h 864"/>
              <a:gd name="T4" fmla="*/ 416 w 512"/>
              <a:gd name="T5" fmla="*/ 511 h 864"/>
              <a:gd name="T6" fmla="*/ 336 w 512"/>
              <a:gd name="T7" fmla="*/ 432 h 864"/>
              <a:gd name="T8" fmla="*/ 416 w 512"/>
              <a:gd name="T9" fmla="*/ 352 h 864"/>
              <a:gd name="T10" fmla="*/ 477 w 512"/>
              <a:gd name="T11" fmla="*/ 381 h 864"/>
              <a:gd name="T12" fmla="*/ 485 w 512"/>
              <a:gd name="T13" fmla="*/ 378 h 864"/>
              <a:gd name="T14" fmla="*/ 512 w 512"/>
              <a:gd name="T15" fmla="*/ 176 h 864"/>
              <a:gd name="T16" fmla="*/ 512 w 512"/>
              <a:gd name="T17" fmla="*/ 176 h 864"/>
              <a:gd name="T18" fmla="*/ 512 w 512"/>
              <a:gd name="T19" fmla="*/ 176 h 864"/>
              <a:gd name="T20" fmla="*/ 310 w 512"/>
              <a:gd name="T21" fmla="*/ 149 h 864"/>
              <a:gd name="T22" fmla="*/ 307 w 512"/>
              <a:gd name="T23" fmla="*/ 141 h 864"/>
              <a:gd name="T24" fmla="*/ 335 w 512"/>
              <a:gd name="T25" fmla="*/ 80 h 864"/>
              <a:gd name="T26" fmla="*/ 256 w 512"/>
              <a:gd name="T27" fmla="*/ 0 h 864"/>
              <a:gd name="T28" fmla="*/ 176 w 512"/>
              <a:gd name="T29" fmla="*/ 80 h 864"/>
              <a:gd name="T30" fmla="*/ 205 w 512"/>
              <a:gd name="T31" fmla="*/ 141 h 864"/>
              <a:gd name="T32" fmla="*/ 202 w 512"/>
              <a:gd name="T33" fmla="*/ 149 h 864"/>
              <a:gd name="T34" fmla="*/ 0 w 512"/>
              <a:gd name="T35" fmla="*/ 176 h 864"/>
              <a:gd name="T36" fmla="*/ 0 w 512"/>
              <a:gd name="T37" fmla="*/ 176 h 864"/>
              <a:gd name="T38" fmla="*/ 0 w 512"/>
              <a:gd name="T39" fmla="*/ 176 h 864"/>
              <a:gd name="T40" fmla="*/ 27 w 512"/>
              <a:gd name="T41" fmla="*/ 378 h 864"/>
              <a:gd name="T42" fmla="*/ 35 w 512"/>
              <a:gd name="T43" fmla="*/ 381 h 864"/>
              <a:gd name="T44" fmla="*/ 96 w 512"/>
              <a:gd name="T45" fmla="*/ 352 h 864"/>
              <a:gd name="T46" fmla="*/ 176 w 512"/>
              <a:gd name="T47" fmla="*/ 432 h 864"/>
              <a:gd name="T48" fmla="*/ 96 w 512"/>
              <a:gd name="T49" fmla="*/ 511 h 864"/>
              <a:gd name="T50" fmla="*/ 35 w 512"/>
              <a:gd name="T51" fmla="*/ 483 h 864"/>
              <a:gd name="T52" fmla="*/ 27 w 512"/>
              <a:gd name="T53" fmla="*/ 486 h 864"/>
              <a:gd name="T54" fmla="*/ 0 w 512"/>
              <a:gd name="T55" fmla="*/ 688 h 864"/>
              <a:gd name="T56" fmla="*/ 0 w 512"/>
              <a:gd name="T57" fmla="*/ 688 h 864"/>
              <a:gd name="T58" fmla="*/ 0 w 512"/>
              <a:gd name="T59" fmla="*/ 688 h 864"/>
              <a:gd name="T60" fmla="*/ 0 w 512"/>
              <a:gd name="T61" fmla="*/ 688 h 864"/>
              <a:gd name="T62" fmla="*/ 202 w 512"/>
              <a:gd name="T63" fmla="*/ 715 h 864"/>
              <a:gd name="T64" fmla="*/ 205 w 512"/>
              <a:gd name="T65" fmla="*/ 723 h 864"/>
              <a:gd name="T66" fmla="*/ 176 w 512"/>
              <a:gd name="T67" fmla="*/ 784 h 864"/>
              <a:gd name="T68" fmla="*/ 256 w 512"/>
              <a:gd name="T69" fmla="*/ 864 h 864"/>
              <a:gd name="T70" fmla="*/ 335 w 512"/>
              <a:gd name="T71" fmla="*/ 784 h 864"/>
              <a:gd name="T72" fmla="*/ 307 w 512"/>
              <a:gd name="T73" fmla="*/ 723 h 864"/>
              <a:gd name="T74" fmla="*/ 310 w 512"/>
              <a:gd name="T75" fmla="*/ 715 h 864"/>
              <a:gd name="T76" fmla="*/ 512 w 512"/>
              <a:gd name="T77" fmla="*/ 688 h 864"/>
              <a:gd name="T78" fmla="*/ 512 w 512"/>
              <a:gd name="T79" fmla="*/ 688 h 864"/>
              <a:gd name="T80" fmla="*/ 512 w 512"/>
              <a:gd name="T81" fmla="*/ 688 h 864"/>
              <a:gd name="T82" fmla="*/ 512 w 512"/>
              <a:gd name="T83" fmla="*/ 688 h 864"/>
              <a:gd name="T84" fmla="*/ 485 w 512"/>
              <a:gd name="T85" fmla="*/ 486 h 8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</a:cxnLst>
            <a:rect l="0" t="0" r="r" b="b"/>
            <a:pathLst>
              <a:path w="512" h="864">
                <a:moveTo>
                  <a:pt x="485" y="486"/>
                </a:moveTo>
                <a:cubicBezTo>
                  <a:pt x="482" y="485"/>
                  <a:pt x="480" y="484"/>
                  <a:pt x="477" y="483"/>
                </a:cubicBezTo>
                <a:cubicBezTo>
                  <a:pt x="462" y="500"/>
                  <a:pt x="440" y="511"/>
                  <a:pt x="416" y="511"/>
                </a:cubicBezTo>
                <a:cubicBezTo>
                  <a:pt x="372" y="511"/>
                  <a:pt x="336" y="476"/>
                  <a:pt x="336" y="432"/>
                </a:cubicBezTo>
                <a:cubicBezTo>
                  <a:pt x="336" y="388"/>
                  <a:pt x="372" y="352"/>
                  <a:pt x="416" y="352"/>
                </a:cubicBezTo>
                <a:cubicBezTo>
                  <a:pt x="440" y="352"/>
                  <a:pt x="462" y="364"/>
                  <a:pt x="477" y="381"/>
                </a:cubicBezTo>
                <a:cubicBezTo>
                  <a:pt x="480" y="380"/>
                  <a:pt x="482" y="379"/>
                  <a:pt x="485" y="378"/>
                </a:cubicBezTo>
                <a:cubicBezTo>
                  <a:pt x="488" y="310"/>
                  <a:pt x="497" y="243"/>
                  <a:pt x="512" y="176"/>
                </a:cubicBezTo>
                <a:cubicBezTo>
                  <a:pt x="512" y="176"/>
                  <a:pt x="512" y="176"/>
                  <a:pt x="512" y="176"/>
                </a:cubicBezTo>
                <a:cubicBezTo>
                  <a:pt x="512" y="176"/>
                  <a:pt x="512" y="176"/>
                  <a:pt x="512" y="176"/>
                </a:cubicBezTo>
                <a:cubicBezTo>
                  <a:pt x="445" y="161"/>
                  <a:pt x="378" y="152"/>
                  <a:pt x="310" y="149"/>
                </a:cubicBezTo>
                <a:cubicBezTo>
                  <a:pt x="309" y="146"/>
                  <a:pt x="308" y="144"/>
                  <a:pt x="307" y="141"/>
                </a:cubicBezTo>
                <a:cubicBezTo>
                  <a:pt x="324" y="126"/>
                  <a:pt x="335" y="104"/>
                  <a:pt x="335" y="80"/>
                </a:cubicBezTo>
                <a:cubicBezTo>
                  <a:pt x="335" y="36"/>
                  <a:pt x="300" y="0"/>
                  <a:pt x="256" y="0"/>
                </a:cubicBezTo>
                <a:cubicBezTo>
                  <a:pt x="212" y="0"/>
                  <a:pt x="176" y="36"/>
                  <a:pt x="176" y="80"/>
                </a:cubicBezTo>
                <a:cubicBezTo>
                  <a:pt x="176" y="104"/>
                  <a:pt x="188" y="126"/>
                  <a:pt x="205" y="141"/>
                </a:cubicBezTo>
                <a:cubicBezTo>
                  <a:pt x="204" y="144"/>
                  <a:pt x="203" y="146"/>
                  <a:pt x="202" y="149"/>
                </a:cubicBezTo>
                <a:cubicBezTo>
                  <a:pt x="134" y="152"/>
                  <a:pt x="67" y="161"/>
                  <a:pt x="0" y="176"/>
                </a:cubicBezTo>
                <a:cubicBezTo>
                  <a:pt x="0" y="176"/>
                  <a:pt x="0" y="176"/>
                  <a:pt x="0" y="176"/>
                </a:cubicBezTo>
                <a:cubicBezTo>
                  <a:pt x="0" y="176"/>
                  <a:pt x="0" y="176"/>
                  <a:pt x="0" y="176"/>
                </a:cubicBezTo>
                <a:cubicBezTo>
                  <a:pt x="15" y="243"/>
                  <a:pt x="24" y="310"/>
                  <a:pt x="27" y="378"/>
                </a:cubicBezTo>
                <a:cubicBezTo>
                  <a:pt x="30" y="379"/>
                  <a:pt x="32" y="380"/>
                  <a:pt x="35" y="381"/>
                </a:cubicBezTo>
                <a:cubicBezTo>
                  <a:pt x="50" y="364"/>
                  <a:pt x="72" y="352"/>
                  <a:pt x="96" y="352"/>
                </a:cubicBezTo>
                <a:cubicBezTo>
                  <a:pt x="140" y="352"/>
                  <a:pt x="176" y="388"/>
                  <a:pt x="176" y="432"/>
                </a:cubicBezTo>
                <a:cubicBezTo>
                  <a:pt x="176" y="476"/>
                  <a:pt x="140" y="511"/>
                  <a:pt x="96" y="511"/>
                </a:cubicBezTo>
                <a:cubicBezTo>
                  <a:pt x="72" y="511"/>
                  <a:pt x="50" y="500"/>
                  <a:pt x="35" y="483"/>
                </a:cubicBezTo>
                <a:cubicBezTo>
                  <a:pt x="32" y="484"/>
                  <a:pt x="30" y="485"/>
                  <a:pt x="27" y="486"/>
                </a:cubicBezTo>
                <a:cubicBezTo>
                  <a:pt x="24" y="554"/>
                  <a:pt x="15" y="621"/>
                  <a:pt x="0" y="688"/>
                </a:cubicBezTo>
                <a:cubicBezTo>
                  <a:pt x="0" y="688"/>
                  <a:pt x="0" y="688"/>
                  <a:pt x="0" y="688"/>
                </a:cubicBezTo>
                <a:cubicBezTo>
                  <a:pt x="0" y="688"/>
                  <a:pt x="0" y="688"/>
                  <a:pt x="0" y="688"/>
                </a:cubicBezTo>
                <a:cubicBezTo>
                  <a:pt x="0" y="688"/>
                  <a:pt x="0" y="688"/>
                  <a:pt x="0" y="688"/>
                </a:cubicBezTo>
                <a:cubicBezTo>
                  <a:pt x="67" y="703"/>
                  <a:pt x="134" y="712"/>
                  <a:pt x="202" y="715"/>
                </a:cubicBezTo>
                <a:cubicBezTo>
                  <a:pt x="203" y="718"/>
                  <a:pt x="204" y="720"/>
                  <a:pt x="205" y="723"/>
                </a:cubicBezTo>
                <a:cubicBezTo>
                  <a:pt x="188" y="738"/>
                  <a:pt x="176" y="760"/>
                  <a:pt x="176" y="784"/>
                </a:cubicBezTo>
                <a:cubicBezTo>
                  <a:pt x="176" y="828"/>
                  <a:pt x="212" y="864"/>
                  <a:pt x="256" y="864"/>
                </a:cubicBezTo>
                <a:cubicBezTo>
                  <a:pt x="300" y="864"/>
                  <a:pt x="335" y="828"/>
                  <a:pt x="335" y="784"/>
                </a:cubicBezTo>
                <a:cubicBezTo>
                  <a:pt x="335" y="760"/>
                  <a:pt x="324" y="738"/>
                  <a:pt x="307" y="723"/>
                </a:cubicBezTo>
                <a:cubicBezTo>
                  <a:pt x="308" y="720"/>
                  <a:pt x="309" y="718"/>
                  <a:pt x="310" y="715"/>
                </a:cubicBezTo>
                <a:cubicBezTo>
                  <a:pt x="378" y="712"/>
                  <a:pt x="445" y="703"/>
                  <a:pt x="512" y="688"/>
                </a:cubicBezTo>
                <a:cubicBezTo>
                  <a:pt x="512" y="688"/>
                  <a:pt x="512" y="688"/>
                  <a:pt x="512" y="688"/>
                </a:cubicBezTo>
                <a:cubicBezTo>
                  <a:pt x="512" y="688"/>
                  <a:pt x="512" y="688"/>
                  <a:pt x="512" y="688"/>
                </a:cubicBezTo>
                <a:cubicBezTo>
                  <a:pt x="512" y="688"/>
                  <a:pt x="512" y="688"/>
                  <a:pt x="512" y="688"/>
                </a:cubicBezTo>
                <a:cubicBezTo>
                  <a:pt x="497" y="621"/>
                  <a:pt x="488" y="554"/>
                  <a:pt x="485" y="486"/>
                </a:cubicBezTo>
                <a:close/>
              </a:path>
            </a:pathLst>
          </a:custGeom>
          <a:solidFill>
            <a:srgbClr val="1B2932"/>
          </a:solidFill>
          <a:ln>
            <a:noFill/>
          </a:ln>
        </p:spPr>
        <p:txBody>
          <a:bodyPr anchor="t" anchorCtr="0" bIns="45720" compatLnSpc="1" lIns="91440" numCol="1" rIns="91440" tIns="45720" vert="horz" wrap="square"/>
          <a:p>
            <a:endParaRPr lang="en-US">
              <a:solidFill>
                <a:prstClr val="white"/>
              </a:solidFill>
              <a:ea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1048781" name="Freeform 34"/>
          <p:cNvSpPr>
            <a:spLocks noChangeArrowheads="1"/>
          </p:cNvSpPr>
          <p:nvPr/>
        </p:nvSpPr>
        <p:spPr bwMode="auto">
          <a:xfrm>
            <a:off x="5983764" y="4551059"/>
            <a:ext cx="170663" cy="300794"/>
          </a:xfrm>
          <a:custGeom>
            <a:avLst/>
            <a:gdLst>
              <a:gd name="T0" fmla="*/ 126553 w 284"/>
              <a:gd name="T1" fmla="*/ 51794 h 497"/>
              <a:gd name="T2" fmla="*/ 126553 w 284"/>
              <a:gd name="T3" fmla="*/ 51794 h 497"/>
              <a:gd name="T4" fmla="*/ 126553 w 284"/>
              <a:gd name="T5" fmla="*/ 27923 h 497"/>
              <a:gd name="T6" fmla="*/ 63500 w 284"/>
              <a:gd name="T7" fmla="*/ 0 h 497"/>
              <a:gd name="T8" fmla="*/ 0 w 284"/>
              <a:gd name="T9" fmla="*/ 27923 h 497"/>
              <a:gd name="T10" fmla="*/ 0 w 284"/>
              <a:gd name="T11" fmla="*/ 51794 h 497"/>
              <a:gd name="T12" fmla="*/ 43377 w 284"/>
              <a:gd name="T13" fmla="*/ 111694 h 497"/>
              <a:gd name="T14" fmla="*/ 0 w 284"/>
              <a:gd name="T15" fmla="*/ 171594 h 497"/>
              <a:gd name="T16" fmla="*/ 0 w 284"/>
              <a:gd name="T17" fmla="*/ 199518 h 497"/>
              <a:gd name="T18" fmla="*/ 63500 w 284"/>
              <a:gd name="T19" fmla="*/ 223388 h 497"/>
              <a:gd name="T20" fmla="*/ 126553 w 284"/>
              <a:gd name="T21" fmla="*/ 199518 h 497"/>
              <a:gd name="T22" fmla="*/ 126553 w 284"/>
              <a:gd name="T23" fmla="*/ 171594 h 497"/>
              <a:gd name="T24" fmla="*/ 83176 w 284"/>
              <a:gd name="T25" fmla="*/ 111694 h 497"/>
              <a:gd name="T26" fmla="*/ 126553 w 284"/>
              <a:gd name="T27" fmla="*/ 51794 h 497"/>
              <a:gd name="T28" fmla="*/ 19676 w 284"/>
              <a:gd name="T29" fmla="*/ 27923 h 497"/>
              <a:gd name="T30" fmla="*/ 19676 w 284"/>
              <a:gd name="T31" fmla="*/ 27923 h 497"/>
              <a:gd name="T32" fmla="*/ 63500 w 284"/>
              <a:gd name="T33" fmla="*/ 15763 h 497"/>
              <a:gd name="T34" fmla="*/ 106877 w 284"/>
              <a:gd name="T35" fmla="*/ 27923 h 497"/>
              <a:gd name="T36" fmla="*/ 110901 w 284"/>
              <a:gd name="T37" fmla="*/ 31977 h 497"/>
              <a:gd name="T38" fmla="*/ 63500 w 284"/>
              <a:gd name="T39" fmla="*/ 43687 h 497"/>
              <a:gd name="T40" fmla="*/ 15651 w 284"/>
              <a:gd name="T41" fmla="*/ 31977 h 497"/>
              <a:gd name="T42" fmla="*/ 19676 w 284"/>
              <a:gd name="T43" fmla="*/ 27923 h 497"/>
              <a:gd name="T44" fmla="*/ 67525 w 284"/>
              <a:gd name="T45" fmla="*/ 111694 h 497"/>
              <a:gd name="T46" fmla="*/ 67525 w 284"/>
              <a:gd name="T47" fmla="*/ 111694 h 497"/>
              <a:gd name="T48" fmla="*/ 91225 w 284"/>
              <a:gd name="T49" fmla="*/ 147724 h 497"/>
              <a:gd name="T50" fmla="*/ 110901 w 284"/>
              <a:gd name="T51" fmla="*/ 171594 h 497"/>
              <a:gd name="T52" fmla="*/ 110901 w 284"/>
              <a:gd name="T53" fmla="*/ 187357 h 497"/>
              <a:gd name="T54" fmla="*/ 67525 w 284"/>
              <a:gd name="T55" fmla="*/ 159434 h 497"/>
              <a:gd name="T56" fmla="*/ 59475 w 284"/>
              <a:gd name="T57" fmla="*/ 159434 h 497"/>
              <a:gd name="T58" fmla="*/ 15651 w 284"/>
              <a:gd name="T59" fmla="*/ 187357 h 497"/>
              <a:gd name="T60" fmla="*/ 15651 w 284"/>
              <a:gd name="T61" fmla="*/ 171594 h 497"/>
              <a:gd name="T62" fmla="*/ 35775 w 284"/>
              <a:gd name="T63" fmla="*/ 147724 h 497"/>
              <a:gd name="T64" fmla="*/ 59475 w 284"/>
              <a:gd name="T65" fmla="*/ 111694 h 497"/>
              <a:gd name="T66" fmla="*/ 35775 w 284"/>
              <a:gd name="T67" fmla="*/ 79717 h 497"/>
              <a:gd name="T68" fmla="*/ 15651 w 284"/>
              <a:gd name="T69" fmla="*/ 51794 h 497"/>
              <a:gd name="T70" fmla="*/ 15651 w 284"/>
              <a:gd name="T71" fmla="*/ 39633 h 497"/>
              <a:gd name="T72" fmla="*/ 63500 w 284"/>
              <a:gd name="T73" fmla="*/ 51794 h 497"/>
              <a:gd name="T74" fmla="*/ 110901 w 284"/>
              <a:gd name="T75" fmla="*/ 39633 h 497"/>
              <a:gd name="T76" fmla="*/ 110901 w 284"/>
              <a:gd name="T77" fmla="*/ 51794 h 497"/>
              <a:gd name="T78" fmla="*/ 91225 w 284"/>
              <a:gd name="T79" fmla="*/ 79717 h 497"/>
              <a:gd name="T80" fmla="*/ 67525 w 284"/>
              <a:gd name="T81" fmla="*/ 111694 h 497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</a:gdLst>
            <a:ahLst/>
            <a:cxnLst>
              <a:cxn ang="T82">
                <a:pos x="T0" y="T1"/>
              </a:cxn>
              <a:cxn ang="T83">
                <a:pos x="T2" y="T3"/>
              </a:cxn>
              <a:cxn ang="T84">
                <a:pos x="T4" y="T5"/>
              </a:cxn>
              <a:cxn ang="T85">
                <a:pos x="T6" y="T7"/>
              </a:cxn>
              <a:cxn ang="T86">
                <a:pos x="T8" y="T9"/>
              </a:cxn>
              <a:cxn ang="T87">
                <a:pos x="T10" y="T11"/>
              </a:cxn>
              <a:cxn ang="T88">
                <a:pos x="T12" y="T13"/>
              </a:cxn>
              <a:cxn ang="T89">
                <a:pos x="T14" y="T15"/>
              </a:cxn>
              <a:cxn ang="T90">
                <a:pos x="T16" y="T17"/>
              </a:cxn>
              <a:cxn ang="T91">
                <a:pos x="T18" y="T19"/>
              </a:cxn>
              <a:cxn ang="T92">
                <a:pos x="T20" y="T21"/>
              </a:cxn>
              <a:cxn ang="T93">
                <a:pos x="T22" y="T23"/>
              </a:cxn>
              <a:cxn ang="T94">
                <a:pos x="T24" y="T25"/>
              </a:cxn>
              <a:cxn ang="T95">
                <a:pos x="T26" y="T27"/>
              </a:cxn>
              <a:cxn ang="T96">
                <a:pos x="T28" y="T29"/>
              </a:cxn>
              <a:cxn ang="T97">
                <a:pos x="T30" y="T31"/>
              </a:cxn>
              <a:cxn ang="T98">
                <a:pos x="T32" y="T33"/>
              </a:cxn>
              <a:cxn ang="T99">
                <a:pos x="T34" y="T35"/>
              </a:cxn>
              <a:cxn ang="T100">
                <a:pos x="T36" y="T37"/>
              </a:cxn>
              <a:cxn ang="T101">
                <a:pos x="T38" y="T39"/>
              </a:cxn>
              <a:cxn ang="T102">
                <a:pos x="T40" y="T41"/>
              </a:cxn>
              <a:cxn ang="T103">
                <a:pos x="T42" y="T43"/>
              </a:cxn>
              <a:cxn ang="T104">
                <a:pos x="T44" y="T45"/>
              </a:cxn>
              <a:cxn ang="T105">
                <a:pos x="T46" y="T47"/>
              </a:cxn>
              <a:cxn ang="T106">
                <a:pos x="T48" y="T49"/>
              </a:cxn>
              <a:cxn ang="T107">
                <a:pos x="T50" y="T51"/>
              </a:cxn>
              <a:cxn ang="T108">
                <a:pos x="T52" y="T53"/>
              </a:cxn>
              <a:cxn ang="T109">
                <a:pos x="T54" y="T55"/>
              </a:cxn>
              <a:cxn ang="T110">
                <a:pos x="T56" y="T57"/>
              </a:cxn>
              <a:cxn ang="T111">
                <a:pos x="T58" y="T59"/>
              </a:cxn>
              <a:cxn ang="T112">
                <a:pos x="T60" y="T61"/>
              </a:cxn>
              <a:cxn ang="T113">
                <a:pos x="T62" y="T63"/>
              </a:cxn>
              <a:cxn ang="T114">
                <a:pos x="T64" y="T65"/>
              </a:cxn>
              <a:cxn ang="T115">
                <a:pos x="T66" y="T67"/>
              </a:cxn>
              <a:cxn ang="T116">
                <a:pos x="T68" y="T69"/>
              </a:cxn>
              <a:cxn ang="T117">
                <a:pos x="T70" y="T71"/>
              </a:cxn>
              <a:cxn ang="T118">
                <a:pos x="T72" y="T73"/>
              </a:cxn>
              <a:cxn ang="T119">
                <a:pos x="T74" y="T75"/>
              </a:cxn>
              <a:cxn ang="T120">
                <a:pos x="T76" y="T77"/>
              </a:cxn>
              <a:cxn ang="T121">
                <a:pos x="T78" y="T79"/>
              </a:cxn>
              <a:cxn ang="T122">
                <a:pos x="T80" y="T81"/>
              </a:cxn>
            </a:cxnLst>
            <a:rect l="0" t="0" r="r" b="b"/>
            <a:pathLst>
              <a:path w="284" h="497">
                <a:moveTo>
                  <a:pt x="283" y="115"/>
                </a:moveTo>
                <a:lnTo>
                  <a:pt x="283" y="115"/>
                </a:lnTo>
                <a:cubicBezTo>
                  <a:pt x="283" y="62"/>
                  <a:pt x="283" y="62"/>
                  <a:pt x="283" y="62"/>
                </a:cubicBezTo>
                <a:cubicBezTo>
                  <a:pt x="283" y="35"/>
                  <a:pt x="221" y="0"/>
                  <a:pt x="142" y="0"/>
                </a:cubicBezTo>
                <a:cubicBezTo>
                  <a:pt x="61" y="0"/>
                  <a:pt x="0" y="35"/>
                  <a:pt x="0" y="62"/>
                </a:cubicBezTo>
                <a:cubicBezTo>
                  <a:pt x="0" y="62"/>
                  <a:pt x="0" y="62"/>
                  <a:pt x="0" y="115"/>
                </a:cubicBezTo>
                <a:cubicBezTo>
                  <a:pt x="0" y="168"/>
                  <a:pt x="97" y="213"/>
                  <a:pt x="97" y="248"/>
                </a:cubicBezTo>
                <a:cubicBezTo>
                  <a:pt x="97" y="292"/>
                  <a:pt x="0" y="328"/>
                  <a:pt x="0" y="381"/>
                </a:cubicBezTo>
                <a:cubicBezTo>
                  <a:pt x="0" y="434"/>
                  <a:pt x="0" y="443"/>
                  <a:pt x="0" y="443"/>
                </a:cubicBezTo>
                <a:cubicBezTo>
                  <a:pt x="0" y="460"/>
                  <a:pt x="61" y="496"/>
                  <a:pt x="142" y="496"/>
                </a:cubicBezTo>
                <a:cubicBezTo>
                  <a:pt x="221" y="496"/>
                  <a:pt x="283" y="460"/>
                  <a:pt x="283" y="443"/>
                </a:cubicBezTo>
                <a:cubicBezTo>
                  <a:pt x="283" y="443"/>
                  <a:pt x="283" y="434"/>
                  <a:pt x="283" y="381"/>
                </a:cubicBezTo>
                <a:cubicBezTo>
                  <a:pt x="283" y="328"/>
                  <a:pt x="186" y="292"/>
                  <a:pt x="186" y="248"/>
                </a:cubicBezTo>
                <a:cubicBezTo>
                  <a:pt x="186" y="213"/>
                  <a:pt x="283" y="168"/>
                  <a:pt x="283" y="115"/>
                </a:cubicBezTo>
                <a:close/>
                <a:moveTo>
                  <a:pt x="44" y="62"/>
                </a:moveTo>
                <a:lnTo>
                  <a:pt x="44" y="62"/>
                </a:lnTo>
                <a:cubicBezTo>
                  <a:pt x="61" y="53"/>
                  <a:pt x="88" y="35"/>
                  <a:pt x="142" y="35"/>
                </a:cubicBezTo>
                <a:cubicBezTo>
                  <a:pt x="195" y="35"/>
                  <a:pt x="239" y="62"/>
                  <a:pt x="239" y="62"/>
                </a:cubicBezTo>
                <a:cubicBezTo>
                  <a:pt x="248" y="62"/>
                  <a:pt x="257" y="71"/>
                  <a:pt x="248" y="71"/>
                </a:cubicBezTo>
                <a:cubicBezTo>
                  <a:pt x="230" y="88"/>
                  <a:pt x="186" y="97"/>
                  <a:pt x="142" y="97"/>
                </a:cubicBezTo>
                <a:cubicBezTo>
                  <a:pt x="97" y="97"/>
                  <a:pt x="53" y="88"/>
                  <a:pt x="35" y="71"/>
                </a:cubicBezTo>
                <a:cubicBezTo>
                  <a:pt x="26" y="71"/>
                  <a:pt x="44" y="62"/>
                  <a:pt x="44" y="62"/>
                </a:cubicBezTo>
                <a:close/>
                <a:moveTo>
                  <a:pt x="151" y="248"/>
                </a:moveTo>
                <a:lnTo>
                  <a:pt x="151" y="248"/>
                </a:lnTo>
                <a:cubicBezTo>
                  <a:pt x="151" y="283"/>
                  <a:pt x="177" y="301"/>
                  <a:pt x="204" y="328"/>
                </a:cubicBezTo>
                <a:cubicBezTo>
                  <a:pt x="221" y="345"/>
                  <a:pt x="248" y="372"/>
                  <a:pt x="248" y="381"/>
                </a:cubicBezTo>
                <a:cubicBezTo>
                  <a:pt x="248" y="416"/>
                  <a:pt x="248" y="416"/>
                  <a:pt x="248" y="416"/>
                </a:cubicBezTo>
                <a:cubicBezTo>
                  <a:pt x="230" y="407"/>
                  <a:pt x="151" y="390"/>
                  <a:pt x="151" y="354"/>
                </a:cubicBezTo>
                <a:cubicBezTo>
                  <a:pt x="151" y="337"/>
                  <a:pt x="133" y="337"/>
                  <a:pt x="133" y="354"/>
                </a:cubicBezTo>
                <a:cubicBezTo>
                  <a:pt x="133" y="390"/>
                  <a:pt x="61" y="407"/>
                  <a:pt x="35" y="416"/>
                </a:cubicBezTo>
                <a:cubicBezTo>
                  <a:pt x="35" y="381"/>
                  <a:pt x="35" y="381"/>
                  <a:pt x="35" y="381"/>
                </a:cubicBezTo>
                <a:cubicBezTo>
                  <a:pt x="35" y="372"/>
                  <a:pt x="61" y="345"/>
                  <a:pt x="80" y="328"/>
                </a:cubicBezTo>
                <a:cubicBezTo>
                  <a:pt x="106" y="301"/>
                  <a:pt x="133" y="283"/>
                  <a:pt x="133" y="248"/>
                </a:cubicBezTo>
                <a:cubicBezTo>
                  <a:pt x="133" y="222"/>
                  <a:pt x="106" y="203"/>
                  <a:pt x="80" y="177"/>
                </a:cubicBezTo>
                <a:cubicBezTo>
                  <a:pt x="61" y="159"/>
                  <a:pt x="35" y="132"/>
                  <a:pt x="35" y="115"/>
                </a:cubicBezTo>
                <a:cubicBezTo>
                  <a:pt x="35" y="88"/>
                  <a:pt x="35" y="88"/>
                  <a:pt x="35" y="88"/>
                </a:cubicBezTo>
                <a:cubicBezTo>
                  <a:pt x="61" y="106"/>
                  <a:pt x="97" y="115"/>
                  <a:pt x="142" y="115"/>
                </a:cubicBezTo>
                <a:cubicBezTo>
                  <a:pt x="186" y="115"/>
                  <a:pt x="230" y="106"/>
                  <a:pt x="248" y="88"/>
                </a:cubicBezTo>
                <a:cubicBezTo>
                  <a:pt x="248" y="115"/>
                  <a:pt x="248" y="115"/>
                  <a:pt x="248" y="115"/>
                </a:cubicBezTo>
                <a:cubicBezTo>
                  <a:pt x="248" y="132"/>
                  <a:pt x="221" y="159"/>
                  <a:pt x="204" y="177"/>
                </a:cubicBezTo>
                <a:cubicBezTo>
                  <a:pt x="177" y="203"/>
                  <a:pt x="151" y="222"/>
                  <a:pt x="151" y="248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anchor="ctr" bIns="17145" lIns="34290" rIns="34290" tIns="17145" wrap="none"/>
          <a:p>
            <a:endParaRPr lang="en-US">
              <a:solidFill>
                <a:prstClr val="white"/>
              </a:solidFill>
              <a:ea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1048782" name="Freeform 90"/>
          <p:cNvSpPr>
            <a:spLocks noChangeArrowheads="1"/>
          </p:cNvSpPr>
          <p:nvPr/>
        </p:nvSpPr>
        <p:spPr bwMode="auto">
          <a:xfrm>
            <a:off x="3761450" y="3547364"/>
            <a:ext cx="298660" cy="147197"/>
          </a:xfrm>
          <a:custGeom>
            <a:avLst/>
            <a:gdLst>
              <a:gd name="T0" fmla="*/ 198151 w 498"/>
              <a:gd name="T1" fmla="*/ 0 h 248"/>
              <a:gd name="T2" fmla="*/ 198151 w 498"/>
              <a:gd name="T3" fmla="*/ 0 h 248"/>
              <a:gd name="T4" fmla="*/ 23653 w 498"/>
              <a:gd name="T5" fmla="*/ 0 h 248"/>
              <a:gd name="T6" fmla="*/ 0 w 498"/>
              <a:gd name="T7" fmla="*/ 23409 h 248"/>
              <a:gd name="T8" fmla="*/ 0 w 498"/>
              <a:gd name="T9" fmla="*/ 89662 h 248"/>
              <a:gd name="T10" fmla="*/ 23653 w 498"/>
              <a:gd name="T11" fmla="*/ 109096 h 248"/>
              <a:gd name="T12" fmla="*/ 198151 w 498"/>
              <a:gd name="T13" fmla="*/ 109096 h 248"/>
              <a:gd name="T14" fmla="*/ 221804 w 498"/>
              <a:gd name="T15" fmla="*/ 89662 h 248"/>
              <a:gd name="T16" fmla="*/ 221804 w 498"/>
              <a:gd name="T17" fmla="*/ 23409 h 248"/>
              <a:gd name="T18" fmla="*/ 198151 w 498"/>
              <a:gd name="T19" fmla="*/ 0 h 248"/>
              <a:gd name="T20" fmla="*/ 198151 w 498"/>
              <a:gd name="T21" fmla="*/ 89662 h 248"/>
              <a:gd name="T22" fmla="*/ 198151 w 498"/>
              <a:gd name="T23" fmla="*/ 89662 h 248"/>
              <a:gd name="T24" fmla="*/ 23653 w 498"/>
              <a:gd name="T25" fmla="*/ 89662 h 248"/>
              <a:gd name="T26" fmla="*/ 23653 w 498"/>
              <a:gd name="T27" fmla="*/ 23409 h 248"/>
              <a:gd name="T28" fmla="*/ 198151 w 498"/>
              <a:gd name="T29" fmla="*/ 23409 h 248"/>
              <a:gd name="T30" fmla="*/ 198151 w 498"/>
              <a:gd name="T31" fmla="*/ 89662 h 248"/>
              <a:gd name="T32" fmla="*/ 190117 w 498"/>
              <a:gd name="T33" fmla="*/ 34893 h 248"/>
              <a:gd name="T34" fmla="*/ 190117 w 498"/>
              <a:gd name="T35" fmla="*/ 34893 h 248"/>
              <a:gd name="T36" fmla="*/ 142365 w 498"/>
              <a:gd name="T37" fmla="*/ 34893 h 248"/>
              <a:gd name="T38" fmla="*/ 142365 w 498"/>
              <a:gd name="T39" fmla="*/ 78178 h 248"/>
              <a:gd name="T40" fmla="*/ 190117 w 498"/>
              <a:gd name="T41" fmla="*/ 78178 h 248"/>
              <a:gd name="T42" fmla="*/ 190117 w 498"/>
              <a:gd name="T43" fmla="*/ 34893 h 248"/>
              <a:gd name="T44" fmla="*/ 79439 w 498"/>
              <a:gd name="T45" fmla="*/ 34893 h 248"/>
              <a:gd name="T46" fmla="*/ 79439 w 498"/>
              <a:gd name="T47" fmla="*/ 34893 h 248"/>
              <a:gd name="T48" fmla="*/ 32133 w 498"/>
              <a:gd name="T49" fmla="*/ 34893 h 248"/>
              <a:gd name="T50" fmla="*/ 32133 w 498"/>
              <a:gd name="T51" fmla="*/ 78178 h 248"/>
              <a:gd name="T52" fmla="*/ 79439 w 498"/>
              <a:gd name="T53" fmla="*/ 78178 h 248"/>
              <a:gd name="T54" fmla="*/ 79439 w 498"/>
              <a:gd name="T55" fmla="*/ 34893 h 248"/>
              <a:gd name="T56" fmla="*/ 134332 w 498"/>
              <a:gd name="T57" fmla="*/ 34893 h 248"/>
              <a:gd name="T58" fmla="*/ 134332 w 498"/>
              <a:gd name="T59" fmla="*/ 34893 h 248"/>
              <a:gd name="T60" fmla="*/ 87026 w 498"/>
              <a:gd name="T61" fmla="*/ 34893 h 248"/>
              <a:gd name="T62" fmla="*/ 87026 w 498"/>
              <a:gd name="T63" fmla="*/ 78178 h 248"/>
              <a:gd name="T64" fmla="*/ 134332 w 498"/>
              <a:gd name="T65" fmla="*/ 78178 h 248"/>
              <a:gd name="T66" fmla="*/ 134332 w 498"/>
              <a:gd name="T67" fmla="*/ 34893 h 248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</a:gdLst>
            <a:ahLst/>
            <a:cxnLst>
              <a:cxn ang="T68">
                <a:pos x="T0" y="T1"/>
              </a:cxn>
              <a:cxn ang="T69">
                <a:pos x="T2" y="T3"/>
              </a:cxn>
              <a:cxn ang="T70">
                <a:pos x="T4" y="T5"/>
              </a:cxn>
              <a:cxn ang="T71">
                <a:pos x="T6" y="T7"/>
              </a:cxn>
              <a:cxn ang="T72">
                <a:pos x="T8" y="T9"/>
              </a:cxn>
              <a:cxn ang="T73">
                <a:pos x="T10" y="T11"/>
              </a:cxn>
              <a:cxn ang="T74">
                <a:pos x="T12" y="T13"/>
              </a:cxn>
              <a:cxn ang="T75">
                <a:pos x="T14" y="T15"/>
              </a:cxn>
              <a:cxn ang="T76">
                <a:pos x="T16" y="T17"/>
              </a:cxn>
              <a:cxn ang="T77">
                <a:pos x="T18" y="T19"/>
              </a:cxn>
              <a:cxn ang="T78">
                <a:pos x="T20" y="T21"/>
              </a:cxn>
              <a:cxn ang="T79">
                <a:pos x="T22" y="T23"/>
              </a:cxn>
              <a:cxn ang="T80">
                <a:pos x="T24" y="T25"/>
              </a:cxn>
              <a:cxn ang="T81">
                <a:pos x="T26" y="T27"/>
              </a:cxn>
              <a:cxn ang="T82">
                <a:pos x="T28" y="T29"/>
              </a:cxn>
              <a:cxn ang="T83">
                <a:pos x="T30" y="T31"/>
              </a:cxn>
              <a:cxn ang="T84">
                <a:pos x="T32" y="T33"/>
              </a:cxn>
              <a:cxn ang="T85">
                <a:pos x="T34" y="T35"/>
              </a:cxn>
              <a:cxn ang="T86">
                <a:pos x="T36" y="T37"/>
              </a:cxn>
              <a:cxn ang="T87">
                <a:pos x="T38" y="T39"/>
              </a:cxn>
              <a:cxn ang="T88">
                <a:pos x="T40" y="T41"/>
              </a:cxn>
              <a:cxn ang="T89">
                <a:pos x="T42" y="T43"/>
              </a:cxn>
              <a:cxn ang="T90">
                <a:pos x="T44" y="T45"/>
              </a:cxn>
              <a:cxn ang="T91">
                <a:pos x="T46" y="T47"/>
              </a:cxn>
              <a:cxn ang="T92">
                <a:pos x="T48" y="T49"/>
              </a:cxn>
              <a:cxn ang="T93">
                <a:pos x="T50" y="T51"/>
              </a:cxn>
              <a:cxn ang="T94">
                <a:pos x="T52" y="T53"/>
              </a:cxn>
              <a:cxn ang="T95">
                <a:pos x="T54" y="T55"/>
              </a:cxn>
              <a:cxn ang="T96">
                <a:pos x="T56" y="T57"/>
              </a:cxn>
              <a:cxn ang="T97">
                <a:pos x="T58" y="T59"/>
              </a:cxn>
              <a:cxn ang="T98">
                <a:pos x="T60" y="T61"/>
              </a:cxn>
              <a:cxn ang="T99">
                <a:pos x="T62" y="T63"/>
              </a:cxn>
              <a:cxn ang="T100">
                <a:pos x="T64" y="T65"/>
              </a:cxn>
              <a:cxn ang="T101">
                <a:pos x="T66" y="T67"/>
              </a:cxn>
            </a:cxnLst>
            <a:rect l="0" t="0" r="r" b="b"/>
            <a:pathLst>
              <a:path w="498" h="248">
                <a:moveTo>
                  <a:pt x="444" y="0"/>
                </a:moveTo>
                <a:lnTo>
                  <a:pt x="444" y="0"/>
                </a:lnTo>
                <a:cubicBezTo>
                  <a:pt x="53" y="0"/>
                  <a:pt x="53" y="0"/>
                  <a:pt x="53" y="0"/>
                </a:cubicBezTo>
                <a:cubicBezTo>
                  <a:pt x="18" y="0"/>
                  <a:pt x="0" y="26"/>
                  <a:pt x="0" y="53"/>
                </a:cubicBezTo>
                <a:cubicBezTo>
                  <a:pt x="0" y="203"/>
                  <a:pt x="0" y="203"/>
                  <a:pt x="0" y="203"/>
                </a:cubicBezTo>
                <a:cubicBezTo>
                  <a:pt x="0" y="230"/>
                  <a:pt x="18" y="247"/>
                  <a:pt x="53" y="247"/>
                </a:cubicBezTo>
                <a:cubicBezTo>
                  <a:pt x="444" y="247"/>
                  <a:pt x="444" y="247"/>
                  <a:pt x="444" y="247"/>
                </a:cubicBezTo>
                <a:cubicBezTo>
                  <a:pt x="470" y="247"/>
                  <a:pt x="497" y="230"/>
                  <a:pt x="497" y="203"/>
                </a:cubicBezTo>
                <a:cubicBezTo>
                  <a:pt x="497" y="53"/>
                  <a:pt x="497" y="53"/>
                  <a:pt x="497" y="53"/>
                </a:cubicBezTo>
                <a:cubicBezTo>
                  <a:pt x="497" y="26"/>
                  <a:pt x="470" y="0"/>
                  <a:pt x="444" y="0"/>
                </a:cubicBezTo>
                <a:close/>
                <a:moveTo>
                  <a:pt x="444" y="203"/>
                </a:moveTo>
                <a:lnTo>
                  <a:pt x="444" y="203"/>
                </a:lnTo>
                <a:cubicBezTo>
                  <a:pt x="53" y="203"/>
                  <a:pt x="53" y="203"/>
                  <a:pt x="53" y="203"/>
                </a:cubicBezTo>
                <a:cubicBezTo>
                  <a:pt x="53" y="53"/>
                  <a:pt x="53" y="53"/>
                  <a:pt x="53" y="53"/>
                </a:cubicBezTo>
                <a:cubicBezTo>
                  <a:pt x="444" y="53"/>
                  <a:pt x="444" y="53"/>
                  <a:pt x="444" y="53"/>
                </a:cubicBezTo>
                <a:lnTo>
                  <a:pt x="444" y="203"/>
                </a:lnTo>
                <a:close/>
                <a:moveTo>
                  <a:pt x="426" y="79"/>
                </a:moveTo>
                <a:lnTo>
                  <a:pt x="426" y="79"/>
                </a:lnTo>
                <a:cubicBezTo>
                  <a:pt x="319" y="79"/>
                  <a:pt x="319" y="79"/>
                  <a:pt x="319" y="79"/>
                </a:cubicBezTo>
                <a:cubicBezTo>
                  <a:pt x="319" y="177"/>
                  <a:pt x="319" y="177"/>
                  <a:pt x="319" y="177"/>
                </a:cubicBezTo>
                <a:cubicBezTo>
                  <a:pt x="426" y="177"/>
                  <a:pt x="426" y="177"/>
                  <a:pt x="426" y="177"/>
                </a:cubicBezTo>
                <a:lnTo>
                  <a:pt x="426" y="79"/>
                </a:lnTo>
                <a:close/>
                <a:moveTo>
                  <a:pt x="178" y="79"/>
                </a:moveTo>
                <a:lnTo>
                  <a:pt x="178" y="79"/>
                </a:lnTo>
                <a:cubicBezTo>
                  <a:pt x="72" y="79"/>
                  <a:pt x="72" y="79"/>
                  <a:pt x="72" y="79"/>
                </a:cubicBezTo>
                <a:cubicBezTo>
                  <a:pt x="72" y="177"/>
                  <a:pt x="72" y="177"/>
                  <a:pt x="72" y="177"/>
                </a:cubicBezTo>
                <a:cubicBezTo>
                  <a:pt x="178" y="177"/>
                  <a:pt x="178" y="177"/>
                  <a:pt x="178" y="177"/>
                </a:cubicBezTo>
                <a:lnTo>
                  <a:pt x="178" y="79"/>
                </a:lnTo>
                <a:close/>
                <a:moveTo>
                  <a:pt x="301" y="79"/>
                </a:moveTo>
                <a:lnTo>
                  <a:pt x="301" y="79"/>
                </a:lnTo>
                <a:cubicBezTo>
                  <a:pt x="195" y="79"/>
                  <a:pt x="195" y="79"/>
                  <a:pt x="195" y="79"/>
                </a:cubicBezTo>
                <a:cubicBezTo>
                  <a:pt x="195" y="177"/>
                  <a:pt x="195" y="177"/>
                  <a:pt x="195" y="177"/>
                </a:cubicBezTo>
                <a:cubicBezTo>
                  <a:pt x="301" y="177"/>
                  <a:pt x="301" y="177"/>
                  <a:pt x="301" y="177"/>
                </a:cubicBezTo>
                <a:lnTo>
                  <a:pt x="301" y="79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anchor="ctr" bIns="17145" lIns="34290" rIns="34290" tIns="17145" wrap="none"/>
          <a:p>
            <a:endParaRPr lang="en-US">
              <a:solidFill>
                <a:prstClr val="white"/>
              </a:solidFill>
              <a:ea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1048783" name="Freeform 100"/>
          <p:cNvSpPr>
            <a:spLocks noChangeArrowheads="1"/>
          </p:cNvSpPr>
          <p:nvPr/>
        </p:nvSpPr>
        <p:spPr bwMode="auto">
          <a:xfrm>
            <a:off x="5918699" y="3523898"/>
            <a:ext cx="300792" cy="194128"/>
          </a:xfrm>
          <a:custGeom>
            <a:avLst/>
            <a:gdLst>
              <a:gd name="T0" fmla="*/ 171249 w 498"/>
              <a:gd name="T1" fmla="*/ 40178 h 320"/>
              <a:gd name="T2" fmla="*/ 171249 w 498"/>
              <a:gd name="T3" fmla="*/ 40178 h 320"/>
              <a:gd name="T4" fmla="*/ 159563 w 498"/>
              <a:gd name="T5" fmla="*/ 40178 h 320"/>
              <a:gd name="T6" fmla="*/ 103828 w 498"/>
              <a:gd name="T7" fmla="*/ 0 h 320"/>
              <a:gd name="T8" fmla="*/ 44048 w 498"/>
              <a:gd name="T9" fmla="*/ 60493 h 320"/>
              <a:gd name="T10" fmla="*/ 44048 w 498"/>
              <a:gd name="T11" fmla="*/ 67717 h 320"/>
              <a:gd name="T12" fmla="*/ 40003 w 498"/>
              <a:gd name="T13" fmla="*/ 67717 h 320"/>
              <a:gd name="T14" fmla="*/ 0 w 498"/>
              <a:gd name="T15" fmla="*/ 108347 h 320"/>
              <a:gd name="T16" fmla="*/ 40003 w 498"/>
              <a:gd name="T17" fmla="*/ 144011 h 320"/>
              <a:gd name="T18" fmla="*/ 171249 w 498"/>
              <a:gd name="T19" fmla="*/ 144011 h 320"/>
              <a:gd name="T20" fmla="*/ 223388 w 498"/>
              <a:gd name="T21" fmla="*/ 92095 h 320"/>
              <a:gd name="T22" fmla="*/ 171249 w 498"/>
              <a:gd name="T23" fmla="*/ 40178 h 320"/>
              <a:gd name="T24" fmla="*/ 127650 w 498"/>
              <a:gd name="T25" fmla="*/ 88032 h 320"/>
              <a:gd name="T26" fmla="*/ 127650 w 498"/>
              <a:gd name="T27" fmla="*/ 88032 h 320"/>
              <a:gd name="T28" fmla="*/ 95738 w 498"/>
              <a:gd name="T29" fmla="*/ 124147 h 320"/>
              <a:gd name="T30" fmla="*/ 87647 w 498"/>
              <a:gd name="T31" fmla="*/ 124147 h 320"/>
              <a:gd name="T32" fmla="*/ 87647 w 498"/>
              <a:gd name="T33" fmla="*/ 120084 h 320"/>
              <a:gd name="T34" fmla="*/ 87647 w 498"/>
              <a:gd name="T35" fmla="*/ 116021 h 320"/>
              <a:gd name="T36" fmla="*/ 99783 w 498"/>
              <a:gd name="T37" fmla="*/ 92095 h 320"/>
              <a:gd name="T38" fmla="*/ 91692 w 498"/>
              <a:gd name="T39" fmla="*/ 88032 h 320"/>
              <a:gd name="T40" fmla="*/ 91692 w 498"/>
              <a:gd name="T41" fmla="*/ 88032 h 320"/>
              <a:gd name="T42" fmla="*/ 83602 w 498"/>
              <a:gd name="T43" fmla="*/ 80357 h 320"/>
              <a:gd name="T44" fmla="*/ 87647 w 498"/>
              <a:gd name="T45" fmla="*/ 72231 h 320"/>
              <a:gd name="T46" fmla="*/ 115964 w 498"/>
              <a:gd name="T47" fmla="*/ 40178 h 320"/>
              <a:gd name="T48" fmla="*/ 123605 w 498"/>
              <a:gd name="T49" fmla="*/ 36116 h 320"/>
              <a:gd name="T50" fmla="*/ 127650 w 498"/>
              <a:gd name="T51" fmla="*/ 40178 h 320"/>
              <a:gd name="T52" fmla="*/ 123605 w 498"/>
              <a:gd name="T53" fmla="*/ 47853 h 320"/>
              <a:gd name="T54" fmla="*/ 111919 w 498"/>
              <a:gd name="T55" fmla="*/ 72231 h 320"/>
              <a:gd name="T56" fmla="*/ 123605 w 498"/>
              <a:gd name="T57" fmla="*/ 76294 h 320"/>
              <a:gd name="T58" fmla="*/ 123605 w 498"/>
              <a:gd name="T59" fmla="*/ 76294 h 320"/>
              <a:gd name="T60" fmla="*/ 131695 w 498"/>
              <a:gd name="T61" fmla="*/ 84420 h 320"/>
              <a:gd name="T62" fmla="*/ 127650 w 498"/>
              <a:gd name="T63" fmla="*/ 88032 h 320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</a:gdLst>
            <a:ahLst/>
            <a:cxnLst>
              <a:cxn ang="T64">
                <a:pos x="T0" y="T1"/>
              </a:cxn>
              <a:cxn ang="T65">
                <a:pos x="T2" y="T3"/>
              </a:cxn>
              <a:cxn ang="T66">
                <a:pos x="T4" y="T5"/>
              </a:cxn>
              <a:cxn ang="T67">
                <a:pos x="T6" y="T7"/>
              </a:cxn>
              <a:cxn ang="T68">
                <a:pos x="T8" y="T9"/>
              </a:cxn>
              <a:cxn ang="T69">
                <a:pos x="T10" y="T11"/>
              </a:cxn>
              <a:cxn ang="T70">
                <a:pos x="T12" y="T13"/>
              </a:cxn>
              <a:cxn ang="T71">
                <a:pos x="T14" y="T15"/>
              </a:cxn>
              <a:cxn ang="T72">
                <a:pos x="T16" y="T17"/>
              </a:cxn>
              <a:cxn ang="T73">
                <a:pos x="T18" y="T19"/>
              </a:cxn>
              <a:cxn ang="T74">
                <a:pos x="T20" y="T21"/>
              </a:cxn>
              <a:cxn ang="T75">
                <a:pos x="T22" y="T23"/>
              </a:cxn>
              <a:cxn ang="T76">
                <a:pos x="T24" y="T25"/>
              </a:cxn>
              <a:cxn ang="T77">
                <a:pos x="T26" y="T27"/>
              </a:cxn>
              <a:cxn ang="T78">
                <a:pos x="T28" y="T29"/>
              </a:cxn>
              <a:cxn ang="T79">
                <a:pos x="T30" y="T31"/>
              </a:cxn>
              <a:cxn ang="T80">
                <a:pos x="T32" y="T33"/>
              </a:cxn>
              <a:cxn ang="T81">
                <a:pos x="T34" y="T35"/>
              </a:cxn>
              <a:cxn ang="T82">
                <a:pos x="T36" y="T37"/>
              </a:cxn>
              <a:cxn ang="T83">
                <a:pos x="T38" y="T39"/>
              </a:cxn>
              <a:cxn ang="T84">
                <a:pos x="T40" y="T41"/>
              </a:cxn>
              <a:cxn ang="T85">
                <a:pos x="T42" y="T43"/>
              </a:cxn>
              <a:cxn ang="T86">
                <a:pos x="T44" y="T45"/>
              </a:cxn>
              <a:cxn ang="T87">
                <a:pos x="T46" y="T47"/>
              </a:cxn>
              <a:cxn ang="T88">
                <a:pos x="T48" y="T49"/>
              </a:cxn>
              <a:cxn ang="T89">
                <a:pos x="T50" y="T51"/>
              </a:cxn>
              <a:cxn ang="T90">
                <a:pos x="T52" y="T53"/>
              </a:cxn>
              <a:cxn ang="T91">
                <a:pos x="T54" y="T55"/>
              </a:cxn>
              <a:cxn ang="T92">
                <a:pos x="T56" y="T57"/>
              </a:cxn>
              <a:cxn ang="T93">
                <a:pos x="T58" y="T59"/>
              </a:cxn>
              <a:cxn ang="T94">
                <a:pos x="T60" y="T61"/>
              </a:cxn>
              <a:cxn ang="T95">
                <a:pos x="T62" y="T63"/>
              </a:cxn>
            </a:cxnLst>
            <a:rect l="0" t="0" r="r" b="b"/>
            <a:pathLst>
              <a:path w="498" h="320">
                <a:moveTo>
                  <a:pt x="381" y="89"/>
                </a:moveTo>
                <a:lnTo>
                  <a:pt x="381" y="89"/>
                </a:lnTo>
                <a:cubicBezTo>
                  <a:pt x="372" y="89"/>
                  <a:pt x="364" y="89"/>
                  <a:pt x="355" y="89"/>
                </a:cubicBezTo>
                <a:cubicBezTo>
                  <a:pt x="337" y="36"/>
                  <a:pt x="293" y="0"/>
                  <a:pt x="231" y="0"/>
                </a:cubicBezTo>
                <a:cubicBezTo>
                  <a:pt x="160" y="0"/>
                  <a:pt x="98" y="62"/>
                  <a:pt x="98" y="134"/>
                </a:cubicBezTo>
                <a:cubicBezTo>
                  <a:pt x="98" y="134"/>
                  <a:pt x="98" y="142"/>
                  <a:pt x="98" y="150"/>
                </a:cubicBezTo>
                <a:cubicBezTo>
                  <a:pt x="98" y="150"/>
                  <a:pt x="98" y="150"/>
                  <a:pt x="89" y="150"/>
                </a:cubicBezTo>
                <a:cubicBezTo>
                  <a:pt x="45" y="150"/>
                  <a:pt x="0" y="187"/>
                  <a:pt x="0" y="240"/>
                </a:cubicBezTo>
                <a:cubicBezTo>
                  <a:pt x="0" y="284"/>
                  <a:pt x="45" y="319"/>
                  <a:pt x="89" y="319"/>
                </a:cubicBezTo>
                <a:cubicBezTo>
                  <a:pt x="381" y="319"/>
                  <a:pt x="381" y="319"/>
                  <a:pt x="381" y="319"/>
                </a:cubicBezTo>
                <a:cubicBezTo>
                  <a:pt x="443" y="319"/>
                  <a:pt x="497" y="275"/>
                  <a:pt x="497" y="204"/>
                </a:cubicBezTo>
                <a:cubicBezTo>
                  <a:pt x="497" y="142"/>
                  <a:pt x="443" y="89"/>
                  <a:pt x="381" y="89"/>
                </a:cubicBezTo>
                <a:close/>
                <a:moveTo>
                  <a:pt x="284" y="195"/>
                </a:moveTo>
                <a:lnTo>
                  <a:pt x="284" y="195"/>
                </a:lnTo>
                <a:cubicBezTo>
                  <a:pt x="266" y="213"/>
                  <a:pt x="222" y="266"/>
                  <a:pt x="213" y="275"/>
                </a:cubicBezTo>
                <a:cubicBezTo>
                  <a:pt x="213" y="275"/>
                  <a:pt x="204" y="284"/>
                  <a:pt x="195" y="275"/>
                </a:cubicBezTo>
                <a:cubicBezTo>
                  <a:pt x="195" y="275"/>
                  <a:pt x="195" y="275"/>
                  <a:pt x="195" y="266"/>
                </a:cubicBezTo>
                <a:lnTo>
                  <a:pt x="195" y="257"/>
                </a:lnTo>
                <a:cubicBezTo>
                  <a:pt x="222" y="204"/>
                  <a:pt x="222" y="204"/>
                  <a:pt x="222" y="204"/>
                </a:cubicBezTo>
                <a:cubicBezTo>
                  <a:pt x="222" y="195"/>
                  <a:pt x="213" y="195"/>
                  <a:pt x="204" y="195"/>
                </a:cubicBezTo>
                <a:cubicBezTo>
                  <a:pt x="195" y="187"/>
                  <a:pt x="186" y="187"/>
                  <a:pt x="186" y="178"/>
                </a:cubicBezTo>
                <a:cubicBezTo>
                  <a:pt x="186" y="169"/>
                  <a:pt x="186" y="169"/>
                  <a:pt x="195" y="160"/>
                </a:cubicBezTo>
                <a:cubicBezTo>
                  <a:pt x="204" y="142"/>
                  <a:pt x="258" y="89"/>
                  <a:pt x="258" y="89"/>
                </a:cubicBezTo>
                <a:cubicBezTo>
                  <a:pt x="266" y="80"/>
                  <a:pt x="266" y="80"/>
                  <a:pt x="275" y="80"/>
                </a:cubicBezTo>
                <a:cubicBezTo>
                  <a:pt x="275" y="89"/>
                  <a:pt x="284" y="89"/>
                  <a:pt x="284" y="89"/>
                </a:cubicBezTo>
                <a:cubicBezTo>
                  <a:pt x="284" y="97"/>
                  <a:pt x="275" y="97"/>
                  <a:pt x="275" y="106"/>
                </a:cubicBezTo>
                <a:cubicBezTo>
                  <a:pt x="249" y="160"/>
                  <a:pt x="249" y="160"/>
                  <a:pt x="249" y="160"/>
                </a:cubicBezTo>
                <a:cubicBezTo>
                  <a:pt x="258" y="160"/>
                  <a:pt x="266" y="169"/>
                  <a:pt x="275" y="169"/>
                </a:cubicBezTo>
                <a:cubicBezTo>
                  <a:pt x="284" y="169"/>
                  <a:pt x="293" y="178"/>
                  <a:pt x="293" y="187"/>
                </a:cubicBezTo>
                <a:lnTo>
                  <a:pt x="284" y="195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anchor="ctr" bIns="17145" lIns="34290" rIns="34290" tIns="17145" wrap="none"/>
          <a:p>
            <a:endParaRPr lang="en-US">
              <a:solidFill>
                <a:prstClr val="white"/>
              </a:solidFill>
              <a:ea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1048784" name="Freeform 101"/>
          <p:cNvSpPr>
            <a:spLocks noChangeArrowheads="1"/>
          </p:cNvSpPr>
          <p:nvPr/>
        </p:nvSpPr>
        <p:spPr bwMode="auto">
          <a:xfrm>
            <a:off x="6997410" y="4586259"/>
            <a:ext cx="300792" cy="230395"/>
          </a:xfrm>
          <a:custGeom>
            <a:avLst/>
            <a:gdLst>
              <a:gd name="T0" fmla="*/ 36030 w 497"/>
              <a:gd name="T1" fmla="*/ 111308 h 382"/>
              <a:gd name="T2" fmla="*/ 36030 w 497"/>
              <a:gd name="T3" fmla="*/ 111308 h 382"/>
              <a:gd name="T4" fmla="*/ 71610 w 497"/>
              <a:gd name="T5" fmla="*/ 147214 h 382"/>
              <a:gd name="T6" fmla="*/ 111693 w 497"/>
              <a:gd name="T7" fmla="*/ 171001 h 382"/>
              <a:gd name="T8" fmla="*/ 151777 w 497"/>
              <a:gd name="T9" fmla="*/ 151253 h 382"/>
              <a:gd name="T10" fmla="*/ 175647 w 497"/>
              <a:gd name="T11" fmla="*/ 115796 h 382"/>
              <a:gd name="T12" fmla="*/ 111693 w 497"/>
              <a:gd name="T13" fmla="*/ 147214 h 382"/>
              <a:gd name="T14" fmla="*/ 36030 w 497"/>
              <a:gd name="T15" fmla="*/ 111308 h 382"/>
              <a:gd name="T16" fmla="*/ 219333 w 497"/>
              <a:gd name="T17" fmla="*/ 55654 h 382"/>
              <a:gd name="T18" fmla="*/ 219333 w 497"/>
              <a:gd name="T19" fmla="*/ 55654 h 382"/>
              <a:gd name="T20" fmla="*/ 123403 w 497"/>
              <a:gd name="T21" fmla="*/ 4039 h 382"/>
              <a:gd name="T22" fmla="*/ 99533 w 497"/>
              <a:gd name="T23" fmla="*/ 4039 h 382"/>
              <a:gd name="T24" fmla="*/ 4053 w 497"/>
              <a:gd name="T25" fmla="*/ 55654 h 382"/>
              <a:gd name="T26" fmla="*/ 4053 w 497"/>
              <a:gd name="T27" fmla="*/ 71812 h 382"/>
              <a:gd name="T28" fmla="*/ 99533 w 497"/>
              <a:gd name="T29" fmla="*/ 123426 h 382"/>
              <a:gd name="T30" fmla="*/ 123403 w 497"/>
              <a:gd name="T31" fmla="*/ 123426 h 382"/>
              <a:gd name="T32" fmla="*/ 183754 w 497"/>
              <a:gd name="T33" fmla="*/ 87520 h 382"/>
              <a:gd name="T34" fmla="*/ 119800 w 497"/>
              <a:gd name="T35" fmla="*/ 71812 h 382"/>
              <a:gd name="T36" fmla="*/ 111693 w 497"/>
              <a:gd name="T37" fmla="*/ 75402 h 382"/>
              <a:gd name="T38" fmla="*/ 91426 w 497"/>
              <a:gd name="T39" fmla="*/ 59693 h 382"/>
              <a:gd name="T40" fmla="*/ 111693 w 497"/>
              <a:gd name="T41" fmla="*/ 48024 h 382"/>
              <a:gd name="T42" fmla="*/ 131960 w 497"/>
              <a:gd name="T43" fmla="*/ 55654 h 382"/>
              <a:gd name="T44" fmla="*/ 199517 w 497"/>
              <a:gd name="T45" fmla="*/ 79441 h 382"/>
              <a:gd name="T46" fmla="*/ 219333 w 497"/>
              <a:gd name="T47" fmla="*/ 71812 h 382"/>
              <a:gd name="T48" fmla="*/ 219333 w 497"/>
              <a:gd name="T49" fmla="*/ 55654 h 382"/>
              <a:gd name="T50" fmla="*/ 191410 w 497"/>
              <a:gd name="T51" fmla="*/ 155292 h 382"/>
              <a:gd name="T52" fmla="*/ 191410 w 497"/>
              <a:gd name="T53" fmla="*/ 155292 h 382"/>
              <a:gd name="T54" fmla="*/ 207623 w 497"/>
              <a:gd name="T55" fmla="*/ 151253 h 382"/>
              <a:gd name="T56" fmla="*/ 199517 w 497"/>
              <a:gd name="T57" fmla="*/ 79441 h 382"/>
              <a:gd name="T58" fmla="*/ 183754 w 497"/>
              <a:gd name="T59" fmla="*/ 87520 h 382"/>
              <a:gd name="T60" fmla="*/ 191410 w 497"/>
              <a:gd name="T61" fmla="*/ 155292 h 382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</a:gdLst>
            <a:ahLst/>
            <a:cxnLst>
              <a:cxn ang="T62">
                <a:pos x="T0" y="T1"/>
              </a:cxn>
              <a:cxn ang="T63">
                <a:pos x="T2" y="T3"/>
              </a:cxn>
              <a:cxn ang="T64">
                <a:pos x="T4" y="T5"/>
              </a:cxn>
              <a:cxn ang="T65">
                <a:pos x="T6" y="T7"/>
              </a:cxn>
              <a:cxn ang="T66">
                <a:pos x="T8" y="T9"/>
              </a:cxn>
              <a:cxn ang="T67">
                <a:pos x="T10" y="T11"/>
              </a:cxn>
              <a:cxn ang="T68">
                <a:pos x="T12" y="T13"/>
              </a:cxn>
              <a:cxn ang="T69">
                <a:pos x="T14" y="T15"/>
              </a:cxn>
              <a:cxn ang="T70">
                <a:pos x="T16" y="T17"/>
              </a:cxn>
              <a:cxn ang="T71">
                <a:pos x="T18" y="T19"/>
              </a:cxn>
              <a:cxn ang="T72">
                <a:pos x="T20" y="T21"/>
              </a:cxn>
              <a:cxn ang="T73">
                <a:pos x="T22" y="T23"/>
              </a:cxn>
              <a:cxn ang="T74">
                <a:pos x="T24" y="T25"/>
              </a:cxn>
              <a:cxn ang="T75">
                <a:pos x="T26" y="T27"/>
              </a:cxn>
              <a:cxn ang="T76">
                <a:pos x="T28" y="T29"/>
              </a:cxn>
              <a:cxn ang="T77">
                <a:pos x="T30" y="T31"/>
              </a:cxn>
              <a:cxn ang="T78">
                <a:pos x="T32" y="T33"/>
              </a:cxn>
              <a:cxn ang="T79">
                <a:pos x="T34" y="T35"/>
              </a:cxn>
              <a:cxn ang="T80">
                <a:pos x="T36" y="T37"/>
              </a:cxn>
              <a:cxn ang="T81">
                <a:pos x="T38" y="T39"/>
              </a:cxn>
              <a:cxn ang="T82">
                <a:pos x="T40" y="T41"/>
              </a:cxn>
              <a:cxn ang="T83">
                <a:pos x="T42" y="T43"/>
              </a:cxn>
              <a:cxn ang="T84">
                <a:pos x="T44" y="T45"/>
              </a:cxn>
              <a:cxn ang="T85">
                <a:pos x="T46" y="T47"/>
              </a:cxn>
              <a:cxn ang="T86">
                <a:pos x="T48" y="T49"/>
              </a:cxn>
              <a:cxn ang="T87">
                <a:pos x="T50" y="T51"/>
              </a:cxn>
              <a:cxn ang="T88">
                <a:pos x="T52" y="T53"/>
              </a:cxn>
              <a:cxn ang="T89">
                <a:pos x="T54" y="T55"/>
              </a:cxn>
              <a:cxn ang="T90">
                <a:pos x="T56" y="T57"/>
              </a:cxn>
              <a:cxn ang="T91">
                <a:pos x="T58" y="T59"/>
              </a:cxn>
              <a:cxn ang="T92">
                <a:pos x="T60" y="T61"/>
              </a:cxn>
            </a:cxnLst>
            <a:rect l="0" t="0" r="r" b="b"/>
            <a:pathLst>
              <a:path w="497" h="382">
                <a:moveTo>
                  <a:pt x="80" y="248"/>
                </a:moveTo>
                <a:lnTo>
                  <a:pt x="80" y="248"/>
                </a:lnTo>
                <a:cubicBezTo>
                  <a:pt x="97" y="293"/>
                  <a:pt x="106" y="311"/>
                  <a:pt x="159" y="328"/>
                </a:cubicBezTo>
                <a:cubicBezTo>
                  <a:pt x="203" y="355"/>
                  <a:pt x="230" y="381"/>
                  <a:pt x="248" y="381"/>
                </a:cubicBezTo>
                <a:cubicBezTo>
                  <a:pt x="266" y="381"/>
                  <a:pt x="293" y="355"/>
                  <a:pt x="337" y="337"/>
                </a:cubicBezTo>
                <a:cubicBezTo>
                  <a:pt x="390" y="311"/>
                  <a:pt x="372" y="311"/>
                  <a:pt x="390" y="258"/>
                </a:cubicBezTo>
                <a:cubicBezTo>
                  <a:pt x="248" y="328"/>
                  <a:pt x="248" y="328"/>
                  <a:pt x="248" y="328"/>
                </a:cubicBezTo>
                <a:lnTo>
                  <a:pt x="80" y="248"/>
                </a:lnTo>
                <a:close/>
                <a:moveTo>
                  <a:pt x="487" y="124"/>
                </a:moveTo>
                <a:lnTo>
                  <a:pt x="487" y="124"/>
                </a:lnTo>
                <a:cubicBezTo>
                  <a:pt x="274" y="9"/>
                  <a:pt x="274" y="9"/>
                  <a:pt x="274" y="9"/>
                </a:cubicBezTo>
                <a:cubicBezTo>
                  <a:pt x="266" y="0"/>
                  <a:pt x="239" y="0"/>
                  <a:pt x="221" y="9"/>
                </a:cubicBezTo>
                <a:cubicBezTo>
                  <a:pt x="9" y="124"/>
                  <a:pt x="9" y="124"/>
                  <a:pt x="9" y="124"/>
                </a:cubicBezTo>
                <a:cubicBezTo>
                  <a:pt x="0" y="133"/>
                  <a:pt x="0" y="142"/>
                  <a:pt x="9" y="160"/>
                </a:cubicBezTo>
                <a:cubicBezTo>
                  <a:pt x="221" y="275"/>
                  <a:pt x="221" y="275"/>
                  <a:pt x="221" y="275"/>
                </a:cubicBezTo>
                <a:cubicBezTo>
                  <a:pt x="239" y="284"/>
                  <a:pt x="266" y="284"/>
                  <a:pt x="274" y="275"/>
                </a:cubicBezTo>
                <a:cubicBezTo>
                  <a:pt x="408" y="195"/>
                  <a:pt x="408" y="195"/>
                  <a:pt x="408" y="195"/>
                </a:cubicBezTo>
                <a:cubicBezTo>
                  <a:pt x="266" y="160"/>
                  <a:pt x="266" y="160"/>
                  <a:pt x="266" y="160"/>
                </a:cubicBezTo>
                <a:cubicBezTo>
                  <a:pt x="257" y="160"/>
                  <a:pt x="257" y="168"/>
                  <a:pt x="248" y="168"/>
                </a:cubicBezTo>
                <a:cubicBezTo>
                  <a:pt x="221" y="168"/>
                  <a:pt x="203" y="151"/>
                  <a:pt x="203" y="133"/>
                </a:cubicBezTo>
                <a:cubicBezTo>
                  <a:pt x="203" y="124"/>
                  <a:pt x="221" y="107"/>
                  <a:pt x="248" y="107"/>
                </a:cubicBezTo>
                <a:cubicBezTo>
                  <a:pt x="266" y="107"/>
                  <a:pt x="284" y="115"/>
                  <a:pt x="293" y="124"/>
                </a:cubicBezTo>
                <a:cubicBezTo>
                  <a:pt x="443" y="177"/>
                  <a:pt x="443" y="177"/>
                  <a:pt x="443" y="177"/>
                </a:cubicBezTo>
                <a:cubicBezTo>
                  <a:pt x="487" y="160"/>
                  <a:pt x="487" y="160"/>
                  <a:pt x="487" y="160"/>
                </a:cubicBezTo>
                <a:cubicBezTo>
                  <a:pt x="496" y="142"/>
                  <a:pt x="496" y="133"/>
                  <a:pt x="487" y="124"/>
                </a:cubicBezTo>
                <a:close/>
                <a:moveTo>
                  <a:pt x="425" y="346"/>
                </a:moveTo>
                <a:lnTo>
                  <a:pt x="425" y="346"/>
                </a:lnTo>
                <a:cubicBezTo>
                  <a:pt x="416" y="355"/>
                  <a:pt x="452" y="364"/>
                  <a:pt x="461" y="337"/>
                </a:cubicBezTo>
                <a:cubicBezTo>
                  <a:pt x="469" y="213"/>
                  <a:pt x="443" y="177"/>
                  <a:pt x="443" y="177"/>
                </a:cubicBezTo>
                <a:cubicBezTo>
                  <a:pt x="408" y="195"/>
                  <a:pt x="408" y="195"/>
                  <a:pt x="408" y="195"/>
                </a:cubicBezTo>
                <a:cubicBezTo>
                  <a:pt x="408" y="195"/>
                  <a:pt x="443" y="222"/>
                  <a:pt x="425" y="346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anchor="ctr" bIns="17145" lIns="34290" rIns="34290" tIns="17145" wrap="none"/>
          <a:p>
            <a:endParaRPr lang="en-US">
              <a:solidFill>
                <a:prstClr val="white"/>
              </a:solidFill>
              <a:ea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1048785" name="Freeform 149"/>
          <p:cNvSpPr>
            <a:spLocks noChangeArrowheads="1"/>
          </p:cNvSpPr>
          <p:nvPr/>
        </p:nvSpPr>
        <p:spPr bwMode="auto">
          <a:xfrm>
            <a:off x="4880074" y="3471632"/>
            <a:ext cx="219727" cy="298660"/>
          </a:xfrm>
          <a:custGeom>
            <a:avLst/>
            <a:gdLst>
              <a:gd name="T0" fmla="*/ 47616 w 364"/>
              <a:gd name="T1" fmla="*/ 213771 h 498"/>
              <a:gd name="T2" fmla="*/ 47616 w 364"/>
              <a:gd name="T3" fmla="*/ 213771 h 498"/>
              <a:gd name="T4" fmla="*/ 79061 w 364"/>
              <a:gd name="T5" fmla="*/ 221804 h 498"/>
              <a:gd name="T6" fmla="*/ 111404 w 364"/>
              <a:gd name="T7" fmla="*/ 213771 h 498"/>
              <a:gd name="T8" fmla="*/ 111404 w 364"/>
              <a:gd name="T9" fmla="*/ 190117 h 498"/>
              <a:gd name="T10" fmla="*/ 47616 w 364"/>
              <a:gd name="T11" fmla="*/ 190117 h 498"/>
              <a:gd name="T12" fmla="*/ 47616 w 364"/>
              <a:gd name="T13" fmla="*/ 213771 h 498"/>
              <a:gd name="T14" fmla="*/ 111404 w 364"/>
              <a:gd name="T15" fmla="*/ 178514 h 498"/>
              <a:gd name="T16" fmla="*/ 111404 w 364"/>
              <a:gd name="T17" fmla="*/ 178514 h 498"/>
              <a:gd name="T18" fmla="*/ 159020 w 364"/>
              <a:gd name="T19" fmla="*/ 67389 h 498"/>
              <a:gd name="T20" fmla="*/ 79061 w 364"/>
              <a:gd name="T21" fmla="*/ 0 h 498"/>
              <a:gd name="T22" fmla="*/ 0 w 364"/>
              <a:gd name="T23" fmla="*/ 67389 h 498"/>
              <a:gd name="T24" fmla="*/ 47616 w 364"/>
              <a:gd name="T25" fmla="*/ 178514 h 498"/>
              <a:gd name="T26" fmla="*/ 111404 w 364"/>
              <a:gd name="T27" fmla="*/ 178514 h 498"/>
              <a:gd name="T28" fmla="*/ 23808 w 364"/>
              <a:gd name="T29" fmla="*/ 67389 h 498"/>
              <a:gd name="T30" fmla="*/ 23808 w 364"/>
              <a:gd name="T31" fmla="*/ 67389 h 498"/>
              <a:gd name="T32" fmla="*/ 79061 w 364"/>
              <a:gd name="T33" fmla="*/ 23653 h 498"/>
              <a:gd name="T34" fmla="*/ 135212 w 364"/>
              <a:gd name="T35" fmla="*/ 67389 h 498"/>
              <a:gd name="T36" fmla="*/ 115447 w 364"/>
              <a:gd name="T37" fmla="*/ 111125 h 498"/>
              <a:gd name="T38" fmla="*/ 87147 w 364"/>
              <a:gd name="T39" fmla="*/ 158431 h 498"/>
              <a:gd name="T40" fmla="*/ 71424 w 364"/>
              <a:gd name="T41" fmla="*/ 158431 h 498"/>
              <a:gd name="T42" fmla="*/ 43573 w 364"/>
              <a:gd name="T43" fmla="*/ 111125 h 498"/>
              <a:gd name="T44" fmla="*/ 23808 w 364"/>
              <a:gd name="T45" fmla="*/ 67389 h 498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</a:gdLst>
            <a:ahLst/>
            <a:cxnLst>
              <a:cxn ang="T46">
                <a:pos x="T0" y="T1"/>
              </a:cxn>
              <a:cxn ang="T47">
                <a:pos x="T2" y="T3"/>
              </a:cxn>
              <a:cxn ang="T48">
                <a:pos x="T4" y="T5"/>
              </a:cxn>
              <a:cxn ang="T49">
                <a:pos x="T6" y="T7"/>
              </a:cxn>
              <a:cxn ang="T50">
                <a:pos x="T8" y="T9"/>
              </a:cxn>
              <a:cxn ang="T51">
                <a:pos x="T10" y="T11"/>
              </a:cxn>
              <a:cxn ang="T52">
                <a:pos x="T12" y="T13"/>
              </a:cxn>
              <a:cxn ang="T53">
                <a:pos x="T14" y="T15"/>
              </a:cxn>
              <a:cxn ang="T54">
                <a:pos x="T16" y="T17"/>
              </a:cxn>
              <a:cxn ang="T55">
                <a:pos x="T18" y="T19"/>
              </a:cxn>
              <a:cxn ang="T56">
                <a:pos x="T20" y="T21"/>
              </a:cxn>
              <a:cxn ang="T57">
                <a:pos x="T22" y="T23"/>
              </a:cxn>
              <a:cxn ang="T58">
                <a:pos x="T24" y="T25"/>
              </a:cxn>
              <a:cxn ang="T59">
                <a:pos x="T26" y="T27"/>
              </a:cxn>
              <a:cxn ang="T60">
                <a:pos x="T28" y="T29"/>
              </a:cxn>
              <a:cxn ang="T61">
                <a:pos x="T30" y="T31"/>
              </a:cxn>
              <a:cxn ang="T62">
                <a:pos x="T32" y="T33"/>
              </a:cxn>
              <a:cxn ang="T63">
                <a:pos x="T34" y="T35"/>
              </a:cxn>
              <a:cxn ang="T64">
                <a:pos x="T36" y="T37"/>
              </a:cxn>
              <a:cxn ang="T65">
                <a:pos x="T38" y="T39"/>
              </a:cxn>
              <a:cxn ang="T66">
                <a:pos x="T40" y="T41"/>
              </a:cxn>
              <a:cxn ang="T67">
                <a:pos x="T42" y="T43"/>
              </a:cxn>
              <a:cxn ang="T68">
                <a:pos x="T44" y="T45"/>
              </a:cxn>
            </a:cxnLst>
            <a:rect l="0" t="0" r="r" b="b"/>
            <a:pathLst>
              <a:path w="364" h="498">
                <a:moveTo>
                  <a:pt x="106" y="479"/>
                </a:moveTo>
                <a:lnTo>
                  <a:pt x="106" y="479"/>
                </a:lnTo>
                <a:cubicBezTo>
                  <a:pt x="123" y="488"/>
                  <a:pt x="150" y="497"/>
                  <a:pt x="176" y="497"/>
                </a:cubicBezTo>
                <a:cubicBezTo>
                  <a:pt x="203" y="497"/>
                  <a:pt x="229" y="488"/>
                  <a:pt x="248" y="479"/>
                </a:cubicBezTo>
                <a:cubicBezTo>
                  <a:pt x="248" y="426"/>
                  <a:pt x="248" y="426"/>
                  <a:pt x="248" y="426"/>
                </a:cubicBezTo>
                <a:cubicBezTo>
                  <a:pt x="106" y="426"/>
                  <a:pt x="106" y="426"/>
                  <a:pt x="106" y="426"/>
                </a:cubicBezTo>
                <a:lnTo>
                  <a:pt x="106" y="479"/>
                </a:lnTo>
                <a:close/>
                <a:moveTo>
                  <a:pt x="248" y="400"/>
                </a:moveTo>
                <a:lnTo>
                  <a:pt x="248" y="400"/>
                </a:lnTo>
                <a:cubicBezTo>
                  <a:pt x="248" y="293"/>
                  <a:pt x="363" y="258"/>
                  <a:pt x="354" y="151"/>
                </a:cubicBezTo>
                <a:cubicBezTo>
                  <a:pt x="345" y="80"/>
                  <a:pt x="301" y="0"/>
                  <a:pt x="176" y="0"/>
                </a:cubicBezTo>
                <a:cubicBezTo>
                  <a:pt x="53" y="0"/>
                  <a:pt x="9" y="80"/>
                  <a:pt x="0" y="151"/>
                </a:cubicBezTo>
                <a:cubicBezTo>
                  <a:pt x="0" y="258"/>
                  <a:pt x="106" y="293"/>
                  <a:pt x="106" y="400"/>
                </a:cubicBezTo>
                <a:lnTo>
                  <a:pt x="248" y="400"/>
                </a:lnTo>
                <a:close/>
                <a:moveTo>
                  <a:pt x="53" y="151"/>
                </a:moveTo>
                <a:lnTo>
                  <a:pt x="53" y="151"/>
                </a:lnTo>
                <a:cubicBezTo>
                  <a:pt x="62" y="89"/>
                  <a:pt x="106" y="53"/>
                  <a:pt x="176" y="53"/>
                </a:cubicBezTo>
                <a:cubicBezTo>
                  <a:pt x="248" y="53"/>
                  <a:pt x="292" y="89"/>
                  <a:pt x="301" y="151"/>
                </a:cubicBezTo>
                <a:cubicBezTo>
                  <a:pt x="301" y="187"/>
                  <a:pt x="283" y="213"/>
                  <a:pt x="257" y="249"/>
                </a:cubicBezTo>
                <a:cubicBezTo>
                  <a:pt x="229" y="275"/>
                  <a:pt x="213" y="311"/>
                  <a:pt x="194" y="355"/>
                </a:cubicBezTo>
                <a:cubicBezTo>
                  <a:pt x="159" y="355"/>
                  <a:pt x="159" y="355"/>
                  <a:pt x="159" y="355"/>
                </a:cubicBezTo>
                <a:cubicBezTo>
                  <a:pt x="141" y="311"/>
                  <a:pt x="123" y="275"/>
                  <a:pt x="97" y="249"/>
                </a:cubicBezTo>
                <a:cubicBezTo>
                  <a:pt x="70" y="213"/>
                  <a:pt x="53" y="187"/>
                  <a:pt x="53" y="15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anchor="ctr" bIns="17145" lIns="34290" rIns="34290" tIns="17145" wrap="none"/>
          <a:p>
            <a:endParaRPr lang="en-US">
              <a:solidFill>
                <a:prstClr val="white"/>
              </a:solidFill>
              <a:ea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1048786" name="文本框 29"/>
          <p:cNvSpPr txBox="1"/>
          <p:nvPr/>
        </p:nvSpPr>
        <p:spPr>
          <a:xfrm>
            <a:off x="669143" y="2434437"/>
            <a:ext cx="2330902" cy="2567179"/>
          </a:xfrm>
          <a:prstGeom prst="rect"/>
          <a:noFill/>
        </p:spPr>
        <p:txBody>
          <a:bodyPr rtlCol="0" wrap="square">
            <a:spAutoFit/>
            <a:scene3d>
              <a:camera prst="orthographicFront"/>
              <a:lightRig dir="t" rig="threePt"/>
            </a:scene3d>
            <a:sp3d contourW="12700"/>
          </a:bodyPr>
          <a:p>
            <a:pPr algn="ctr">
              <a:lnSpc>
                <a:spcPct val="114000"/>
              </a:lnSpc>
            </a:pPr>
            <a:r>
              <a:rPr altLang="zh-CN" dirty="0" sz="1600" lang="en-US">
                <a:latin typeface="Calibri" panose="020F0502020204030204" charset="0"/>
                <a:ea typeface="+mj-ea"/>
                <a:cs typeface="Calibri" panose="020F0502020204030204" charset="0"/>
              </a:rPr>
              <a:t>Show the hint and hidden letters of the word.
Allow the user 3 attempts to guess the word.
Compare the user’s guess with the correct word.</a:t>
            </a:r>
          </a:p>
        </p:txBody>
      </p:sp>
      <p:sp>
        <p:nvSpPr>
          <p:cNvPr id="1048787" name="文本框 32"/>
          <p:cNvSpPr txBox="1"/>
          <p:nvPr/>
        </p:nvSpPr>
        <p:spPr>
          <a:xfrm rot="10800000" flipH="1" flipV="1">
            <a:off x="3496233" y="1890544"/>
            <a:ext cx="3307056" cy="786384"/>
          </a:xfrm>
          <a:prstGeom prst="rect"/>
          <a:noFill/>
        </p:spPr>
        <p:txBody>
          <a:bodyPr rtlCol="0" wrap="square">
            <a:spAutoFit/>
            <a:scene3d>
              <a:camera prst="orthographicFront"/>
              <a:lightRig dir="t" rig="threePt"/>
            </a:scene3d>
            <a:sp3d contourW="12700"/>
          </a:bodyPr>
          <a:p>
            <a:pPr algn="ctr" lvl="1">
              <a:lnSpc>
                <a:spcPct val="114000"/>
              </a:lnSpc>
            </a:pPr>
            <a:r>
              <a:rPr altLang="zh-CN" dirty="0" sz="1400" lang="en-US">
                <a:latin typeface="Calibri" panose="020F0502020204030204" charset="0"/>
                <a:ea typeface="+mj-ea"/>
                <a:cs typeface="Calibri" panose="020F0502020204030204" charset="0"/>
              </a:rPr>
              <a:t>Store words, hints, and hidden patterns in separate arrays.
Display one question at a time.</a:t>
            </a:r>
          </a:p>
        </p:txBody>
      </p:sp>
      <p:sp>
        <p:nvSpPr>
          <p:cNvPr id="1048788" name="文本框 35"/>
          <p:cNvSpPr txBox="1"/>
          <p:nvPr/>
        </p:nvSpPr>
        <p:spPr>
          <a:xfrm>
            <a:off x="3620330" y="4595258"/>
            <a:ext cx="1821468" cy="1466849"/>
          </a:xfrm>
          <a:prstGeom prst="rect"/>
          <a:noFill/>
        </p:spPr>
        <p:txBody>
          <a:bodyPr rtlCol="0" wrap="square">
            <a:spAutoFit/>
            <a:scene3d>
              <a:camera prst="orthographicFront"/>
              <a:lightRig dir="t" rig="threePt"/>
            </a:scene3d>
            <a:sp3d contourW="12700"/>
          </a:bodyPr>
          <a:p>
            <a:pPr algn="ctr">
              <a:lnSpc>
                <a:spcPct val="114000"/>
              </a:lnSpc>
            </a:pPr>
            <a:r>
              <a:rPr altLang="zh-CN" dirty="0" sz="1600" lang="en-US">
                <a:latin typeface="Calibri" panose="020F0502020204030204" charset="0"/>
                <a:ea typeface="+mj-ea"/>
                <a:cs typeface="Calibri" panose="020F0502020204030204" charset="0"/>
              </a:rPr>
              <a:t>If the guess is correct:
Display success message
Increase score</a:t>
            </a:r>
          </a:p>
        </p:txBody>
      </p:sp>
      <p:sp>
        <p:nvSpPr>
          <p:cNvPr id="1048789" name="文本框 38"/>
          <p:cNvSpPr txBox="1"/>
          <p:nvPr/>
        </p:nvSpPr>
        <p:spPr>
          <a:xfrm>
            <a:off x="5382048" y="5684886"/>
            <a:ext cx="1916153" cy="916685"/>
          </a:xfrm>
          <a:prstGeom prst="rect"/>
          <a:noFill/>
        </p:spPr>
        <p:txBody>
          <a:bodyPr rtlCol="0" wrap="square">
            <a:spAutoFit/>
            <a:scene3d>
              <a:camera prst="orthographicFront"/>
              <a:lightRig dir="t" rig="threePt"/>
            </a:scene3d>
            <a:sp3d contourW="12700"/>
          </a:bodyPr>
          <a:p>
            <a:pPr algn="ctr">
              <a:lnSpc>
                <a:spcPct val="114000"/>
              </a:lnSpc>
            </a:pPr>
            <a:r>
              <a:rPr altLang="zh-CN" dirty="0" sz="1600" lang="en-US">
                <a:latin typeface="Calibri" panose="020F0502020204030204" charset="0"/>
                <a:ea typeface="+mj-ea"/>
                <a:cs typeface="Calibri" panose="020F0502020204030204" charset="0"/>
              </a:rPr>
              <a:t>If the guess is wrong:
Reduce attempts</a:t>
            </a:r>
          </a:p>
        </p:txBody>
      </p:sp>
      <p:sp>
        <p:nvSpPr>
          <p:cNvPr id="1048790" name="文本框 41"/>
          <p:cNvSpPr txBox="1"/>
          <p:nvPr/>
        </p:nvSpPr>
        <p:spPr>
          <a:xfrm>
            <a:off x="7480372" y="3001138"/>
            <a:ext cx="2707217" cy="786383"/>
          </a:xfrm>
          <a:prstGeom prst="rect"/>
          <a:noFill/>
        </p:spPr>
        <p:txBody>
          <a:bodyPr rtlCol="0" wrap="square">
            <a:spAutoFit/>
            <a:scene3d>
              <a:camera prst="orthographicFront"/>
              <a:lightRig dir="t" rig="threePt"/>
            </a:scene3d>
            <a:sp3d contourW="12700"/>
          </a:bodyPr>
          <a:p>
            <a:pPr algn="ctr">
              <a:lnSpc>
                <a:spcPct val="114000"/>
              </a:lnSpc>
            </a:pPr>
            <a:r>
              <a:rPr altLang="zh-CN" dirty="0" sz="1400" lang="en-US">
                <a:latin typeface="Calibri" panose="020F0502020204030204" charset="0"/>
                <a:ea typeface="+mj-ea"/>
                <a:cs typeface="Calibri" panose="020F0502020204030204" charset="0"/>
              </a:rPr>
              <a:t>After all attempts:
Show the correct answer if not guessed</a:t>
            </a:r>
          </a:p>
        </p:txBody>
      </p:sp>
      <p:sp>
        <p:nvSpPr>
          <p:cNvPr id="1048791" name="文本框 44"/>
          <p:cNvSpPr txBox="1"/>
          <p:nvPr/>
        </p:nvSpPr>
        <p:spPr>
          <a:xfrm>
            <a:off x="7824528" y="5634967"/>
            <a:ext cx="3120165" cy="1018031"/>
          </a:xfrm>
          <a:prstGeom prst="rect"/>
          <a:noFill/>
        </p:spPr>
        <p:txBody>
          <a:bodyPr rtlCol="0" wrap="square">
            <a:spAutoFit/>
            <a:scene3d>
              <a:camera prst="orthographicFront"/>
              <a:lightRig dir="t" rig="threePt"/>
            </a:scene3d>
            <a:sp3d contourW="12700"/>
          </a:bodyPr>
          <a:p>
            <a:pPr algn="ctr">
              <a:lnSpc>
                <a:spcPct val="114000"/>
              </a:lnSpc>
            </a:pPr>
            <a:r>
              <a:rPr altLang="zh-CN" dirty="0" sz="1400" lang="en-US">
                <a:latin typeface="Calibri" panose="020F0502020204030204" charset="0"/>
                <a:ea typeface="+mj-ea"/>
                <a:cs typeface="Calibri" panose="020F0502020204030204" charset="0"/>
              </a:rPr>
              <a:t>Repeat the process for all questions.
Display final score and performance message.</a:t>
            </a:r>
          </a:p>
        </p:txBody>
      </p:sp>
    </p:spTree>
  </p:cSld>
  <p:clrMapOvr>
    <a:masterClrMapping/>
  </p:clrMapOvr>
  <p:timing>
    <p:tnLst>
      <p:par>
        <p:cTn dur="indefinite" id="1" nodeType="tmRoot" restart="never">
          <p:childTnLst>
            <p:seq concurrent="1" nextAc="seek">
              <p:cTn dur="indefinite" id="2" nodeType="mainSeq">
                <p:childTnLst>
                  <p:par>
                    <p:cTn fill="hold" id="3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 id="4">
                            <p:stCondLst>
                              <p:cond delay="0"/>
                            </p:stCondLst>
                            <p:childTnLst>
                              <p:par>
                                <p:cTn decel="100000" fill="hold" grpId="0" id="5" nodeType="afterEffect" presetClass="entr" presetID="5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6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7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dur="1000" fill="hold" id="7"/>
                                        <p:tgtEl>
                                          <p:spTgt spid="104877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ur="1000" fill="hold" id="8"/>
                                        <p:tgtEl>
                                          <p:spTgt spid="104877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dur="1000" id="9"/>
                                        <p:tgtEl>
                                          <p:spTgt spid="10487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 id="10">
                            <p:stCondLst>
                              <p:cond delay="1000"/>
                            </p:stCondLst>
                            <p:childTnLst>
                              <p:par>
                                <p:cTn fill="hold" grpId="0" id="11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12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7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dur="500" id="13"/>
                                        <p:tgtEl>
                                          <p:spTgt spid="10487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grpId="0" id="14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15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7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dur="500" id="16"/>
                                        <p:tgtEl>
                                          <p:spTgt spid="10487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 id="17">
                            <p:stCondLst>
                              <p:cond delay="1500"/>
                            </p:stCondLst>
                            <p:childTnLst>
                              <p:par>
                                <p:cTn fill="hold" grpId="0" id="18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19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7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dur="500" id="20"/>
                                        <p:tgtEl>
                                          <p:spTgt spid="10487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grpId="0" id="21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22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7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dur="500" id="23"/>
                                        <p:tgtEl>
                                          <p:spTgt spid="10487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 id="24">
                            <p:stCondLst>
                              <p:cond delay="2000"/>
                            </p:stCondLst>
                            <p:childTnLst>
                              <p:par>
                                <p:cTn fill="hold" grpId="0" id="25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26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7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dur="500" id="27"/>
                                        <p:tgtEl>
                                          <p:spTgt spid="10487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grpId="0" id="28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29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7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dur="500" id="30"/>
                                        <p:tgtEl>
                                          <p:spTgt spid="10487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 id="31">
                            <p:stCondLst>
                              <p:cond delay="2500"/>
                            </p:stCondLst>
                            <p:childTnLst>
                              <p:par>
                                <p:cTn fill="hold" grpId="0" id="32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33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7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dur="500" id="34"/>
                                        <p:tgtEl>
                                          <p:spTgt spid="10487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grpId="0" id="35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36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7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dur="500" id="37"/>
                                        <p:tgtEl>
                                          <p:spTgt spid="10487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 id="38">
                            <p:stCondLst>
                              <p:cond delay="3000"/>
                            </p:stCondLst>
                            <p:childTnLst>
                              <p:par>
                                <p:cTn fill="hold" grpId="0" id="39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4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7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dur="500" id="41"/>
                                        <p:tgtEl>
                                          <p:spTgt spid="10487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grpId="0" id="42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43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7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dur="500" id="44"/>
                                        <p:tgtEl>
                                          <p:spTgt spid="10487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 id="45">
                            <p:stCondLst>
                              <p:cond delay="3500"/>
                            </p:stCondLst>
                            <p:childTnLst>
                              <p:par>
                                <p:cTn fill="hold" grpId="0" id="46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47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7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dur="500" id="48"/>
                                        <p:tgtEl>
                                          <p:spTgt spid="10487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8773" grpId="0"/>
      <p:bldP spid="1048775" grpId="0" animBg="1"/>
      <p:bldP spid="1048776" grpId="0" animBg="1"/>
      <p:bldP spid="1048777" grpId="0" animBg="1"/>
      <p:bldP spid="1048778" grpId="0" animBg="1"/>
      <p:bldP spid="1048779" grpId="0" animBg="1"/>
      <p:bldP spid="1048780" grpId="0" animBg="1"/>
      <p:bldP spid="1048781" grpId="0" animBg="1"/>
      <p:bldP spid="1048782" grpId="0" animBg="1"/>
      <p:bldP spid="1048783" grpId="0" animBg="1"/>
      <p:bldP spid="1048784" grpId="0" animBg="1"/>
      <p:bldP spid="1048785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57" name="图片 2"/>
          <p:cNvPicPr>
            <a:picLocks noChangeAspect="1"/>
          </p:cNvPicPr>
          <p:nvPr/>
        </p:nvPicPr>
        <p:blipFill rotWithShape="1">
          <a:blip xmlns:r="http://schemas.openxmlformats.org/officeDocument/2006/relationships" r:embed="rId1" cstate="print"/>
          <a:srcRect l="58734" r="33532"/>
          <a:stretch>
            <a:fillRect/>
          </a:stretch>
        </p:blipFill>
        <p:spPr>
          <a:xfrm rot="5400000" flipV="1">
            <a:off x="5429250" y="-5467350"/>
            <a:ext cx="1333500" cy="12192000"/>
          </a:xfrm>
          <a:prstGeom prst="rect"/>
        </p:spPr>
      </p:pic>
      <p:sp>
        <p:nvSpPr>
          <p:cNvPr id="1048670" name="文本框 13"/>
          <p:cNvSpPr txBox="1"/>
          <p:nvPr/>
        </p:nvSpPr>
        <p:spPr>
          <a:xfrm>
            <a:off x="2914873" y="331140"/>
            <a:ext cx="6094656" cy="830997"/>
          </a:xfrm>
          <a:prstGeom prst="rect"/>
          <a:noFill/>
        </p:spPr>
        <p:txBody>
          <a:bodyPr rtlCol="0" wrap="square">
            <a:spAutoFit/>
          </a:bodyPr>
          <a:p>
            <a:r>
              <a:rPr altLang="zh-CN" b="1" dirty="0" sz="4800" lang="en-US">
                <a:solidFill>
                  <a:srgbClr val="5EC1BE"/>
                </a:solidFill>
                <a:latin typeface="Calibri" panose="020F0502020204030204" charset="0"/>
                <a:ea typeface="Calibri" panose="020F0502020204030204" charset="0"/>
                <a:cs typeface="Calibri" panose="020F0502020204030204" charset="0"/>
              </a:rPr>
              <a:t>VARIABLES   USED</a:t>
            </a:r>
            <a:endParaRPr altLang="en-US" b="1" dirty="0" sz="4800" lang="zh-CN">
              <a:solidFill>
                <a:srgbClr val="5EC1BE"/>
              </a:solidFill>
              <a:latin typeface="Calibri" panose="020F0502020204030204" charset="0"/>
              <a:ea typeface="Calibri" panose="020F0502020204030204" charset="0"/>
              <a:cs typeface="Calibri" panose="020F0502020204030204" charset="0"/>
            </a:endParaRPr>
          </a:p>
        </p:txBody>
      </p:sp>
      <p:grpSp>
        <p:nvGrpSpPr>
          <p:cNvPr id="49" name="Group 31"/>
          <p:cNvGrpSpPr/>
          <p:nvPr/>
        </p:nvGrpSpPr>
        <p:grpSpPr bwMode="auto">
          <a:xfrm>
            <a:off x="2015652" y="4540573"/>
            <a:ext cx="1859877" cy="520628"/>
            <a:chOff x="816" y="2304"/>
            <a:chExt cx="1440" cy="448"/>
          </a:xfrm>
        </p:grpSpPr>
        <p:sp>
          <p:nvSpPr>
            <p:cNvPr id="1048671" name="Freeform: Shape 32"/>
            <p:cNvSpPr/>
            <p:nvPr/>
          </p:nvSpPr>
          <p:spPr bwMode="gray">
            <a:xfrm>
              <a:off x="901" y="2562"/>
              <a:ext cx="1270" cy="190"/>
            </a:xfrm>
            <a:custGeom>
              <a:avLst/>
              <a:gdLst>
                <a:gd name="T0" fmla="*/ 1120 w 1120"/>
                <a:gd name="T1" fmla="*/ 252 h 252"/>
                <a:gd name="T2" fmla="*/ 1116 w 1120"/>
                <a:gd name="T3" fmla="*/ 250 h 252"/>
                <a:gd name="T4" fmla="*/ 1100 w 1120"/>
                <a:gd name="T5" fmla="*/ 246 h 252"/>
                <a:gd name="T6" fmla="*/ 1074 w 1120"/>
                <a:gd name="T7" fmla="*/ 240 h 252"/>
                <a:gd name="T8" fmla="*/ 1038 w 1120"/>
                <a:gd name="T9" fmla="*/ 232 h 252"/>
                <a:gd name="T10" fmla="*/ 992 w 1120"/>
                <a:gd name="T11" fmla="*/ 222 h 252"/>
                <a:gd name="T12" fmla="*/ 938 w 1120"/>
                <a:gd name="T13" fmla="*/ 212 h 252"/>
                <a:gd name="T14" fmla="*/ 876 w 1120"/>
                <a:gd name="T15" fmla="*/ 204 h 252"/>
                <a:gd name="T16" fmla="*/ 806 w 1120"/>
                <a:gd name="T17" fmla="*/ 196 h 252"/>
                <a:gd name="T18" fmla="*/ 730 w 1120"/>
                <a:gd name="T19" fmla="*/ 190 h 252"/>
                <a:gd name="T20" fmla="*/ 646 w 1120"/>
                <a:gd name="T21" fmla="*/ 184 h 252"/>
                <a:gd name="T22" fmla="*/ 556 w 1120"/>
                <a:gd name="T23" fmla="*/ 184 h 252"/>
                <a:gd name="T24" fmla="*/ 466 w 1120"/>
                <a:gd name="T25" fmla="*/ 184 h 252"/>
                <a:gd name="T26" fmla="*/ 384 w 1120"/>
                <a:gd name="T27" fmla="*/ 190 h 252"/>
                <a:gd name="T28" fmla="*/ 308 w 1120"/>
                <a:gd name="T29" fmla="*/ 196 h 252"/>
                <a:gd name="T30" fmla="*/ 238 w 1120"/>
                <a:gd name="T31" fmla="*/ 204 h 252"/>
                <a:gd name="T32" fmla="*/ 178 w 1120"/>
                <a:gd name="T33" fmla="*/ 212 h 252"/>
                <a:gd name="T34" fmla="*/ 126 w 1120"/>
                <a:gd name="T35" fmla="*/ 222 h 252"/>
                <a:gd name="T36" fmla="*/ 82 w 1120"/>
                <a:gd name="T37" fmla="*/ 232 h 252"/>
                <a:gd name="T38" fmla="*/ 46 w 1120"/>
                <a:gd name="T39" fmla="*/ 240 h 252"/>
                <a:gd name="T40" fmla="*/ 20 w 1120"/>
                <a:gd name="T41" fmla="*/ 246 h 252"/>
                <a:gd name="T42" fmla="*/ 6 w 1120"/>
                <a:gd name="T43" fmla="*/ 250 h 252"/>
                <a:gd name="T44" fmla="*/ 0 w 1120"/>
                <a:gd name="T45" fmla="*/ 252 h 252"/>
                <a:gd name="T46" fmla="*/ 0 w 1120"/>
                <a:gd name="T47" fmla="*/ 62 h 252"/>
                <a:gd name="T48" fmla="*/ 560 w 1120"/>
                <a:gd name="T49" fmla="*/ 0 h 252"/>
                <a:gd name="T50" fmla="*/ 1120 w 1120"/>
                <a:gd name="T51" fmla="*/ 62 h 252"/>
                <a:gd name="T52" fmla="*/ 1120 w 1120"/>
                <a:gd name="T53" fmla="*/ 252 h 252"/>
                <a:gd name="T54" fmla="*/ 1120 w 1120"/>
                <a:gd name="T55" fmla="*/ 252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1120" h="252">
                  <a:moveTo>
                    <a:pt x="1120" y="252"/>
                  </a:moveTo>
                  <a:lnTo>
                    <a:pt x="1116" y="250"/>
                  </a:lnTo>
                  <a:lnTo>
                    <a:pt x="1100" y="246"/>
                  </a:lnTo>
                  <a:lnTo>
                    <a:pt x="1074" y="240"/>
                  </a:lnTo>
                  <a:lnTo>
                    <a:pt x="1038" y="232"/>
                  </a:lnTo>
                  <a:lnTo>
                    <a:pt x="992" y="222"/>
                  </a:lnTo>
                  <a:lnTo>
                    <a:pt x="938" y="212"/>
                  </a:lnTo>
                  <a:lnTo>
                    <a:pt x="876" y="204"/>
                  </a:lnTo>
                  <a:lnTo>
                    <a:pt x="806" y="196"/>
                  </a:lnTo>
                  <a:lnTo>
                    <a:pt x="730" y="190"/>
                  </a:lnTo>
                  <a:lnTo>
                    <a:pt x="646" y="184"/>
                  </a:lnTo>
                  <a:lnTo>
                    <a:pt x="556" y="184"/>
                  </a:lnTo>
                  <a:lnTo>
                    <a:pt x="466" y="184"/>
                  </a:lnTo>
                  <a:lnTo>
                    <a:pt x="384" y="190"/>
                  </a:lnTo>
                  <a:lnTo>
                    <a:pt x="308" y="196"/>
                  </a:lnTo>
                  <a:lnTo>
                    <a:pt x="238" y="204"/>
                  </a:lnTo>
                  <a:lnTo>
                    <a:pt x="178" y="212"/>
                  </a:lnTo>
                  <a:lnTo>
                    <a:pt x="126" y="222"/>
                  </a:lnTo>
                  <a:lnTo>
                    <a:pt x="82" y="232"/>
                  </a:lnTo>
                  <a:lnTo>
                    <a:pt x="46" y="240"/>
                  </a:lnTo>
                  <a:lnTo>
                    <a:pt x="20" y="246"/>
                  </a:lnTo>
                  <a:lnTo>
                    <a:pt x="6" y="250"/>
                  </a:lnTo>
                  <a:lnTo>
                    <a:pt x="0" y="252"/>
                  </a:lnTo>
                  <a:lnTo>
                    <a:pt x="0" y="62"/>
                  </a:lnTo>
                  <a:lnTo>
                    <a:pt x="560" y="0"/>
                  </a:lnTo>
                  <a:lnTo>
                    <a:pt x="1120" y="62"/>
                  </a:lnTo>
                  <a:lnTo>
                    <a:pt x="1120" y="252"/>
                  </a:lnTo>
                  <a:lnTo>
                    <a:pt x="1120" y="252"/>
                  </a:lnTo>
                  <a:close/>
                </a:path>
              </a:pathLst>
            </a:custGeom>
            <a:solidFill>
              <a:srgbClr val="C0C0C0"/>
            </a:solidFill>
            <a:ln>
              <a:noFill/>
            </a:ln>
          </p:spPr>
          <p:txBody>
            <a:bodyPr anchor="ctr"/>
            <a:p>
              <a:pPr algn="ctr"/>
              <a:endParaRPr>
                <a:ea typeface="Calibri" panose="020F0502020204030204" charset="0"/>
                <a:cs typeface="Calibri" panose="020F0502020204030204" charset="0"/>
              </a:endParaRPr>
            </a:p>
          </p:txBody>
        </p:sp>
        <p:sp>
          <p:nvSpPr>
            <p:cNvPr id="1048672" name="Rectangle 33"/>
            <p:cNvSpPr/>
            <p:nvPr/>
          </p:nvSpPr>
          <p:spPr bwMode="gray">
            <a:xfrm>
              <a:off x="816" y="2304"/>
              <a:ext cx="1440" cy="393"/>
            </a:xfrm>
            <a:prstGeom prst="rect"/>
            <a:solidFill>
              <a:srgbClr val="5CBFBC"/>
            </a:solidFill>
            <a:ln>
              <a:noFill/>
            </a:ln>
            <a:effectLst/>
          </p:spPr>
          <p:txBody>
            <a:bodyPr anchor="ctr" wrap="none">
              <a:noAutofit/>
            </a:bodyPr>
            <a:p>
              <a:pPr algn="ctr"/>
              <a:r>
                <a:rPr b="1" dirty="0" sz="2400" lang="en-US">
                  <a:solidFill>
                    <a:schemeClr val="bg1"/>
                  </a:solidFill>
                  <a:ea typeface="Calibri" panose="020F0502020204030204" charset="0"/>
                  <a:cs typeface="Calibri" panose="020F0502020204030204" charset="0"/>
                </a:rPr>
                <a:t>Guess</a:t>
              </a:r>
            </a:p>
          </p:txBody>
        </p:sp>
      </p:grpSp>
      <p:sp>
        <p:nvSpPr>
          <p:cNvPr id="1048673" name="Straight Connector 42"/>
          <p:cNvSpPr/>
          <p:nvPr/>
        </p:nvSpPr>
        <p:spPr bwMode="auto">
          <a:xfrm>
            <a:off x="3002109" y="5395155"/>
            <a:ext cx="7920000" cy="0"/>
          </a:xfrm>
          <a:prstGeom prst="line"/>
          <a:noFill/>
          <a:ln w="38100" cap="rnd">
            <a:solidFill>
              <a:schemeClr val="bg1">
                <a:lumMod val="50000"/>
              </a:schemeClr>
            </a:solidFill>
            <a:prstDash val="sysDot"/>
            <a:round/>
            <a:tailEnd type="oval" w="med" len="med"/>
          </a:ln>
          <a:effectLst/>
        </p:spPr>
        <p:txBody>
          <a:bodyPr anchor="ctr"/>
          <a:p>
            <a:pPr algn="ctr"/>
            <a:endParaRPr>
              <a:ea typeface="Calibri" panose="020F0502020204030204" charset="0"/>
              <a:cs typeface="Calibri" panose="020F0502020204030204" charset="0"/>
            </a:endParaRPr>
          </a:p>
        </p:txBody>
      </p:sp>
      <p:cxnSp>
        <p:nvCxnSpPr>
          <p:cNvPr id="3145732" name="Straight Arrow Connector 39"/>
          <p:cNvCxnSpPr>
            <a:cxnSpLocks noChangeShapeType="1"/>
            <a:stCxn id="1048671" idx="11"/>
            <a:endCxn id="1048675" idx="0"/>
          </p:cNvCxnSpPr>
          <p:nvPr/>
        </p:nvCxnSpPr>
        <p:spPr bwMode="gray">
          <a:xfrm>
            <a:off x="2940453" y="5001257"/>
            <a:ext cx="5140" cy="772380"/>
          </a:xfrm>
          <a:prstGeom prst="straightConnector1"/>
          <a:noFill/>
          <a:ln w="9525">
            <a:solidFill>
              <a:schemeClr val="bg1">
                <a:lumMod val="50000"/>
              </a:schemeClr>
            </a:solidFill>
            <a:round/>
          </a:ln>
          <a:effectLst/>
        </p:spPr>
      </p:cxnSp>
      <p:grpSp>
        <p:nvGrpSpPr>
          <p:cNvPr id="50" name="Group 34"/>
          <p:cNvGrpSpPr/>
          <p:nvPr/>
        </p:nvGrpSpPr>
        <p:grpSpPr bwMode="auto">
          <a:xfrm>
            <a:off x="2015652" y="5773640"/>
            <a:ext cx="1859877" cy="520628"/>
            <a:chOff x="816" y="2304"/>
            <a:chExt cx="1440" cy="448"/>
          </a:xfrm>
        </p:grpSpPr>
        <p:sp>
          <p:nvSpPr>
            <p:cNvPr id="1048674" name="Freeform: Shape 35"/>
            <p:cNvSpPr/>
            <p:nvPr/>
          </p:nvSpPr>
          <p:spPr bwMode="gray">
            <a:xfrm>
              <a:off x="901" y="2562"/>
              <a:ext cx="1270" cy="190"/>
            </a:xfrm>
            <a:custGeom>
              <a:avLst/>
              <a:gdLst>
                <a:gd name="T0" fmla="*/ 1120 w 1120"/>
                <a:gd name="T1" fmla="*/ 252 h 252"/>
                <a:gd name="T2" fmla="*/ 1116 w 1120"/>
                <a:gd name="T3" fmla="*/ 250 h 252"/>
                <a:gd name="T4" fmla="*/ 1100 w 1120"/>
                <a:gd name="T5" fmla="*/ 246 h 252"/>
                <a:gd name="T6" fmla="*/ 1074 w 1120"/>
                <a:gd name="T7" fmla="*/ 240 h 252"/>
                <a:gd name="T8" fmla="*/ 1038 w 1120"/>
                <a:gd name="T9" fmla="*/ 232 h 252"/>
                <a:gd name="T10" fmla="*/ 992 w 1120"/>
                <a:gd name="T11" fmla="*/ 222 h 252"/>
                <a:gd name="T12" fmla="*/ 938 w 1120"/>
                <a:gd name="T13" fmla="*/ 212 h 252"/>
                <a:gd name="T14" fmla="*/ 876 w 1120"/>
                <a:gd name="T15" fmla="*/ 204 h 252"/>
                <a:gd name="T16" fmla="*/ 806 w 1120"/>
                <a:gd name="T17" fmla="*/ 196 h 252"/>
                <a:gd name="T18" fmla="*/ 730 w 1120"/>
                <a:gd name="T19" fmla="*/ 190 h 252"/>
                <a:gd name="T20" fmla="*/ 646 w 1120"/>
                <a:gd name="T21" fmla="*/ 184 h 252"/>
                <a:gd name="T22" fmla="*/ 556 w 1120"/>
                <a:gd name="T23" fmla="*/ 184 h 252"/>
                <a:gd name="T24" fmla="*/ 466 w 1120"/>
                <a:gd name="T25" fmla="*/ 184 h 252"/>
                <a:gd name="T26" fmla="*/ 384 w 1120"/>
                <a:gd name="T27" fmla="*/ 190 h 252"/>
                <a:gd name="T28" fmla="*/ 308 w 1120"/>
                <a:gd name="T29" fmla="*/ 196 h 252"/>
                <a:gd name="T30" fmla="*/ 238 w 1120"/>
                <a:gd name="T31" fmla="*/ 204 h 252"/>
                <a:gd name="T32" fmla="*/ 178 w 1120"/>
                <a:gd name="T33" fmla="*/ 212 h 252"/>
                <a:gd name="T34" fmla="*/ 126 w 1120"/>
                <a:gd name="T35" fmla="*/ 222 h 252"/>
                <a:gd name="T36" fmla="*/ 82 w 1120"/>
                <a:gd name="T37" fmla="*/ 232 h 252"/>
                <a:gd name="T38" fmla="*/ 46 w 1120"/>
                <a:gd name="T39" fmla="*/ 240 h 252"/>
                <a:gd name="T40" fmla="*/ 20 w 1120"/>
                <a:gd name="T41" fmla="*/ 246 h 252"/>
                <a:gd name="T42" fmla="*/ 6 w 1120"/>
                <a:gd name="T43" fmla="*/ 250 h 252"/>
                <a:gd name="T44" fmla="*/ 0 w 1120"/>
                <a:gd name="T45" fmla="*/ 252 h 252"/>
                <a:gd name="T46" fmla="*/ 0 w 1120"/>
                <a:gd name="T47" fmla="*/ 62 h 252"/>
                <a:gd name="T48" fmla="*/ 560 w 1120"/>
                <a:gd name="T49" fmla="*/ 0 h 252"/>
                <a:gd name="T50" fmla="*/ 1120 w 1120"/>
                <a:gd name="T51" fmla="*/ 62 h 252"/>
                <a:gd name="T52" fmla="*/ 1120 w 1120"/>
                <a:gd name="T53" fmla="*/ 252 h 252"/>
                <a:gd name="T54" fmla="*/ 1120 w 1120"/>
                <a:gd name="T55" fmla="*/ 252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1120" h="252">
                  <a:moveTo>
                    <a:pt x="1120" y="252"/>
                  </a:moveTo>
                  <a:lnTo>
                    <a:pt x="1116" y="250"/>
                  </a:lnTo>
                  <a:lnTo>
                    <a:pt x="1100" y="246"/>
                  </a:lnTo>
                  <a:lnTo>
                    <a:pt x="1074" y="240"/>
                  </a:lnTo>
                  <a:lnTo>
                    <a:pt x="1038" y="232"/>
                  </a:lnTo>
                  <a:lnTo>
                    <a:pt x="992" y="222"/>
                  </a:lnTo>
                  <a:lnTo>
                    <a:pt x="938" y="212"/>
                  </a:lnTo>
                  <a:lnTo>
                    <a:pt x="876" y="204"/>
                  </a:lnTo>
                  <a:lnTo>
                    <a:pt x="806" y="196"/>
                  </a:lnTo>
                  <a:lnTo>
                    <a:pt x="730" y="190"/>
                  </a:lnTo>
                  <a:lnTo>
                    <a:pt x="646" y="184"/>
                  </a:lnTo>
                  <a:lnTo>
                    <a:pt x="556" y="184"/>
                  </a:lnTo>
                  <a:lnTo>
                    <a:pt x="466" y="184"/>
                  </a:lnTo>
                  <a:lnTo>
                    <a:pt x="384" y="190"/>
                  </a:lnTo>
                  <a:lnTo>
                    <a:pt x="308" y="196"/>
                  </a:lnTo>
                  <a:lnTo>
                    <a:pt x="238" y="204"/>
                  </a:lnTo>
                  <a:lnTo>
                    <a:pt x="178" y="212"/>
                  </a:lnTo>
                  <a:lnTo>
                    <a:pt x="126" y="222"/>
                  </a:lnTo>
                  <a:lnTo>
                    <a:pt x="82" y="232"/>
                  </a:lnTo>
                  <a:lnTo>
                    <a:pt x="46" y="240"/>
                  </a:lnTo>
                  <a:lnTo>
                    <a:pt x="20" y="246"/>
                  </a:lnTo>
                  <a:lnTo>
                    <a:pt x="6" y="250"/>
                  </a:lnTo>
                  <a:lnTo>
                    <a:pt x="0" y="252"/>
                  </a:lnTo>
                  <a:lnTo>
                    <a:pt x="0" y="62"/>
                  </a:lnTo>
                  <a:lnTo>
                    <a:pt x="560" y="0"/>
                  </a:lnTo>
                  <a:lnTo>
                    <a:pt x="1120" y="62"/>
                  </a:lnTo>
                  <a:lnTo>
                    <a:pt x="1120" y="252"/>
                  </a:lnTo>
                  <a:lnTo>
                    <a:pt x="1120" y="252"/>
                  </a:lnTo>
                  <a:close/>
                </a:path>
              </a:pathLst>
            </a:custGeom>
            <a:solidFill>
              <a:srgbClr val="C0C0C0"/>
            </a:solidFill>
            <a:ln>
              <a:noFill/>
            </a:ln>
          </p:spPr>
          <p:txBody>
            <a:bodyPr anchor="ctr"/>
            <a:p>
              <a:pPr algn="ctr"/>
              <a:endParaRPr dirty="0">
                <a:ea typeface="Calibri" panose="020F0502020204030204" charset="0"/>
                <a:cs typeface="Calibri" panose="020F0502020204030204" charset="0"/>
              </a:endParaRPr>
            </a:p>
          </p:txBody>
        </p:sp>
        <p:sp>
          <p:nvSpPr>
            <p:cNvPr id="1048675" name="Rectangle 36"/>
            <p:cNvSpPr/>
            <p:nvPr/>
          </p:nvSpPr>
          <p:spPr bwMode="gray">
            <a:xfrm>
              <a:off x="816" y="2304"/>
              <a:ext cx="1440" cy="393"/>
            </a:xfrm>
            <a:prstGeom prst="rect"/>
            <a:solidFill>
              <a:srgbClr val="1B2932"/>
            </a:solidFill>
            <a:ln>
              <a:noFill/>
            </a:ln>
            <a:effectLst/>
          </p:spPr>
          <p:txBody>
            <a:bodyPr anchor="ctr" wrap="none">
              <a:noAutofit/>
            </a:bodyPr>
            <a:p>
              <a:pPr algn="ctr"/>
              <a:r>
                <a:rPr b="1" dirty="0" sz="2400" lang="en-US">
                  <a:solidFill>
                    <a:schemeClr val="bg1"/>
                  </a:solidFill>
                  <a:ea typeface="Calibri" panose="020F0502020204030204" charset="0"/>
                  <a:cs typeface="Calibri" panose="020F0502020204030204" charset="0"/>
                </a:rPr>
                <a:t>Attempts</a:t>
              </a:r>
            </a:p>
          </p:txBody>
        </p:sp>
      </p:grpSp>
      <p:grpSp>
        <p:nvGrpSpPr>
          <p:cNvPr id="51" name="Group 28"/>
          <p:cNvGrpSpPr/>
          <p:nvPr/>
        </p:nvGrpSpPr>
        <p:grpSpPr bwMode="auto">
          <a:xfrm>
            <a:off x="2015652" y="3307505"/>
            <a:ext cx="1859877" cy="520628"/>
            <a:chOff x="816" y="2304"/>
            <a:chExt cx="1440" cy="448"/>
          </a:xfrm>
        </p:grpSpPr>
        <p:sp>
          <p:nvSpPr>
            <p:cNvPr id="1048676" name="Freeform: Shape 29"/>
            <p:cNvSpPr/>
            <p:nvPr/>
          </p:nvSpPr>
          <p:spPr bwMode="gray">
            <a:xfrm>
              <a:off x="901" y="2562"/>
              <a:ext cx="1270" cy="190"/>
            </a:xfrm>
            <a:custGeom>
              <a:avLst/>
              <a:gdLst>
                <a:gd name="T0" fmla="*/ 1120 w 1120"/>
                <a:gd name="T1" fmla="*/ 252 h 252"/>
                <a:gd name="T2" fmla="*/ 1116 w 1120"/>
                <a:gd name="T3" fmla="*/ 250 h 252"/>
                <a:gd name="T4" fmla="*/ 1100 w 1120"/>
                <a:gd name="T5" fmla="*/ 246 h 252"/>
                <a:gd name="T6" fmla="*/ 1074 w 1120"/>
                <a:gd name="T7" fmla="*/ 240 h 252"/>
                <a:gd name="T8" fmla="*/ 1038 w 1120"/>
                <a:gd name="T9" fmla="*/ 232 h 252"/>
                <a:gd name="T10" fmla="*/ 992 w 1120"/>
                <a:gd name="T11" fmla="*/ 222 h 252"/>
                <a:gd name="T12" fmla="*/ 938 w 1120"/>
                <a:gd name="T13" fmla="*/ 212 h 252"/>
                <a:gd name="T14" fmla="*/ 876 w 1120"/>
                <a:gd name="T15" fmla="*/ 204 h 252"/>
                <a:gd name="T16" fmla="*/ 806 w 1120"/>
                <a:gd name="T17" fmla="*/ 196 h 252"/>
                <a:gd name="T18" fmla="*/ 730 w 1120"/>
                <a:gd name="T19" fmla="*/ 190 h 252"/>
                <a:gd name="T20" fmla="*/ 646 w 1120"/>
                <a:gd name="T21" fmla="*/ 184 h 252"/>
                <a:gd name="T22" fmla="*/ 556 w 1120"/>
                <a:gd name="T23" fmla="*/ 184 h 252"/>
                <a:gd name="T24" fmla="*/ 466 w 1120"/>
                <a:gd name="T25" fmla="*/ 184 h 252"/>
                <a:gd name="T26" fmla="*/ 384 w 1120"/>
                <a:gd name="T27" fmla="*/ 190 h 252"/>
                <a:gd name="T28" fmla="*/ 308 w 1120"/>
                <a:gd name="T29" fmla="*/ 196 h 252"/>
                <a:gd name="T30" fmla="*/ 238 w 1120"/>
                <a:gd name="T31" fmla="*/ 204 h 252"/>
                <a:gd name="T32" fmla="*/ 178 w 1120"/>
                <a:gd name="T33" fmla="*/ 212 h 252"/>
                <a:gd name="T34" fmla="*/ 126 w 1120"/>
                <a:gd name="T35" fmla="*/ 222 h 252"/>
                <a:gd name="T36" fmla="*/ 82 w 1120"/>
                <a:gd name="T37" fmla="*/ 232 h 252"/>
                <a:gd name="T38" fmla="*/ 46 w 1120"/>
                <a:gd name="T39" fmla="*/ 240 h 252"/>
                <a:gd name="T40" fmla="*/ 20 w 1120"/>
                <a:gd name="T41" fmla="*/ 246 h 252"/>
                <a:gd name="T42" fmla="*/ 6 w 1120"/>
                <a:gd name="T43" fmla="*/ 250 h 252"/>
                <a:gd name="T44" fmla="*/ 0 w 1120"/>
                <a:gd name="T45" fmla="*/ 252 h 252"/>
                <a:gd name="T46" fmla="*/ 0 w 1120"/>
                <a:gd name="T47" fmla="*/ 62 h 252"/>
                <a:gd name="T48" fmla="*/ 560 w 1120"/>
                <a:gd name="T49" fmla="*/ 0 h 252"/>
                <a:gd name="T50" fmla="*/ 1120 w 1120"/>
                <a:gd name="T51" fmla="*/ 62 h 252"/>
                <a:gd name="T52" fmla="*/ 1120 w 1120"/>
                <a:gd name="T53" fmla="*/ 252 h 252"/>
                <a:gd name="T54" fmla="*/ 1120 w 1120"/>
                <a:gd name="T55" fmla="*/ 252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1120" h="252">
                  <a:moveTo>
                    <a:pt x="1120" y="252"/>
                  </a:moveTo>
                  <a:lnTo>
                    <a:pt x="1116" y="250"/>
                  </a:lnTo>
                  <a:lnTo>
                    <a:pt x="1100" y="246"/>
                  </a:lnTo>
                  <a:lnTo>
                    <a:pt x="1074" y="240"/>
                  </a:lnTo>
                  <a:lnTo>
                    <a:pt x="1038" y="232"/>
                  </a:lnTo>
                  <a:lnTo>
                    <a:pt x="992" y="222"/>
                  </a:lnTo>
                  <a:lnTo>
                    <a:pt x="938" y="212"/>
                  </a:lnTo>
                  <a:lnTo>
                    <a:pt x="876" y="204"/>
                  </a:lnTo>
                  <a:lnTo>
                    <a:pt x="806" y="196"/>
                  </a:lnTo>
                  <a:lnTo>
                    <a:pt x="730" y="190"/>
                  </a:lnTo>
                  <a:lnTo>
                    <a:pt x="646" y="184"/>
                  </a:lnTo>
                  <a:lnTo>
                    <a:pt x="556" y="184"/>
                  </a:lnTo>
                  <a:lnTo>
                    <a:pt x="466" y="184"/>
                  </a:lnTo>
                  <a:lnTo>
                    <a:pt x="384" y="190"/>
                  </a:lnTo>
                  <a:lnTo>
                    <a:pt x="308" y="196"/>
                  </a:lnTo>
                  <a:lnTo>
                    <a:pt x="238" y="204"/>
                  </a:lnTo>
                  <a:lnTo>
                    <a:pt x="178" y="212"/>
                  </a:lnTo>
                  <a:lnTo>
                    <a:pt x="126" y="222"/>
                  </a:lnTo>
                  <a:lnTo>
                    <a:pt x="82" y="232"/>
                  </a:lnTo>
                  <a:lnTo>
                    <a:pt x="46" y="240"/>
                  </a:lnTo>
                  <a:lnTo>
                    <a:pt x="20" y="246"/>
                  </a:lnTo>
                  <a:lnTo>
                    <a:pt x="6" y="250"/>
                  </a:lnTo>
                  <a:lnTo>
                    <a:pt x="0" y="252"/>
                  </a:lnTo>
                  <a:lnTo>
                    <a:pt x="0" y="62"/>
                  </a:lnTo>
                  <a:lnTo>
                    <a:pt x="560" y="0"/>
                  </a:lnTo>
                  <a:lnTo>
                    <a:pt x="1120" y="62"/>
                  </a:lnTo>
                  <a:lnTo>
                    <a:pt x="1120" y="252"/>
                  </a:lnTo>
                  <a:lnTo>
                    <a:pt x="1120" y="252"/>
                  </a:lnTo>
                  <a:close/>
                </a:path>
              </a:pathLst>
            </a:custGeom>
            <a:solidFill>
              <a:srgbClr val="C0C0C0"/>
            </a:solidFill>
            <a:ln>
              <a:noFill/>
            </a:ln>
          </p:spPr>
          <p:txBody>
            <a:bodyPr anchor="ctr"/>
            <a:p>
              <a:pPr algn="ctr"/>
              <a:endParaRPr>
                <a:ea typeface="Calibri" panose="020F0502020204030204" charset="0"/>
                <a:cs typeface="Calibri" panose="020F0502020204030204" charset="0"/>
              </a:endParaRPr>
            </a:p>
          </p:txBody>
        </p:sp>
        <p:sp>
          <p:nvSpPr>
            <p:cNvPr id="1048677" name="Rectangle 30"/>
            <p:cNvSpPr/>
            <p:nvPr/>
          </p:nvSpPr>
          <p:spPr bwMode="gray">
            <a:xfrm>
              <a:off x="816" y="2304"/>
              <a:ext cx="1440" cy="393"/>
            </a:xfrm>
            <a:prstGeom prst="rect"/>
            <a:solidFill>
              <a:srgbClr val="1B2932"/>
            </a:solidFill>
            <a:ln>
              <a:noFill/>
            </a:ln>
            <a:effectLst/>
          </p:spPr>
          <p:txBody>
            <a:bodyPr anchor="ctr" wrap="none">
              <a:noAutofit/>
            </a:bodyPr>
            <a:p>
              <a:pPr algn="ctr"/>
              <a:r>
                <a:rPr b="1" dirty="0" sz="2400" lang="en-US">
                  <a:solidFill>
                    <a:schemeClr val="bg1"/>
                  </a:solidFill>
                  <a:ea typeface="Calibri" panose="020F0502020204030204" charset="0"/>
                  <a:cs typeface="Calibri" panose="020F0502020204030204" charset="0"/>
                </a:rPr>
                <a:t>Hints</a:t>
              </a:r>
            </a:p>
          </p:txBody>
        </p:sp>
      </p:grpSp>
      <p:cxnSp>
        <p:nvCxnSpPr>
          <p:cNvPr id="3145733" name="Straight Arrow Connector 38"/>
          <p:cNvCxnSpPr>
            <a:cxnSpLocks noChangeShapeType="1"/>
            <a:stCxn id="1048676" idx="11"/>
            <a:endCxn id="1048672" idx="0"/>
          </p:cNvCxnSpPr>
          <p:nvPr/>
        </p:nvCxnSpPr>
        <p:spPr bwMode="gray">
          <a:xfrm>
            <a:off x="2940453" y="3768191"/>
            <a:ext cx="5140" cy="772380"/>
          </a:xfrm>
          <a:prstGeom prst="straightConnector1"/>
          <a:noFill/>
          <a:ln w="9525">
            <a:solidFill>
              <a:schemeClr val="bg1">
                <a:lumMod val="50000"/>
              </a:schemeClr>
            </a:solidFill>
            <a:round/>
          </a:ln>
          <a:effectLst/>
        </p:spPr>
      </p:cxnSp>
      <p:sp>
        <p:nvSpPr>
          <p:cNvPr id="1048678" name="Straight Connector 41"/>
          <p:cNvSpPr/>
          <p:nvPr/>
        </p:nvSpPr>
        <p:spPr bwMode="auto">
          <a:xfrm>
            <a:off x="3002109" y="4186065"/>
            <a:ext cx="7920000" cy="0"/>
          </a:xfrm>
          <a:prstGeom prst="line"/>
          <a:noFill/>
          <a:ln w="38100" cap="rnd">
            <a:solidFill>
              <a:schemeClr val="bg1">
                <a:lumMod val="50000"/>
              </a:schemeClr>
            </a:solidFill>
            <a:prstDash val="sysDot"/>
            <a:round/>
            <a:tailEnd type="oval" w="med" len="med"/>
          </a:ln>
          <a:effectLst/>
        </p:spPr>
        <p:txBody>
          <a:bodyPr anchor="ctr"/>
          <a:p>
            <a:pPr algn="ctr"/>
            <a:endParaRPr>
              <a:ea typeface="Calibri" panose="020F0502020204030204" charset="0"/>
              <a:cs typeface="Calibri" panose="020F0502020204030204" charset="0"/>
            </a:endParaRPr>
          </a:p>
        </p:txBody>
      </p:sp>
      <p:grpSp>
        <p:nvGrpSpPr>
          <p:cNvPr id="52" name="Group 25"/>
          <p:cNvGrpSpPr/>
          <p:nvPr/>
        </p:nvGrpSpPr>
        <p:grpSpPr bwMode="auto">
          <a:xfrm>
            <a:off x="2015652" y="2074438"/>
            <a:ext cx="1859877" cy="520628"/>
            <a:chOff x="816" y="2304"/>
            <a:chExt cx="1440" cy="448"/>
          </a:xfrm>
        </p:grpSpPr>
        <p:sp>
          <p:nvSpPr>
            <p:cNvPr id="1048679" name="Freeform: Shape 26"/>
            <p:cNvSpPr/>
            <p:nvPr/>
          </p:nvSpPr>
          <p:spPr bwMode="gray">
            <a:xfrm>
              <a:off x="901" y="2562"/>
              <a:ext cx="1270" cy="190"/>
            </a:xfrm>
            <a:custGeom>
              <a:avLst/>
              <a:gdLst>
                <a:gd name="T0" fmla="*/ 1120 w 1120"/>
                <a:gd name="T1" fmla="*/ 252 h 252"/>
                <a:gd name="T2" fmla="*/ 1116 w 1120"/>
                <a:gd name="T3" fmla="*/ 250 h 252"/>
                <a:gd name="T4" fmla="*/ 1100 w 1120"/>
                <a:gd name="T5" fmla="*/ 246 h 252"/>
                <a:gd name="T6" fmla="*/ 1074 w 1120"/>
                <a:gd name="T7" fmla="*/ 240 h 252"/>
                <a:gd name="T8" fmla="*/ 1038 w 1120"/>
                <a:gd name="T9" fmla="*/ 232 h 252"/>
                <a:gd name="T10" fmla="*/ 992 w 1120"/>
                <a:gd name="T11" fmla="*/ 222 h 252"/>
                <a:gd name="T12" fmla="*/ 938 w 1120"/>
                <a:gd name="T13" fmla="*/ 212 h 252"/>
                <a:gd name="T14" fmla="*/ 876 w 1120"/>
                <a:gd name="T15" fmla="*/ 204 h 252"/>
                <a:gd name="T16" fmla="*/ 806 w 1120"/>
                <a:gd name="T17" fmla="*/ 196 h 252"/>
                <a:gd name="T18" fmla="*/ 730 w 1120"/>
                <a:gd name="T19" fmla="*/ 190 h 252"/>
                <a:gd name="T20" fmla="*/ 646 w 1120"/>
                <a:gd name="T21" fmla="*/ 184 h 252"/>
                <a:gd name="T22" fmla="*/ 556 w 1120"/>
                <a:gd name="T23" fmla="*/ 184 h 252"/>
                <a:gd name="T24" fmla="*/ 466 w 1120"/>
                <a:gd name="T25" fmla="*/ 184 h 252"/>
                <a:gd name="T26" fmla="*/ 384 w 1120"/>
                <a:gd name="T27" fmla="*/ 190 h 252"/>
                <a:gd name="T28" fmla="*/ 308 w 1120"/>
                <a:gd name="T29" fmla="*/ 196 h 252"/>
                <a:gd name="T30" fmla="*/ 238 w 1120"/>
                <a:gd name="T31" fmla="*/ 204 h 252"/>
                <a:gd name="T32" fmla="*/ 178 w 1120"/>
                <a:gd name="T33" fmla="*/ 212 h 252"/>
                <a:gd name="T34" fmla="*/ 126 w 1120"/>
                <a:gd name="T35" fmla="*/ 222 h 252"/>
                <a:gd name="T36" fmla="*/ 82 w 1120"/>
                <a:gd name="T37" fmla="*/ 232 h 252"/>
                <a:gd name="T38" fmla="*/ 46 w 1120"/>
                <a:gd name="T39" fmla="*/ 240 h 252"/>
                <a:gd name="T40" fmla="*/ 20 w 1120"/>
                <a:gd name="T41" fmla="*/ 246 h 252"/>
                <a:gd name="T42" fmla="*/ 6 w 1120"/>
                <a:gd name="T43" fmla="*/ 250 h 252"/>
                <a:gd name="T44" fmla="*/ 0 w 1120"/>
                <a:gd name="T45" fmla="*/ 252 h 252"/>
                <a:gd name="T46" fmla="*/ 0 w 1120"/>
                <a:gd name="T47" fmla="*/ 62 h 252"/>
                <a:gd name="T48" fmla="*/ 560 w 1120"/>
                <a:gd name="T49" fmla="*/ 0 h 252"/>
                <a:gd name="T50" fmla="*/ 1120 w 1120"/>
                <a:gd name="T51" fmla="*/ 62 h 252"/>
                <a:gd name="T52" fmla="*/ 1120 w 1120"/>
                <a:gd name="T53" fmla="*/ 252 h 252"/>
                <a:gd name="T54" fmla="*/ 1120 w 1120"/>
                <a:gd name="T55" fmla="*/ 252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1120" h="252">
                  <a:moveTo>
                    <a:pt x="1120" y="252"/>
                  </a:moveTo>
                  <a:lnTo>
                    <a:pt x="1116" y="250"/>
                  </a:lnTo>
                  <a:lnTo>
                    <a:pt x="1100" y="246"/>
                  </a:lnTo>
                  <a:lnTo>
                    <a:pt x="1074" y="240"/>
                  </a:lnTo>
                  <a:lnTo>
                    <a:pt x="1038" y="232"/>
                  </a:lnTo>
                  <a:lnTo>
                    <a:pt x="992" y="222"/>
                  </a:lnTo>
                  <a:lnTo>
                    <a:pt x="938" y="212"/>
                  </a:lnTo>
                  <a:lnTo>
                    <a:pt x="876" y="204"/>
                  </a:lnTo>
                  <a:lnTo>
                    <a:pt x="806" y="196"/>
                  </a:lnTo>
                  <a:lnTo>
                    <a:pt x="730" y="190"/>
                  </a:lnTo>
                  <a:lnTo>
                    <a:pt x="646" y="184"/>
                  </a:lnTo>
                  <a:lnTo>
                    <a:pt x="556" y="184"/>
                  </a:lnTo>
                  <a:lnTo>
                    <a:pt x="466" y="184"/>
                  </a:lnTo>
                  <a:lnTo>
                    <a:pt x="384" y="190"/>
                  </a:lnTo>
                  <a:lnTo>
                    <a:pt x="308" y="196"/>
                  </a:lnTo>
                  <a:lnTo>
                    <a:pt x="238" y="204"/>
                  </a:lnTo>
                  <a:lnTo>
                    <a:pt x="178" y="212"/>
                  </a:lnTo>
                  <a:lnTo>
                    <a:pt x="126" y="222"/>
                  </a:lnTo>
                  <a:lnTo>
                    <a:pt x="82" y="232"/>
                  </a:lnTo>
                  <a:lnTo>
                    <a:pt x="46" y="240"/>
                  </a:lnTo>
                  <a:lnTo>
                    <a:pt x="20" y="246"/>
                  </a:lnTo>
                  <a:lnTo>
                    <a:pt x="6" y="250"/>
                  </a:lnTo>
                  <a:lnTo>
                    <a:pt x="0" y="252"/>
                  </a:lnTo>
                  <a:lnTo>
                    <a:pt x="0" y="62"/>
                  </a:lnTo>
                  <a:lnTo>
                    <a:pt x="560" y="0"/>
                  </a:lnTo>
                  <a:lnTo>
                    <a:pt x="1120" y="62"/>
                  </a:lnTo>
                  <a:lnTo>
                    <a:pt x="1120" y="252"/>
                  </a:lnTo>
                  <a:lnTo>
                    <a:pt x="1120" y="252"/>
                  </a:lnTo>
                  <a:close/>
                </a:path>
              </a:pathLst>
            </a:custGeom>
            <a:solidFill>
              <a:srgbClr val="C0C0C0"/>
            </a:solidFill>
            <a:ln>
              <a:noFill/>
            </a:ln>
          </p:spPr>
          <p:txBody>
            <a:bodyPr anchor="ctr"/>
            <a:p>
              <a:pPr algn="ctr"/>
              <a:endParaRPr>
                <a:ea typeface="Calibri" panose="020F0502020204030204" charset="0"/>
                <a:cs typeface="Calibri" panose="020F0502020204030204" charset="0"/>
              </a:endParaRPr>
            </a:p>
          </p:txBody>
        </p:sp>
        <p:sp>
          <p:nvSpPr>
            <p:cNvPr id="1048680" name="Rectangle 27"/>
            <p:cNvSpPr/>
            <p:nvPr/>
          </p:nvSpPr>
          <p:spPr bwMode="gray">
            <a:xfrm>
              <a:off x="816" y="2304"/>
              <a:ext cx="1440" cy="393"/>
            </a:xfrm>
            <a:prstGeom prst="rect"/>
            <a:solidFill>
              <a:srgbClr val="5CBFBC"/>
            </a:solidFill>
            <a:ln>
              <a:noFill/>
            </a:ln>
            <a:effectLst/>
          </p:spPr>
          <p:txBody>
            <a:bodyPr anchor="ctr" wrap="none">
              <a:noAutofit/>
            </a:bodyPr>
            <a:p>
              <a:pPr algn="ctr"/>
              <a:r>
                <a:rPr b="1" dirty="0" sz="2400" lang="en-US">
                  <a:solidFill>
                    <a:schemeClr val="bg1"/>
                  </a:solidFill>
                  <a:ea typeface="Calibri" panose="020F0502020204030204" charset="0"/>
                  <a:cs typeface="Calibri" panose="020F0502020204030204" charset="0"/>
                </a:rPr>
                <a:t>Word</a:t>
              </a:r>
            </a:p>
          </p:txBody>
        </p:sp>
      </p:grpSp>
      <p:cxnSp>
        <p:nvCxnSpPr>
          <p:cNvPr id="3145734" name="Straight Arrow Connector 37"/>
          <p:cNvCxnSpPr>
            <a:cxnSpLocks noChangeShapeType="1"/>
            <a:stCxn id="1048679" idx="11"/>
            <a:endCxn id="1048677" idx="0"/>
          </p:cNvCxnSpPr>
          <p:nvPr/>
        </p:nvCxnSpPr>
        <p:spPr bwMode="gray">
          <a:xfrm>
            <a:off x="2940453" y="2535122"/>
            <a:ext cx="5140" cy="772380"/>
          </a:xfrm>
          <a:prstGeom prst="straightConnector1"/>
          <a:noFill/>
          <a:ln w="9525">
            <a:solidFill>
              <a:schemeClr val="bg1">
                <a:lumMod val="50000"/>
              </a:schemeClr>
            </a:solidFill>
            <a:round/>
          </a:ln>
          <a:effectLst/>
        </p:spPr>
      </p:cxnSp>
      <p:sp>
        <p:nvSpPr>
          <p:cNvPr id="1048681" name="Straight Connector 40"/>
          <p:cNvSpPr/>
          <p:nvPr/>
        </p:nvSpPr>
        <p:spPr bwMode="auto">
          <a:xfrm>
            <a:off x="3002109" y="2843390"/>
            <a:ext cx="7920000" cy="0"/>
          </a:xfrm>
          <a:prstGeom prst="line"/>
          <a:noFill/>
          <a:ln w="38100" cap="rnd">
            <a:solidFill>
              <a:schemeClr val="bg1">
                <a:lumMod val="50000"/>
              </a:schemeClr>
            </a:solidFill>
            <a:prstDash val="sysDot"/>
            <a:round/>
            <a:tailEnd type="oval" w="med" len="med"/>
          </a:ln>
          <a:effectLst/>
        </p:spPr>
        <p:txBody>
          <a:bodyPr anchor="ctr"/>
          <a:p>
            <a:pPr algn="ctr"/>
            <a:endParaRPr>
              <a:ea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1048682" name="文本框 35"/>
          <p:cNvSpPr txBox="1"/>
          <p:nvPr/>
        </p:nvSpPr>
        <p:spPr>
          <a:xfrm>
            <a:off x="4201958" y="2085990"/>
            <a:ext cx="5864606" cy="699515"/>
          </a:xfrm>
          <a:prstGeom prst="rect"/>
          <a:noFill/>
        </p:spPr>
        <p:txBody>
          <a:bodyPr rtlCol="0" wrap="square">
            <a:spAutoFit/>
            <a:scene3d>
              <a:camera prst="orthographicFront"/>
              <a:lightRig dir="t" rig="threePt"/>
            </a:scene3d>
            <a:sp3d contourW="12700"/>
          </a:bodyPr>
          <a:p>
            <a:pPr>
              <a:lnSpc>
                <a:spcPct val="114000"/>
              </a:lnSpc>
            </a:pPr>
            <a:r>
              <a:rPr altLang="zh-CN" dirty="0" sz="1800" lang="en-US">
                <a:latin typeface="Calibri" panose="020F0502020204030204" charset="0"/>
                <a:ea typeface="+mj-ea"/>
                <a:cs typeface="Calibri" panose="020F0502020204030204" charset="0"/>
              </a:rPr>
              <a:t>Stores all the correct answers used in the game.
Each word corresponds to one question.</a:t>
            </a:r>
          </a:p>
        </p:txBody>
      </p:sp>
      <p:sp>
        <p:nvSpPr>
          <p:cNvPr id="1048683" name="文本框 37"/>
          <p:cNvSpPr txBox="1"/>
          <p:nvPr/>
        </p:nvSpPr>
        <p:spPr>
          <a:xfrm>
            <a:off x="4201958" y="3230002"/>
            <a:ext cx="6044095" cy="699516"/>
          </a:xfrm>
          <a:prstGeom prst="rect"/>
          <a:noFill/>
        </p:spPr>
        <p:txBody>
          <a:bodyPr rtlCol="0" wrap="square">
            <a:spAutoFit/>
            <a:scene3d>
              <a:camera prst="orthographicFront"/>
              <a:lightRig dir="t" rig="threePt"/>
            </a:scene3d>
            <a:sp3d contourW="12700"/>
          </a:bodyPr>
          <a:p>
            <a:pPr>
              <a:lnSpc>
                <a:spcPct val="114000"/>
              </a:lnSpc>
            </a:pPr>
            <a:r>
              <a:rPr altLang="zh-CN" dirty="0" sz="1800" lang="en-US">
                <a:latin typeface="Calibri" panose="020F0502020204030204" charset="0"/>
                <a:ea typeface="+mj-ea"/>
                <a:cs typeface="Calibri" panose="020F0502020204030204" charset="0"/>
              </a:rPr>
              <a:t>Stores clues related to each word.
Helps the user to guess the correct answer.</a:t>
            </a:r>
          </a:p>
        </p:txBody>
      </p:sp>
      <p:sp>
        <p:nvSpPr>
          <p:cNvPr id="1048684" name="文本框 39"/>
          <p:cNvSpPr txBox="1"/>
          <p:nvPr/>
        </p:nvSpPr>
        <p:spPr>
          <a:xfrm>
            <a:off x="4202024" y="4544800"/>
            <a:ext cx="5974324" cy="699516"/>
          </a:xfrm>
          <a:prstGeom prst="rect"/>
          <a:noFill/>
        </p:spPr>
        <p:txBody>
          <a:bodyPr rtlCol="0" wrap="square">
            <a:spAutoFit/>
            <a:scene3d>
              <a:camera prst="orthographicFront"/>
              <a:lightRig dir="t" rig="threePt"/>
            </a:scene3d>
            <a:sp3d contourW="12700"/>
          </a:bodyPr>
          <a:p>
            <a:pPr>
              <a:lnSpc>
                <a:spcPct val="114000"/>
              </a:lnSpc>
            </a:pPr>
            <a:r>
              <a:rPr altLang="zh-CN" dirty="0" sz="1800" lang="en-US">
                <a:latin typeface="Calibri" panose="020F0502020204030204" charset="0"/>
                <a:ea typeface="+mj-ea"/>
                <a:cs typeface="Calibri" panose="020F0502020204030204" charset="0"/>
              </a:rPr>
              <a:t>Stores the word entered by the user.
Used to compare with the correct answer.</a:t>
            </a:r>
          </a:p>
        </p:txBody>
      </p:sp>
      <p:sp>
        <p:nvSpPr>
          <p:cNvPr id="1048685" name="文本框 41"/>
          <p:cNvSpPr txBox="1"/>
          <p:nvPr/>
        </p:nvSpPr>
        <p:spPr>
          <a:xfrm>
            <a:off x="4201958" y="5717238"/>
            <a:ext cx="4685525" cy="1003553"/>
          </a:xfrm>
          <a:prstGeom prst="rect"/>
          <a:noFill/>
        </p:spPr>
        <p:txBody>
          <a:bodyPr rtlCol="0" wrap="square">
            <a:spAutoFit/>
            <a:scene3d>
              <a:camera prst="orthographicFront"/>
              <a:lightRig dir="t" rig="threePt"/>
            </a:scene3d>
            <a:sp3d contourW="12700"/>
          </a:bodyPr>
          <a:p>
            <a:pPr>
              <a:lnSpc>
                <a:spcPct val="114000"/>
              </a:lnSpc>
            </a:pPr>
            <a:r>
              <a:rPr altLang="zh-CN" b="1" dirty="0" sz="1800" lang="en-US">
                <a:latin typeface="Calibri" panose="020F0502020204030204" charset="0"/>
                <a:ea typeface="+mj-ea"/>
                <a:cs typeface="Calibri" panose="020F0502020204030204" charset="0"/>
              </a:rPr>
              <a:t>Tracks the remaining chances for each question.
Limits the number of guesses allowed.</a:t>
            </a:r>
          </a:p>
        </p:txBody>
      </p:sp>
    </p:spTree>
  </p:cSld>
  <p:clrMapOvr>
    <a:masterClrMapping/>
  </p:clrMapOvr>
  <p:timing>
    <p:tnLst>
      <p:par>
        <p:cTn dur="indefinite" id="1" nodeType="tmRoot" restart="never">
          <p:childTnLst>
            <p:seq concurrent="1" nextAc="seek">
              <p:cTn dur="indefinite" id="2" nodeType="mainSeq">
                <p:childTnLst>
                  <p:par>
                    <p:cTn fill="hold" id="3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 id="4">
                            <p:stCondLst>
                              <p:cond delay="0"/>
                            </p:stCondLst>
                            <p:childTnLst>
                              <p:par>
                                <p:cTn decel="100000" fill="hold" grpId="0" id="5" nodeType="afterEffect" presetClass="entr" presetID="5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6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dur="1000" fill="hold" id="7"/>
                                        <p:tgtEl>
                                          <p:spTgt spid="104867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ur="1000" fill="hold" id="8"/>
                                        <p:tgtEl>
                                          <p:spTgt spid="104867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dur="1000" id="9"/>
                                        <p:tgtEl>
                                          <p:spTgt spid="10486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8670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56" name="图片 2"/>
          <p:cNvPicPr>
            <a:picLocks noChangeAspect="1"/>
          </p:cNvPicPr>
          <p:nvPr/>
        </p:nvPicPr>
        <p:blipFill rotWithShape="1">
          <a:blip xmlns:r="http://schemas.openxmlformats.org/officeDocument/2006/relationships" r:embed="rId1" cstate="print"/>
          <a:srcRect l="58734" r="33532"/>
          <a:stretch>
            <a:fillRect/>
          </a:stretch>
        </p:blipFill>
        <p:spPr>
          <a:xfrm rot="5400000" flipV="1">
            <a:off x="5429250" y="-5467350"/>
            <a:ext cx="1333500" cy="12192000"/>
          </a:xfrm>
          <a:prstGeom prst="rect"/>
        </p:spPr>
      </p:pic>
      <p:sp>
        <p:nvSpPr>
          <p:cNvPr id="1048652" name="文本框 13"/>
          <p:cNvSpPr txBox="1"/>
          <p:nvPr/>
        </p:nvSpPr>
        <p:spPr>
          <a:xfrm>
            <a:off x="2914873" y="268644"/>
            <a:ext cx="6507480" cy="815340"/>
          </a:xfrm>
          <a:prstGeom prst="rect"/>
          <a:noFill/>
        </p:spPr>
        <p:txBody>
          <a:bodyPr rtlCol="0" wrap="none">
            <a:spAutoFit/>
          </a:bodyPr>
          <a:p>
            <a:r>
              <a:rPr altLang="zh-CN" b="1" dirty="0" sz="4800" lang="en-US">
                <a:solidFill>
                  <a:srgbClr val="5EC1BE"/>
                </a:solidFill>
                <a:latin typeface="Calibri" panose="020F0502020204030204" charset="0"/>
                <a:ea typeface="Calibri" panose="020F0502020204030204" charset="0"/>
                <a:cs typeface="Calibri" panose="020F0502020204030204" charset="0"/>
              </a:rPr>
              <a:t>FLOW OF PROGRAM </a:t>
            </a:r>
            <a:endParaRPr altLang="en-US" b="1" dirty="0" sz="4800" lang="zh-CN">
              <a:solidFill>
                <a:srgbClr val="5EC1BE"/>
              </a:solidFill>
              <a:latin typeface="Calibri" panose="020F0502020204030204" charset="0"/>
              <a:ea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1048653" name="Rectangle 5"/>
          <p:cNvSpPr>
            <a:spLocks noChangeArrowheads="1"/>
          </p:cNvSpPr>
          <p:nvPr/>
        </p:nvSpPr>
        <p:spPr bwMode="auto">
          <a:xfrm>
            <a:off x="3162524" y="-1204283"/>
            <a:ext cx="914401" cy="1052875"/>
          </a:xfrm>
          <a:prstGeom prst="rect"/>
          <a:solidFill>
            <a:srgbClr val="1B2932"/>
          </a:solidFill>
          <a:ln>
            <a:noFill/>
          </a:ln>
        </p:spPr>
        <p:txBody>
          <a:bodyPr anchor="t" anchorCtr="0" bIns="45720" compatLnSpc="1" lIns="91440" numCol="1" rIns="91440" tIns="45720" vert="horz" wrap="square"/>
          <a:p>
            <a:endParaRPr altLang="en-US" lang="zh-CN">
              <a:cs typeface="Calibri" panose="020F0502020204030204" charset="0"/>
            </a:endParaRPr>
          </a:p>
        </p:txBody>
      </p:sp>
      <p:cxnSp>
        <p:nvCxnSpPr>
          <p:cNvPr id="3145728" name="Straight Connector 4"/>
          <p:cNvCxnSpPr>
            <a:cxnSpLocks/>
          </p:cNvCxnSpPr>
          <p:nvPr/>
        </p:nvCxnSpPr>
        <p:spPr>
          <a:xfrm>
            <a:off x="4930758" y="3713619"/>
            <a:ext cx="930609" cy="0"/>
          </a:xfrm>
          <a:prstGeom prst="line"/>
          <a:ln w="12700">
            <a:solidFill>
              <a:schemeClr val="tx2">
                <a:lumMod val="20000"/>
                <a:lumOff val="80000"/>
              </a:schemeClr>
            </a:solidFill>
            <a:prstDash val="sysDash"/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8654" name="Freeform 27"/>
          <p:cNvSpPr>
            <a:spLocks noChangeArrowheads="1"/>
          </p:cNvSpPr>
          <p:nvPr/>
        </p:nvSpPr>
        <p:spPr bwMode="auto">
          <a:xfrm>
            <a:off x="5997668" y="3487177"/>
            <a:ext cx="578233" cy="452884"/>
          </a:xfrm>
          <a:custGeom>
            <a:avLst/>
            <a:gdLst>
              <a:gd name="T0" fmla="*/ 194710 w 506"/>
              <a:gd name="T1" fmla="*/ 31193 h 399"/>
              <a:gd name="T2" fmla="*/ 194710 w 506"/>
              <a:gd name="T3" fmla="*/ 31193 h 399"/>
              <a:gd name="T4" fmla="*/ 75372 w 506"/>
              <a:gd name="T5" fmla="*/ 15596 h 399"/>
              <a:gd name="T6" fmla="*/ 4038 w 506"/>
              <a:gd name="T7" fmla="*/ 98481 h 399"/>
              <a:gd name="T8" fmla="*/ 87485 w 506"/>
              <a:gd name="T9" fmla="*/ 177354 h 399"/>
              <a:gd name="T10" fmla="*/ 170932 w 506"/>
              <a:gd name="T11" fmla="*/ 138140 h 399"/>
              <a:gd name="T12" fmla="*/ 162856 w 506"/>
              <a:gd name="T13" fmla="*/ 94470 h 399"/>
              <a:gd name="T14" fmla="*/ 210412 w 506"/>
              <a:gd name="T15" fmla="*/ 90460 h 399"/>
              <a:gd name="T16" fmla="*/ 194710 w 506"/>
              <a:gd name="T17" fmla="*/ 31193 h 399"/>
              <a:gd name="T18" fmla="*/ 122927 w 506"/>
              <a:gd name="T19" fmla="*/ 134130 h 399"/>
              <a:gd name="T20" fmla="*/ 122927 w 506"/>
              <a:gd name="T21" fmla="*/ 134130 h 399"/>
              <a:gd name="T22" fmla="*/ 107225 w 506"/>
              <a:gd name="T23" fmla="*/ 118088 h 399"/>
              <a:gd name="T24" fmla="*/ 122927 w 506"/>
              <a:gd name="T25" fmla="*/ 102491 h 399"/>
              <a:gd name="T26" fmla="*/ 138630 w 506"/>
              <a:gd name="T27" fmla="*/ 118088 h 399"/>
              <a:gd name="T28" fmla="*/ 122927 w 506"/>
              <a:gd name="T29" fmla="*/ 134130 h 399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</a:gdLst>
            <a:ahLst/>
            <a:cxnLst>
              <a:cxn ang="T30">
                <a:pos x="T0" y="T1"/>
              </a:cxn>
              <a:cxn ang="T31">
                <a:pos x="T2" y="T3"/>
              </a:cxn>
              <a:cxn ang="T32">
                <a:pos x="T4" y="T5"/>
              </a:cxn>
              <a:cxn ang="T33">
                <a:pos x="T6" y="T7"/>
              </a:cxn>
              <a:cxn ang="T34">
                <a:pos x="T8" y="T9"/>
              </a:cxn>
              <a:cxn ang="T35">
                <a:pos x="T10" y="T11"/>
              </a:cxn>
              <a:cxn ang="T36">
                <a:pos x="T12" y="T13"/>
              </a:cxn>
              <a:cxn ang="T37">
                <a:pos x="T14" y="T15"/>
              </a:cxn>
              <a:cxn ang="T38">
                <a:pos x="T16" y="T17"/>
              </a:cxn>
              <a:cxn ang="T39">
                <a:pos x="T18" y="T19"/>
              </a:cxn>
              <a:cxn ang="T40">
                <a:pos x="T20" y="T21"/>
              </a:cxn>
              <a:cxn ang="T41">
                <a:pos x="T22" y="T23"/>
              </a:cxn>
              <a:cxn ang="T42">
                <a:pos x="T24" y="T25"/>
              </a:cxn>
              <a:cxn ang="T43">
                <a:pos x="T26" y="T27"/>
              </a:cxn>
              <a:cxn ang="T44">
                <a:pos x="T28" y="T29"/>
              </a:cxn>
            </a:cxnLst>
            <a:rect l="0" t="0" r="r" b="b"/>
            <a:pathLst>
              <a:path w="506" h="399">
                <a:moveTo>
                  <a:pt x="434" y="70"/>
                </a:moveTo>
                <a:lnTo>
                  <a:pt x="434" y="70"/>
                </a:lnTo>
                <a:cubicBezTo>
                  <a:pt x="354" y="17"/>
                  <a:pt x="265" y="0"/>
                  <a:pt x="168" y="35"/>
                </a:cubicBezTo>
                <a:cubicBezTo>
                  <a:pt x="89" y="53"/>
                  <a:pt x="9" y="141"/>
                  <a:pt x="9" y="221"/>
                </a:cubicBezTo>
                <a:cubicBezTo>
                  <a:pt x="0" y="319"/>
                  <a:pt x="71" y="398"/>
                  <a:pt x="195" y="398"/>
                </a:cubicBezTo>
                <a:cubicBezTo>
                  <a:pt x="337" y="398"/>
                  <a:pt x="381" y="328"/>
                  <a:pt x="381" y="310"/>
                </a:cubicBezTo>
                <a:cubicBezTo>
                  <a:pt x="390" y="292"/>
                  <a:pt x="328" y="248"/>
                  <a:pt x="363" y="212"/>
                </a:cubicBezTo>
                <a:cubicBezTo>
                  <a:pt x="408" y="168"/>
                  <a:pt x="452" y="203"/>
                  <a:pt x="469" y="203"/>
                </a:cubicBezTo>
                <a:cubicBezTo>
                  <a:pt x="496" y="194"/>
                  <a:pt x="505" y="124"/>
                  <a:pt x="434" y="70"/>
                </a:cubicBezTo>
                <a:close/>
                <a:moveTo>
                  <a:pt x="274" y="301"/>
                </a:moveTo>
                <a:lnTo>
                  <a:pt x="274" y="301"/>
                </a:lnTo>
                <a:cubicBezTo>
                  <a:pt x="248" y="301"/>
                  <a:pt x="239" y="283"/>
                  <a:pt x="239" y="265"/>
                </a:cubicBezTo>
                <a:cubicBezTo>
                  <a:pt x="239" y="248"/>
                  <a:pt x="248" y="230"/>
                  <a:pt x="274" y="230"/>
                </a:cubicBezTo>
                <a:cubicBezTo>
                  <a:pt x="293" y="230"/>
                  <a:pt x="309" y="248"/>
                  <a:pt x="309" y="265"/>
                </a:cubicBezTo>
                <a:cubicBezTo>
                  <a:pt x="309" y="283"/>
                  <a:pt x="293" y="301"/>
                  <a:pt x="274" y="301"/>
                </a:cubicBezTo>
                <a:close/>
              </a:path>
            </a:pathLst>
          </a:custGeom>
          <a:solidFill>
            <a:srgbClr val="1B2932"/>
          </a:solidFill>
          <a:ln>
            <a:noFill/>
          </a:ln>
          <a:effectLst/>
        </p:spPr>
        <p:txBody>
          <a:bodyPr anchor="ctr" bIns="17145" lIns="34291" rIns="34291" tIns="17145" wrap="none"/>
          <a:p>
            <a:endParaRPr lang="en-US">
              <a:ea typeface="Calibri" panose="020F0502020204030204" charset="0"/>
              <a:cs typeface="Calibri" panose="020F0502020204030204" charset="0"/>
            </a:endParaRPr>
          </a:p>
        </p:txBody>
      </p:sp>
      <p:cxnSp>
        <p:nvCxnSpPr>
          <p:cNvPr id="3145729" name="Straight Connector 6"/>
          <p:cNvCxnSpPr>
            <a:cxnSpLocks/>
          </p:cNvCxnSpPr>
          <p:nvPr/>
        </p:nvCxnSpPr>
        <p:spPr>
          <a:xfrm>
            <a:off x="4058389" y="5561803"/>
            <a:ext cx="1802979" cy="0"/>
          </a:xfrm>
          <a:prstGeom prst="line"/>
          <a:ln w="12700">
            <a:solidFill>
              <a:schemeClr val="tx2">
                <a:lumMod val="20000"/>
                <a:lumOff val="80000"/>
              </a:schemeClr>
            </a:solidFill>
            <a:prstDash val="sysDash"/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8655" name="Freeform 29"/>
          <p:cNvSpPr>
            <a:spLocks noChangeArrowheads="1"/>
          </p:cNvSpPr>
          <p:nvPr/>
        </p:nvSpPr>
        <p:spPr bwMode="auto">
          <a:xfrm>
            <a:off x="6032036" y="5298969"/>
            <a:ext cx="509496" cy="525668"/>
          </a:xfrm>
          <a:custGeom>
            <a:avLst/>
            <a:gdLst>
              <a:gd name="T0" fmla="*/ 111726 w 444"/>
              <a:gd name="T1" fmla="*/ 150538 h 462"/>
              <a:gd name="T2" fmla="*/ 111726 w 444"/>
              <a:gd name="T3" fmla="*/ 150538 h 462"/>
              <a:gd name="T4" fmla="*/ 144162 w 444"/>
              <a:gd name="T5" fmla="*/ 114802 h 462"/>
              <a:gd name="T6" fmla="*/ 199574 w 444"/>
              <a:gd name="T7" fmla="*/ 31716 h 462"/>
              <a:gd name="T8" fmla="*/ 191916 w 444"/>
              <a:gd name="T9" fmla="*/ 23675 h 462"/>
              <a:gd name="T10" fmla="*/ 155875 w 444"/>
              <a:gd name="T11" fmla="*/ 23675 h 462"/>
              <a:gd name="T12" fmla="*/ 100013 w 444"/>
              <a:gd name="T13" fmla="*/ 0 h 462"/>
              <a:gd name="T14" fmla="*/ 44150 w 444"/>
              <a:gd name="T15" fmla="*/ 23675 h 462"/>
              <a:gd name="T16" fmla="*/ 8109 w 444"/>
              <a:gd name="T17" fmla="*/ 23675 h 462"/>
              <a:gd name="T18" fmla="*/ 0 w 444"/>
              <a:gd name="T19" fmla="*/ 31716 h 462"/>
              <a:gd name="T20" fmla="*/ 55863 w 444"/>
              <a:gd name="T21" fmla="*/ 114802 h 462"/>
              <a:gd name="T22" fmla="*/ 87849 w 444"/>
              <a:gd name="T23" fmla="*/ 150538 h 462"/>
              <a:gd name="T24" fmla="*/ 87849 w 444"/>
              <a:gd name="T25" fmla="*/ 166172 h 462"/>
              <a:gd name="T26" fmla="*/ 48204 w 444"/>
              <a:gd name="T27" fmla="*/ 185827 h 462"/>
              <a:gd name="T28" fmla="*/ 100013 w 444"/>
              <a:gd name="T29" fmla="*/ 205928 h 462"/>
              <a:gd name="T30" fmla="*/ 147766 w 444"/>
              <a:gd name="T31" fmla="*/ 185827 h 462"/>
              <a:gd name="T32" fmla="*/ 111726 w 444"/>
              <a:gd name="T33" fmla="*/ 166172 h 462"/>
              <a:gd name="T34" fmla="*/ 111726 w 444"/>
              <a:gd name="T35" fmla="*/ 150538 h 462"/>
              <a:gd name="T36" fmla="*/ 144162 w 444"/>
              <a:gd name="T37" fmla="*/ 94700 h 462"/>
              <a:gd name="T38" fmla="*/ 144162 w 444"/>
              <a:gd name="T39" fmla="*/ 94700 h 462"/>
              <a:gd name="T40" fmla="*/ 155875 w 444"/>
              <a:gd name="T41" fmla="*/ 39756 h 462"/>
              <a:gd name="T42" fmla="*/ 183807 w 444"/>
              <a:gd name="T43" fmla="*/ 39756 h 462"/>
              <a:gd name="T44" fmla="*/ 144162 w 444"/>
              <a:gd name="T45" fmla="*/ 94700 h 462"/>
              <a:gd name="T46" fmla="*/ 100013 w 444"/>
              <a:gd name="T47" fmla="*/ 16081 h 462"/>
              <a:gd name="T48" fmla="*/ 100013 w 444"/>
              <a:gd name="T49" fmla="*/ 16081 h 462"/>
              <a:gd name="T50" fmla="*/ 144162 w 444"/>
              <a:gd name="T51" fmla="*/ 31716 h 462"/>
              <a:gd name="T52" fmla="*/ 100013 w 444"/>
              <a:gd name="T53" fmla="*/ 51370 h 462"/>
              <a:gd name="T54" fmla="*/ 55863 w 444"/>
              <a:gd name="T55" fmla="*/ 31716 h 462"/>
              <a:gd name="T56" fmla="*/ 100013 w 444"/>
              <a:gd name="T57" fmla="*/ 16081 h 462"/>
              <a:gd name="T58" fmla="*/ 16218 w 444"/>
              <a:gd name="T59" fmla="*/ 39756 h 462"/>
              <a:gd name="T60" fmla="*/ 16218 w 444"/>
              <a:gd name="T61" fmla="*/ 39756 h 462"/>
              <a:gd name="T62" fmla="*/ 44150 w 444"/>
              <a:gd name="T63" fmla="*/ 39756 h 462"/>
              <a:gd name="T64" fmla="*/ 55863 w 444"/>
              <a:gd name="T65" fmla="*/ 94700 h 462"/>
              <a:gd name="T66" fmla="*/ 16218 w 444"/>
              <a:gd name="T67" fmla="*/ 39756 h 462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</a:gdLst>
            <a:ahLst/>
            <a:cxnLst>
              <a:cxn ang="T68">
                <a:pos x="T0" y="T1"/>
              </a:cxn>
              <a:cxn ang="T69">
                <a:pos x="T2" y="T3"/>
              </a:cxn>
              <a:cxn ang="T70">
                <a:pos x="T4" y="T5"/>
              </a:cxn>
              <a:cxn ang="T71">
                <a:pos x="T6" y="T7"/>
              </a:cxn>
              <a:cxn ang="T72">
                <a:pos x="T8" y="T9"/>
              </a:cxn>
              <a:cxn ang="T73">
                <a:pos x="T10" y="T11"/>
              </a:cxn>
              <a:cxn ang="T74">
                <a:pos x="T12" y="T13"/>
              </a:cxn>
              <a:cxn ang="T75">
                <a:pos x="T14" y="T15"/>
              </a:cxn>
              <a:cxn ang="T76">
                <a:pos x="T16" y="T17"/>
              </a:cxn>
              <a:cxn ang="T77">
                <a:pos x="T18" y="T19"/>
              </a:cxn>
              <a:cxn ang="T78">
                <a:pos x="T20" y="T21"/>
              </a:cxn>
              <a:cxn ang="T79">
                <a:pos x="T22" y="T23"/>
              </a:cxn>
              <a:cxn ang="T80">
                <a:pos x="T24" y="T25"/>
              </a:cxn>
              <a:cxn ang="T81">
                <a:pos x="T26" y="T27"/>
              </a:cxn>
              <a:cxn ang="T82">
                <a:pos x="T28" y="T29"/>
              </a:cxn>
              <a:cxn ang="T83">
                <a:pos x="T30" y="T31"/>
              </a:cxn>
              <a:cxn ang="T84">
                <a:pos x="T32" y="T33"/>
              </a:cxn>
              <a:cxn ang="T85">
                <a:pos x="T34" y="T35"/>
              </a:cxn>
              <a:cxn ang="T86">
                <a:pos x="T36" y="T37"/>
              </a:cxn>
              <a:cxn ang="T87">
                <a:pos x="T38" y="T39"/>
              </a:cxn>
              <a:cxn ang="T88">
                <a:pos x="T40" y="T41"/>
              </a:cxn>
              <a:cxn ang="T89">
                <a:pos x="T42" y="T43"/>
              </a:cxn>
              <a:cxn ang="T90">
                <a:pos x="T44" y="T45"/>
              </a:cxn>
              <a:cxn ang="T91">
                <a:pos x="T46" y="T47"/>
              </a:cxn>
              <a:cxn ang="T92">
                <a:pos x="T48" y="T49"/>
              </a:cxn>
              <a:cxn ang="T93">
                <a:pos x="T50" y="T51"/>
              </a:cxn>
              <a:cxn ang="T94">
                <a:pos x="T52" y="T53"/>
              </a:cxn>
              <a:cxn ang="T95">
                <a:pos x="T54" y="T55"/>
              </a:cxn>
              <a:cxn ang="T96">
                <a:pos x="T56" y="T57"/>
              </a:cxn>
              <a:cxn ang="T97">
                <a:pos x="T58" y="T59"/>
              </a:cxn>
              <a:cxn ang="T98">
                <a:pos x="T60" y="T61"/>
              </a:cxn>
              <a:cxn ang="T99">
                <a:pos x="T62" y="T63"/>
              </a:cxn>
              <a:cxn ang="T100">
                <a:pos x="T64" y="T65"/>
              </a:cxn>
              <a:cxn ang="T101">
                <a:pos x="T66" y="T67"/>
              </a:cxn>
            </a:cxnLst>
            <a:rect l="0" t="0" r="r" b="b"/>
            <a:pathLst>
              <a:path w="444" h="462">
                <a:moveTo>
                  <a:pt x="248" y="337"/>
                </a:moveTo>
                <a:lnTo>
                  <a:pt x="248" y="337"/>
                </a:lnTo>
                <a:cubicBezTo>
                  <a:pt x="248" y="302"/>
                  <a:pt x="275" y="283"/>
                  <a:pt x="320" y="257"/>
                </a:cubicBezTo>
                <a:cubicBezTo>
                  <a:pt x="373" y="221"/>
                  <a:pt x="443" y="177"/>
                  <a:pt x="443" y="71"/>
                </a:cubicBezTo>
                <a:cubicBezTo>
                  <a:pt x="443" y="62"/>
                  <a:pt x="434" y="53"/>
                  <a:pt x="426" y="53"/>
                </a:cubicBezTo>
                <a:cubicBezTo>
                  <a:pt x="346" y="53"/>
                  <a:pt x="346" y="53"/>
                  <a:pt x="346" y="53"/>
                </a:cubicBezTo>
                <a:cubicBezTo>
                  <a:pt x="328" y="27"/>
                  <a:pt x="293" y="0"/>
                  <a:pt x="222" y="0"/>
                </a:cubicBezTo>
                <a:cubicBezTo>
                  <a:pt x="151" y="0"/>
                  <a:pt x="116" y="27"/>
                  <a:pt x="98" y="53"/>
                </a:cubicBezTo>
                <a:cubicBezTo>
                  <a:pt x="18" y="53"/>
                  <a:pt x="18" y="53"/>
                  <a:pt x="18" y="53"/>
                </a:cubicBezTo>
                <a:cubicBezTo>
                  <a:pt x="9" y="53"/>
                  <a:pt x="0" y="62"/>
                  <a:pt x="0" y="71"/>
                </a:cubicBezTo>
                <a:cubicBezTo>
                  <a:pt x="0" y="177"/>
                  <a:pt x="62" y="221"/>
                  <a:pt x="124" y="257"/>
                </a:cubicBezTo>
                <a:cubicBezTo>
                  <a:pt x="169" y="283"/>
                  <a:pt x="195" y="302"/>
                  <a:pt x="195" y="337"/>
                </a:cubicBezTo>
                <a:cubicBezTo>
                  <a:pt x="195" y="372"/>
                  <a:pt x="195" y="372"/>
                  <a:pt x="195" y="372"/>
                </a:cubicBezTo>
                <a:cubicBezTo>
                  <a:pt x="142" y="381"/>
                  <a:pt x="107" y="399"/>
                  <a:pt x="107" y="416"/>
                </a:cubicBezTo>
                <a:cubicBezTo>
                  <a:pt x="107" y="443"/>
                  <a:pt x="160" y="461"/>
                  <a:pt x="222" y="461"/>
                </a:cubicBezTo>
                <a:cubicBezTo>
                  <a:pt x="283" y="461"/>
                  <a:pt x="328" y="443"/>
                  <a:pt x="328" y="416"/>
                </a:cubicBezTo>
                <a:cubicBezTo>
                  <a:pt x="328" y="399"/>
                  <a:pt x="302" y="381"/>
                  <a:pt x="248" y="372"/>
                </a:cubicBezTo>
                <a:lnTo>
                  <a:pt x="248" y="337"/>
                </a:lnTo>
                <a:close/>
                <a:moveTo>
                  <a:pt x="320" y="212"/>
                </a:moveTo>
                <a:lnTo>
                  <a:pt x="320" y="212"/>
                </a:lnTo>
                <a:cubicBezTo>
                  <a:pt x="337" y="186"/>
                  <a:pt x="346" y="142"/>
                  <a:pt x="346" y="89"/>
                </a:cubicBezTo>
                <a:cubicBezTo>
                  <a:pt x="408" y="89"/>
                  <a:pt x="408" y="89"/>
                  <a:pt x="408" y="89"/>
                </a:cubicBezTo>
                <a:cubicBezTo>
                  <a:pt x="399" y="151"/>
                  <a:pt x="364" y="186"/>
                  <a:pt x="320" y="212"/>
                </a:cubicBezTo>
                <a:close/>
                <a:moveTo>
                  <a:pt x="222" y="36"/>
                </a:moveTo>
                <a:lnTo>
                  <a:pt x="222" y="36"/>
                </a:lnTo>
                <a:cubicBezTo>
                  <a:pt x="293" y="36"/>
                  <a:pt x="320" y="62"/>
                  <a:pt x="320" y="71"/>
                </a:cubicBezTo>
                <a:cubicBezTo>
                  <a:pt x="320" y="80"/>
                  <a:pt x="293" y="106"/>
                  <a:pt x="222" y="115"/>
                </a:cubicBezTo>
                <a:cubicBezTo>
                  <a:pt x="151" y="106"/>
                  <a:pt x="124" y="80"/>
                  <a:pt x="124" y="71"/>
                </a:cubicBezTo>
                <a:cubicBezTo>
                  <a:pt x="124" y="62"/>
                  <a:pt x="151" y="36"/>
                  <a:pt x="222" y="36"/>
                </a:cubicBezTo>
                <a:close/>
                <a:moveTo>
                  <a:pt x="36" y="89"/>
                </a:moveTo>
                <a:lnTo>
                  <a:pt x="36" y="89"/>
                </a:lnTo>
                <a:cubicBezTo>
                  <a:pt x="98" y="89"/>
                  <a:pt x="98" y="89"/>
                  <a:pt x="98" y="89"/>
                </a:cubicBezTo>
                <a:cubicBezTo>
                  <a:pt x="98" y="142"/>
                  <a:pt x="107" y="186"/>
                  <a:pt x="124" y="212"/>
                </a:cubicBezTo>
                <a:cubicBezTo>
                  <a:pt x="80" y="186"/>
                  <a:pt x="36" y="151"/>
                  <a:pt x="36" y="89"/>
                </a:cubicBezTo>
                <a:close/>
              </a:path>
            </a:pathLst>
          </a:custGeom>
          <a:solidFill>
            <a:srgbClr val="1B2932"/>
          </a:solidFill>
          <a:ln>
            <a:noFill/>
          </a:ln>
          <a:effectLst/>
        </p:spPr>
        <p:txBody>
          <a:bodyPr anchor="ctr" bIns="17145" lIns="34291" rIns="34291" tIns="17145" wrap="none"/>
          <a:p>
            <a:endParaRPr lang="en-US">
              <a:ea typeface="Calibri" panose="020F0502020204030204" charset="0"/>
              <a:cs typeface="Calibri" panose="020F0502020204030204" charset="0"/>
            </a:endParaRPr>
          </a:p>
        </p:txBody>
      </p:sp>
      <p:cxnSp>
        <p:nvCxnSpPr>
          <p:cNvPr id="3145730" name="Straight Connector 8"/>
          <p:cNvCxnSpPr>
            <a:cxnSpLocks/>
          </p:cNvCxnSpPr>
          <p:nvPr/>
        </p:nvCxnSpPr>
        <p:spPr>
          <a:xfrm>
            <a:off x="4058389" y="2850432"/>
            <a:ext cx="1802979" cy="0"/>
          </a:xfrm>
          <a:prstGeom prst="line"/>
          <a:ln w="12700">
            <a:solidFill>
              <a:schemeClr val="tx2">
                <a:lumMod val="20000"/>
                <a:lumOff val="80000"/>
              </a:schemeClr>
            </a:solidFill>
            <a:prstDash val="sysDash"/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8656" name="Freeform 65"/>
          <p:cNvSpPr>
            <a:spLocks noChangeArrowheads="1"/>
          </p:cNvSpPr>
          <p:nvPr/>
        </p:nvSpPr>
        <p:spPr bwMode="auto">
          <a:xfrm>
            <a:off x="6046190" y="2611860"/>
            <a:ext cx="481189" cy="477144"/>
          </a:xfrm>
          <a:custGeom>
            <a:avLst/>
            <a:gdLst>
              <a:gd name="T0" fmla="*/ 172604 w 417"/>
              <a:gd name="T1" fmla="*/ 91192 h 417"/>
              <a:gd name="T2" fmla="*/ 172604 w 417"/>
              <a:gd name="T3" fmla="*/ 91192 h 417"/>
              <a:gd name="T4" fmla="*/ 188460 w 417"/>
              <a:gd name="T5" fmla="*/ 63340 h 417"/>
              <a:gd name="T6" fmla="*/ 184836 w 417"/>
              <a:gd name="T7" fmla="*/ 47617 h 417"/>
              <a:gd name="T8" fmla="*/ 152671 w 417"/>
              <a:gd name="T9" fmla="*/ 35488 h 417"/>
              <a:gd name="T10" fmla="*/ 144516 w 417"/>
              <a:gd name="T11" fmla="*/ 7637 h 417"/>
              <a:gd name="T12" fmla="*/ 124583 w 417"/>
              <a:gd name="T13" fmla="*/ 0 h 417"/>
              <a:gd name="T14" fmla="*/ 96495 w 417"/>
              <a:gd name="T15" fmla="*/ 15723 h 417"/>
              <a:gd name="T16" fmla="*/ 68407 w 417"/>
              <a:gd name="T17" fmla="*/ 0 h 417"/>
              <a:gd name="T18" fmla="*/ 48474 w 417"/>
              <a:gd name="T19" fmla="*/ 7637 h 417"/>
              <a:gd name="T20" fmla="*/ 40320 w 417"/>
              <a:gd name="T21" fmla="*/ 35488 h 417"/>
              <a:gd name="T22" fmla="*/ 8155 w 417"/>
              <a:gd name="T23" fmla="*/ 47617 h 417"/>
              <a:gd name="T24" fmla="*/ 0 w 417"/>
              <a:gd name="T25" fmla="*/ 63340 h 417"/>
              <a:gd name="T26" fmla="*/ 19933 w 417"/>
              <a:gd name="T27" fmla="*/ 91192 h 417"/>
              <a:gd name="T28" fmla="*/ 0 w 417"/>
              <a:gd name="T29" fmla="*/ 123536 h 417"/>
              <a:gd name="T30" fmla="*/ 8155 w 417"/>
              <a:gd name="T31" fmla="*/ 139258 h 417"/>
              <a:gd name="T32" fmla="*/ 40320 w 417"/>
              <a:gd name="T33" fmla="*/ 147344 h 417"/>
              <a:gd name="T34" fmla="*/ 48474 w 417"/>
              <a:gd name="T35" fmla="*/ 178790 h 417"/>
              <a:gd name="T36" fmla="*/ 68407 w 417"/>
              <a:gd name="T37" fmla="*/ 186876 h 417"/>
              <a:gd name="T38" fmla="*/ 96495 w 417"/>
              <a:gd name="T39" fmla="*/ 167110 h 417"/>
              <a:gd name="T40" fmla="*/ 124583 w 417"/>
              <a:gd name="T41" fmla="*/ 186876 h 417"/>
              <a:gd name="T42" fmla="*/ 144516 w 417"/>
              <a:gd name="T43" fmla="*/ 178790 h 417"/>
              <a:gd name="T44" fmla="*/ 152671 w 417"/>
              <a:gd name="T45" fmla="*/ 147344 h 417"/>
              <a:gd name="T46" fmla="*/ 184836 w 417"/>
              <a:gd name="T47" fmla="*/ 139258 h 417"/>
              <a:gd name="T48" fmla="*/ 188460 w 417"/>
              <a:gd name="T49" fmla="*/ 119043 h 417"/>
              <a:gd name="T50" fmla="*/ 172604 w 417"/>
              <a:gd name="T51" fmla="*/ 91192 h 417"/>
              <a:gd name="T52" fmla="*/ 96495 w 417"/>
              <a:gd name="T53" fmla="*/ 131172 h 417"/>
              <a:gd name="T54" fmla="*/ 96495 w 417"/>
              <a:gd name="T55" fmla="*/ 131172 h 417"/>
              <a:gd name="T56" fmla="*/ 56629 w 417"/>
              <a:gd name="T57" fmla="*/ 91192 h 417"/>
              <a:gd name="T58" fmla="*/ 96495 w 417"/>
              <a:gd name="T59" fmla="*/ 51660 h 417"/>
              <a:gd name="T60" fmla="*/ 136362 w 417"/>
              <a:gd name="T61" fmla="*/ 91192 h 417"/>
              <a:gd name="T62" fmla="*/ 96495 w 417"/>
              <a:gd name="T63" fmla="*/ 131172 h 417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</a:gdLst>
            <a:ahLst/>
            <a:cxnLst>
              <a:cxn ang="T64">
                <a:pos x="T0" y="T1"/>
              </a:cxn>
              <a:cxn ang="T65">
                <a:pos x="T2" y="T3"/>
              </a:cxn>
              <a:cxn ang="T66">
                <a:pos x="T4" y="T5"/>
              </a:cxn>
              <a:cxn ang="T67">
                <a:pos x="T6" y="T7"/>
              </a:cxn>
              <a:cxn ang="T68">
                <a:pos x="T8" y="T9"/>
              </a:cxn>
              <a:cxn ang="T69">
                <a:pos x="T10" y="T11"/>
              </a:cxn>
              <a:cxn ang="T70">
                <a:pos x="T12" y="T13"/>
              </a:cxn>
              <a:cxn ang="T71">
                <a:pos x="T14" y="T15"/>
              </a:cxn>
              <a:cxn ang="T72">
                <a:pos x="T16" y="T17"/>
              </a:cxn>
              <a:cxn ang="T73">
                <a:pos x="T18" y="T19"/>
              </a:cxn>
              <a:cxn ang="T74">
                <a:pos x="T20" y="T21"/>
              </a:cxn>
              <a:cxn ang="T75">
                <a:pos x="T22" y="T23"/>
              </a:cxn>
              <a:cxn ang="T76">
                <a:pos x="T24" y="T25"/>
              </a:cxn>
              <a:cxn ang="T77">
                <a:pos x="T26" y="T27"/>
              </a:cxn>
              <a:cxn ang="T78">
                <a:pos x="T28" y="T29"/>
              </a:cxn>
              <a:cxn ang="T79">
                <a:pos x="T30" y="T31"/>
              </a:cxn>
              <a:cxn ang="T80">
                <a:pos x="T32" y="T33"/>
              </a:cxn>
              <a:cxn ang="T81">
                <a:pos x="T34" y="T35"/>
              </a:cxn>
              <a:cxn ang="T82">
                <a:pos x="T36" y="T37"/>
              </a:cxn>
              <a:cxn ang="T83">
                <a:pos x="T38" y="T39"/>
              </a:cxn>
              <a:cxn ang="T84">
                <a:pos x="T40" y="T41"/>
              </a:cxn>
              <a:cxn ang="T85">
                <a:pos x="T42" y="T43"/>
              </a:cxn>
              <a:cxn ang="T86">
                <a:pos x="T44" y="T45"/>
              </a:cxn>
              <a:cxn ang="T87">
                <a:pos x="T46" y="T47"/>
              </a:cxn>
              <a:cxn ang="T88">
                <a:pos x="T48" y="T49"/>
              </a:cxn>
              <a:cxn ang="T89">
                <a:pos x="T50" y="T51"/>
              </a:cxn>
              <a:cxn ang="T90">
                <a:pos x="T52" y="T53"/>
              </a:cxn>
              <a:cxn ang="T91">
                <a:pos x="T54" y="T55"/>
              </a:cxn>
              <a:cxn ang="T92">
                <a:pos x="T56" y="T57"/>
              </a:cxn>
              <a:cxn ang="T93">
                <a:pos x="T58" y="T59"/>
              </a:cxn>
              <a:cxn ang="T94">
                <a:pos x="T60" y="T61"/>
              </a:cxn>
              <a:cxn ang="T95">
                <a:pos x="T62" y="T63"/>
              </a:cxn>
            </a:cxnLst>
            <a:rect l="0" t="0" r="r" b="b"/>
            <a:pathLst>
              <a:path w="417" h="417">
                <a:moveTo>
                  <a:pt x="381" y="203"/>
                </a:moveTo>
                <a:lnTo>
                  <a:pt x="381" y="203"/>
                </a:lnTo>
                <a:cubicBezTo>
                  <a:pt x="381" y="177"/>
                  <a:pt x="399" y="159"/>
                  <a:pt x="416" y="141"/>
                </a:cubicBezTo>
                <a:cubicBezTo>
                  <a:pt x="416" y="132"/>
                  <a:pt x="408" y="115"/>
                  <a:pt x="408" y="106"/>
                </a:cubicBezTo>
                <a:cubicBezTo>
                  <a:pt x="372" y="115"/>
                  <a:pt x="354" y="97"/>
                  <a:pt x="337" y="79"/>
                </a:cubicBezTo>
                <a:cubicBezTo>
                  <a:pt x="319" y="62"/>
                  <a:pt x="310" y="44"/>
                  <a:pt x="319" y="17"/>
                </a:cubicBezTo>
                <a:cubicBezTo>
                  <a:pt x="310" y="9"/>
                  <a:pt x="293" y="0"/>
                  <a:pt x="275" y="0"/>
                </a:cubicBezTo>
                <a:cubicBezTo>
                  <a:pt x="266" y="17"/>
                  <a:pt x="240" y="35"/>
                  <a:pt x="213" y="35"/>
                </a:cubicBezTo>
                <a:cubicBezTo>
                  <a:pt x="187" y="35"/>
                  <a:pt x="160" y="17"/>
                  <a:pt x="151" y="0"/>
                </a:cubicBezTo>
                <a:cubicBezTo>
                  <a:pt x="133" y="0"/>
                  <a:pt x="116" y="9"/>
                  <a:pt x="107" y="17"/>
                </a:cubicBezTo>
                <a:cubicBezTo>
                  <a:pt x="116" y="44"/>
                  <a:pt x="107" y="62"/>
                  <a:pt x="89" y="79"/>
                </a:cubicBezTo>
                <a:cubicBezTo>
                  <a:pt x="72" y="97"/>
                  <a:pt x="44" y="115"/>
                  <a:pt x="18" y="106"/>
                </a:cubicBezTo>
                <a:cubicBezTo>
                  <a:pt x="18" y="115"/>
                  <a:pt x="9" y="132"/>
                  <a:pt x="0" y="141"/>
                </a:cubicBezTo>
                <a:cubicBezTo>
                  <a:pt x="27" y="159"/>
                  <a:pt x="44" y="177"/>
                  <a:pt x="44" y="203"/>
                </a:cubicBezTo>
                <a:cubicBezTo>
                  <a:pt x="44" y="230"/>
                  <a:pt x="27" y="256"/>
                  <a:pt x="0" y="275"/>
                </a:cubicBezTo>
                <a:cubicBezTo>
                  <a:pt x="9" y="283"/>
                  <a:pt x="18" y="301"/>
                  <a:pt x="18" y="310"/>
                </a:cubicBezTo>
                <a:cubicBezTo>
                  <a:pt x="44" y="310"/>
                  <a:pt x="72" y="310"/>
                  <a:pt x="89" y="328"/>
                </a:cubicBezTo>
                <a:cubicBezTo>
                  <a:pt x="107" y="345"/>
                  <a:pt x="116" y="372"/>
                  <a:pt x="107" y="398"/>
                </a:cubicBezTo>
                <a:cubicBezTo>
                  <a:pt x="116" y="407"/>
                  <a:pt x="133" y="407"/>
                  <a:pt x="151" y="416"/>
                </a:cubicBezTo>
                <a:cubicBezTo>
                  <a:pt x="160" y="389"/>
                  <a:pt x="187" y="372"/>
                  <a:pt x="213" y="372"/>
                </a:cubicBezTo>
                <a:cubicBezTo>
                  <a:pt x="240" y="372"/>
                  <a:pt x="266" y="389"/>
                  <a:pt x="275" y="416"/>
                </a:cubicBezTo>
                <a:cubicBezTo>
                  <a:pt x="293" y="407"/>
                  <a:pt x="310" y="407"/>
                  <a:pt x="319" y="398"/>
                </a:cubicBezTo>
                <a:cubicBezTo>
                  <a:pt x="310" y="372"/>
                  <a:pt x="319" y="345"/>
                  <a:pt x="337" y="328"/>
                </a:cubicBezTo>
                <a:cubicBezTo>
                  <a:pt x="354" y="310"/>
                  <a:pt x="372" y="301"/>
                  <a:pt x="408" y="310"/>
                </a:cubicBezTo>
                <a:cubicBezTo>
                  <a:pt x="408" y="292"/>
                  <a:pt x="416" y="283"/>
                  <a:pt x="416" y="265"/>
                </a:cubicBezTo>
                <a:cubicBezTo>
                  <a:pt x="399" y="256"/>
                  <a:pt x="381" y="230"/>
                  <a:pt x="381" y="203"/>
                </a:cubicBezTo>
                <a:close/>
                <a:moveTo>
                  <a:pt x="213" y="292"/>
                </a:moveTo>
                <a:lnTo>
                  <a:pt x="213" y="292"/>
                </a:lnTo>
                <a:cubicBezTo>
                  <a:pt x="160" y="292"/>
                  <a:pt x="125" y="256"/>
                  <a:pt x="125" y="203"/>
                </a:cubicBezTo>
                <a:cubicBezTo>
                  <a:pt x="125" y="159"/>
                  <a:pt x="160" y="115"/>
                  <a:pt x="213" y="115"/>
                </a:cubicBezTo>
                <a:cubicBezTo>
                  <a:pt x="266" y="115"/>
                  <a:pt x="301" y="159"/>
                  <a:pt x="301" y="203"/>
                </a:cubicBezTo>
                <a:cubicBezTo>
                  <a:pt x="301" y="256"/>
                  <a:pt x="266" y="292"/>
                  <a:pt x="213" y="292"/>
                </a:cubicBezTo>
                <a:close/>
              </a:path>
            </a:pathLst>
          </a:custGeom>
          <a:solidFill>
            <a:srgbClr val="5CBFBC"/>
          </a:solidFill>
          <a:ln>
            <a:noFill/>
          </a:ln>
          <a:effectLst/>
        </p:spPr>
        <p:txBody>
          <a:bodyPr anchor="ctr" bIns="17145" lIns="34291" rIns="34291" tIns="17145" wrap="none"/>
          <a:p>
            <a:endParaRPr lang="en-US">
              <a:ea typeface="Calibri" panose="020F0502020204030204" charset="0"/>
              <a:cs typeface="Calibri" panose="020F0502020204030204" charset="0"/>
            </a:endParaRPr>
          </a:p>
        </p:txBody>
      </p:sp>
      <p:cxnSp>
        <p:nvCxnSpPr>
          <p:cNvPr id="3145731" name="Straight Connector 10"/>
          <p:cNvCxnSpPr>
            <a:cxnSpLocks/>
          </p:cNvCxnSpPr>
          <p:nvPr/>
        </p:nvCxnSpPr>
        <p:spPr>
          <a:xfrm>
            <a:off x="4930758" y="4634935"/>
            <a:ext cx="930609" cy="0"/>
          </a:xfrm>
          <a:prstGeom prst="line"/>
          <a:ln w="12700">
            <a:solidFill>
              <a:schemeClr val="tx2">
                <a:lumMod val="20000"/>
                <a:lumOff val="80000"/>
              </a:schemeClr>
            </a:solidFill>
            <a:prstDash val="sysDash"/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8657" name="Freeform 116"/>
          <p:cNvSpPr>
            <a:spLocks noChangeArrowheads="1"/>
          </p:cNvSpPr>
          <p:nvPr/>
        </p:nvSpPr>
        <p:spPr bwMode="auto">
          <a:xfrm>
            <a:off x="6032036" y="4367896"/>
            <a:ext cx="509496" cy="525668"/>
          </a:xfrm>
          <a:custGeom>
            <a:avLst/>
            <a:gdLst>
              <a:gd name="T0" fmla="*/ 179798 w 445"/>
              <a:gd name="T1" fmla="*/ 71025 h 462"/>
              <a:gd name="T2" fmla="*/ 179798 w 445"/>
              <a:gd name="T3" fmla="*/ 71025 h 462"/>
              <a:gd name="T4" fmla="*/ 119566 w 445"/>
              <a:gd name="T5" fmla="*/ 3574 h 462"/>
              <a:gd name="T6" fmla="*/ 16182 w 445"/>
              <a:gd name="T7" fmla="*/ 110781 h 462"/>
              <a:gd name="T8" fmla="*/ 4045 w 445"/>
              <a:gd name="T9" fmla="*/ 142497 h 462"/>
              <a:gd name="T10" fmla="*/ 36409 w 445"/>
              <a:gd name="T11" fmla="*/ 158578 h 462"/>
              <a:gd name="T12" fmla="*/ 44050 w 445"/>
              <a:gd name="T13" fmla="*/ 154558 h 462"/>
              <a:gd name="T14" fmla="*/ 60232 w 445"/>
              <a:gd name="T15" fmla="*/ 166172 h 462"/>
              <a:gd name="T16" fmla="*/ 71919 w 445"/>
              <a:gd name="T17" fmla="*/ 193867 h 462"/>
              <a:gd name="T18" fmla="*/ 84055 w 445"/>
              <a:gd name="T19" fmla="*/ 201908 h 462"/>
              <a:gd name="T20" fmla="*/ 107879 w 445"/>
              <a:gd name="T21" fmla="*/ 193867 h 462"/>
              <a:gd name="T22" fmla="*/ 111924 w 445"/>
              <a:gd name="T23" fmla="*/ 185827 h 462"/>
              <a:gd name="T24" fmla="*/ 103833 w 445"/>
              <a:gd name="T25" fmla="*/ 174213 h 462"/>
              <a:gd name="T26" fmla="*/ 91697 w 445"/>
              <a:gd name="T27" fmla="*/ 150538 h 462"/>
              <a:gd name="T28" fmla="*/ 103833 w 445"/>
              <a:gd name="T29" fmla="*/ 138477 h 462"/>
              <a:gd name="T30" fmla="*/ 187439 w 445"/>
              <a:gd name="T31" fmla="*/ 158578 h 462"/>
              <a:gd name="T32" fmla="*/ 179798 w 445"/>
              <a:gd name="T33" fmla="*/ 71025 h 462"/>
              <a:gd name="T34" fmla="*/ 175303 w 445"/>
              <a:gd name="T35" fmla="*/ 138477 h 462"/>
              <a:gd name="T36" fmla="*/ 175303 w 445"/>
              <a:gd name="T37" fmla="*/ 138477 h 462"/>
              <a:gd name="T38" fmla="*/ 135747 w 445"/>
              <a:gd name="T39" fmla="*/ 91127 h 462"/>
              <a:gd name="T40" fmla="*/ 127656 w 445"/>
              <a:gd name="T41" fmla="*/ 27695 h 462"/>
              <a:gd name="T42" fmla="*/ 163616 w 445"/>
              <a:gd name="T43" fmla="*/ 79066 h 462"/>
              <a:gd name="T44" fmla="*/ 175303 w 445"/>
              <a:gd name="T45" fmla="*/ 138477 h 462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</a:gdLst>
            <a:ahLst/>
            <a:cxnLst>
              <a:cxn ang="T46">
                <a:pos x="T0" y="T1"/>
              </a:cxn>
              <a:cxn ang="T47">
                <a:pos x="T2" y="T3"/>
              </a:cxn>
              <a:cxn ang="T48">
                <a:pos x="T4" y="T5"/>
              </a:cxn>
              <a:cxn ang="T49">
                <a:pos x="T6" y="T7"/>
              </a:cxn>
              <a:cxn ang="T50">
                <a:pos x="T8" y="T9"/>
              </a:cxn>
              <a:cxn ang="T51">
                <a:pos x="T10" y="T11"/>
              </a:cxn>
              <a:cxn ang="T52">
                <a:pos x="T12" y="T13"/>
              </a:cxn>
              <a:cxn ang="T53">
                <a:pos x="T14" y="T15"/>
              </a:cxn>
              <a:cxn ang="T54">
                <a:pos x="T16" y="T17"/>
              </a:cxn>
              <a:cxn ang="T55">
                <a:pos x="T18" y="T19"/>
              </a:cxn>
              <a:cxn ang="T56">
                <a:pos x="T20" y="T21"/>
              </a:cxn>
              <a:cxn ang="T57">
                <a:pos x="T22" y="T23"/>
              </a:cxn>
              <a:cxn ang="T58">
                <a:pos x="T24" y="T25"/>
              </a:cxn>
              <a:cxn ang="T59">
                <a:pos x="T26" y="T27"/>
              </a:cxn>
              <a:cxn ang="T60">
                <a:pos x="T28" y="T29"/>
              </a:cxn>
              <a:cxn ang="T61">
                <a:pos x="T30" y="T31"/>
              </a:cxn>
              <a:cxn ang="T62">
                <a:pos x="T32" y="T33"/>
              </a:cxn>
              <a:cxn ang="T63">
                <a:pos x="T34" y="T35"/>
              </a:cxn>
              <a:cxn ang="T64">
                <a:pos x="T36" y="T37"/>
              </a:cxn>
              <a:cxn ang="T65">
                <a:pos x="T38" y="T39"/>
              </a:cxn>
              <a:cxn ang="T66">
                <a:pos x="T40" y="T41"/>
              </a:cxn>
              <a:cxn ang="T67">
                <a:pos x="T42" y="T43"/>
              </a:cxn>
              <a:cxn ang="T68">
                <a:pos x="T44" y="T45"/>
              </a:cxn>
            </a:cxnLst>
            <a:rect l="0" t="0" r="r" b="b"/>
            <a:pathLst>
              <a:path w="445" h="462">
                <a:moveTo>
                  <a:pt x="400" y="159"/>
                </a:moveTo>
                <a:lnTo>
                  <a:pt x="400" y="159"/>
                </a:lnTo>
                <a:cubicBezTo>
                  <a:pt x="364" y="71"/>
                  <a:pt x="302" y="0"/>
                  <a:pt x="266" y="8"/>
                </a:cubicBezTo>
                <a:cubicBezTo>
                  <a:pt x="213" y="36"/>
                  <a:pt x="302" y="142"/>
                  <a:pt x="36" y="248"/>
                </a:cubicBezTo>
                <a:cubicBezTo>
                  <a:pt x="9" y="257"/>
                  <a:pt x="0" y="292"/>
                  <a:pt x="9" y="319"/>
                </a:cubicBezTo>
                <a:cubicBezTo>
                  <a:pt x="18" y="337"/>
                  <a:pt x="53" y="363"/>
                  <a:pt x="81" y="355"/>
                </a:cubicBezTo>
                <a:lnTo>
                  <a:pt x="98" y="346"/>
                </a:lnTo>
                <a:cubicBezTo>
                  <a:pt x="116" y="372"/>
                  <a:pt x="134" y="355"/>
                  <a:pt x="134" y="372"/>
                </a:cubicBezTo>
                <a:cubicBezTo>
                  <a:pt x="143" y="390"/>
                  <a:pt x="160" y="425"/>
                  <a:pt x="160" y="434"/>
                </a:cubicBezTo>
                <a:cubicBezTo>
                  <a:pt x="169" y="443"/>
                  <a:pt x="178" y="461"/>
                  <a:pt x="187" y="452"/>
                </a:cubicBezTo>
                <a:cubicBezTo>
                  <a:pt x="196" y="452"/>
                  <a:pt x="231" y="443"/>
                  <a:pt x="240" y="434"/>
                </a:cubicBezTo>
                <a:cubicBezTo>
                  <a:pt x="257" y="434"/>
                  <a:pt x="257" y="425"/>
                  <a:pt x="249" y="416"/>
                </a:cubicBezTo>
                <a:cubicBezTo>
                  <a:pt x="249" y="408"/>
                  <a:pt x="231" y="399"/>
                  <a:pt x="231" y="390"/>
                </a:cubicBezTo>
                <a:cubicBezTo>
                  <a:pt x="222" y="381"/>
                  <a:pt x="213" y="346"/>
                  <a:pt x="204" y="337"/>
                </a:cubicBezTo>
                <a:cubicBezTo>
                  <a:pt x="196" y="328"/>
                  <a:pt x="213" y="310"/>
                  <a:pt x="231" y="310"/>
                </a:cubicBezTo>
                <a:cubicBezTo>
                  <a:pt x="355" y="302"/>
                  <a:pt x="373" y="372"/>
                  <a:pt x="417" y="355"/>
                </a:cubicBezTo>
                <a:cubicBezTo>
                  <a:pt x="444" y="346"/>
                  <a:pt x="444" y="248"/>
                  <a:pt x="400" y="159"/>
                </a:cubicBezTo>
                <a:close/>
                <a:moveTo>
                  <a:pt x="390" y="310"/>
                </a:moveTo>
                <a:lnTo>
                  <a:pt x="390" y="310"/>
                </a:lnTo>
                <a:cubicBezTo>
                  <a:pt x="381" y="310"/>
                  <a:pt x="328" y="275"/>
                  <a:pt x="302" y="204"/>
                </a:cubicBezTo>
                <a:cubicBezTo>
                  <a:pt x="275" y="133"/>
                  <a:pt x="275" y="62"/>
                  <a:pt x="284" y="62"/>
                </a:cubicBezTo>
                <a:cubicBezTo>
                  <a:pt x="293" y="62"/>
                  <a:pt x="337" y="106"/>
                  <a:pt x="364" y="177"/>
                </a:cubicBezTo>
                <a:cubicBezTo>
                  <a:pt x="400" y="248"/>
                  <a:pt x="390" y="302"/>
                  <a:pt x="390" y="310"/>
                </a:cubicBezTo>
                <a:close/>
              </a:path>
            </a:pathLst>
          </a:custGeom>
          <a:solidFill>
            <a:srgbClr val="5CBFBC"/>
          </a:solidFill>
          <a:ln>
            <a:noFill/>
          </a:ln>
          <a:effectLst/>
        </p:spPr>
        <p:txBody>
          <a:bodyPr anchor="ctr" bIns="17145" lIns="34291" rIns="34291" tIns="17145" wrap="none"/>
          <a:p>
            <a:endParaRPr lang="en-US">
              <a:ea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1048658" name="Freeform 23"/>
          <p:cNvSpPr/>
          <p:nvPr/>
        </p:nvSpPr>
        <p:spPr bwMode="auto">
          <a:xfrm>
            <a:off x="2506754" y="2323710"/>
            <a:ext cx="1425741" cy="1425741"/>
          </a:xfrm>
          <a:custGeom>
            <a:avLst/>
            <a:gdLst>
              <a:gd name="T0" fmla="*/ 378 w 1062"/>
              <a:gd name="T1" fmla="*/ 908 h 1062"/>
              <a:gd name="T2" fmla="*/ 335 w 1062"/>
              <a:gd name="T3" fmla="*/ 852 h 1062"/>
              <a:gd name="T4" fmla="*/ 372 w 1062"/>
              <a:gd name="T5" fmla="*/ 845 h 1062"/>
              <a:gd name="T6" fmla="*/ 470 w 1062"/>
              <a:gd name="T7" fmla="*/ 791 h 1062"/>
              <a:gd name="T8" fmla="*/ 451 w 1062"/>
              <a:gd name="T9" fmla="*/ 611 h 1062"/>
              <a:gd name="T10" fmla="*/ 271 w 1062"/>
              <a:gd name="T11" fmla="*/ 592 h 1062"/>
              <a:gd name="T12" fmla="*/ 217 w 1062"/>
              <a:gd name="T13" fmla="*/ 690 h 1062"/>
              <a:gd name="T14" fmla="*/ 210 w 1062"/>
              <a:gd name="T15" fmla="*/ 727 h 1062"/>
              <a:gd name="T16" fmla="*/ 173 w 1062"/>
              <a:gd name="T17" fmla="*/ 703 h 1062"/>
              <a:gd name="T18" fmla="*/ 164 w 1062"/>
              <a:gd name="T19" fmla="*/ 694 h 1062"/>
              <a:gd name="T20" fmla="*/ 0 w 1062"/>
              <a:gd name="T21" fmla="*/ 531 h 1062"/>
              <a:gd name="T22" fmla="*/ 155 w 1062"/>
              <a:gd name="T23" fmla="*/ 376 h 1062"/>
              <a:gd name="T24" fmla="*/ 167 w 1062"/>
              <a:gd name="T25" fmla="*/ 365 h 1062"/>
              <a:gd name="T26" fmla="*/ 167 w 1062"/>
              <a:gd name="T27" fmla="*/ 365 h 1062"/>
              <a:gd name="T28" fmla="*/ 532 w 1062"/>
              <a:gd name="T29" fmla="*/ 0 h 1062"/>
              <a:gd name="T30" fmla="*/ 1062 w 1062"/>
              <a:gd name="T31" fmla="*/ 531 h 1062"/>
              <a:gd name="T32" fmla="*/ 911 w 1062"/>
              <a:gd name="T33" fmla="*/ 682 h 1062"/>
              <a:gd name="T34" fmla="*/ 857 w 1062"/>
              <a:gd name="T35" fmla="*/ 753 h 1062"/>
              <a:gd name="T36" fmla="*/ 865 w 1062"/>
              <a:gd name="T37" fmla="*/ 819 h 1062"/>
              <a:gd name="T38" fmla="*/ 886 w 1062"/>
              <a:gd name="T39" fmla="*/ 832 h 1062"/>
              <a:gd name="T40" fmla="*/ 940 w 1062"/>
              <a:gd name="T41" fmla="*/ 843 h 1062"/>
              <a:gd name="T42" fmla="*/ 986 w 1062"/>
              <a:gd name="T43" fmla="*/ 860 h 1062"/>
              <a:gd name="T44" fmla="*/ 997 w 1062"/>
              <a:gd name="T45" fmla="*/ 873 h 1062"/>
              <a:gd name="T46" fmla="*/ 982 w 1062"/>
              <a:gd name="T47" fmla="*/ 979 h 1062"/>
              <a:gd name="T48" fmla="*/ 877 w 1062"/>
              <a:gd name="T49" fmla="*/ 993 h 1062"/>
              <a:gd name="T50" fmla="*/ 864 w 1062"/>
              <a:gd name="T51" fmla="*/ 982 h 1062"/>
              <a:gd name="T52" fmla="*/ 847 w 1062"/>
              <a:gd name="T53" fmla="*/ 936 h 1062"/>
              <a:gd name="T54" fmla="*/ 836 w 1062"/>
              <a:gd name="T55" fmla="*/ 882 h 1062"/>
              <a:gd name="T56" fmla="*/ 822 w 1062"/>
              <a:gd name="T57" fmla="*/ 861 h 1062"/>
              <a:gd name="T58" fmla="*/ 686 w 1062"/>
              <a:gd name="T59" fmla="*/ 907 h 1062"/>
              <a:gd name="T60" fmla="*/ 531 w 1062"/>
              <a:gd name="T61" fmla="*/ 1062 h 1062"/>
              <a:gd name="T62" fmla="*/ 378 w 1062"/>
              <a:gd name="T63" fmla="*/ 908 h 106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</a:cxnLst>
            <a:rect l="0" t="0" r="r" b="b"/>
            <a:pathLst>
              <a:path w="1062" h="1062">
                <a:moveTo>
                  <a:pt x="378" y="908"/>
                </a:moveTo>
                <a:cubicBezTo>
                  <a:pt x="346" y="876"/>
                  <a:pt x="337" y="859"/>
                  <a:pt x="335" y="852"/>
                </a:cubicBezTo>
                <a:cubicBezTo>
                  <a:pt x="348" y="848"/>
                  <a:pt x="360" y="847"/>
                  <a:pt x="372" y="845"/>
                </a:cubicBezTo>
                <a:cubicBezTo>
                  <a:pt x="402" y="842"/>
                  <a:pt x="436" y="839"/>
                  <a:pt x="470" y="791"/>
                </a:cubicBezTo>
                <a:cubicBezTo>
                  <a:pt x="510" y="737"/>
                  <a:pt x="502" y="663"/>
                  <a:pt x="451" y="611"/>
                </a:cubicBezTo>
                <a:cubicBezTo>
                  <a:pt x="399" y="560"/>
                  <a:pt x="326" y="552"/>
                  <a:pt x="271" y="592"/>
                </a:cubicBezTo>
                <a:cubicBezTo>
                  <a:pt x="223" y="627"/>
                  <a:pt x="220" y="660"/>
                  <a:pt x="217" y="690"/>
                </a:cubicBezTo>
                <a:cubicBezTo>
                  <a:pt x="216" y="703"/>
                  <a:pt x="215" y="715"/>
                  <a:pt x="210" y="727"/>
                </a:cubicBezTo>
                <a:cubicBezTo>
                  <a:pt x="205" y="726"/>
                  <a:pt x="193" y="720"/>
                  <a:pt x="173" y="703"/>
                </a:cubicBezTo>
                <a:cubicBezTo>
                  <a:pt x="164" y="694"/>
                  <a:pt x="164" y="694"/>
                  <a:pt x="164" y="694"/>
                </a:cubicBezTo>
                <a:cubicBezTo>
                  <a:pt x="0" y="531"/>
                  <a:pt x="0" y="531"/>
                  <a:pt x="0" y="531"/>
                </a:cubicBezTo>
                <a:cubicBezTo>
                  <a:pt x="155" y="376"/>
                  <a:pt x="155" y="376"/>
                  <a:pt x="155" y="376"/>
                </a:cubicBezTo>
                <a:cubicBezTo>
                  <a:pt x="159" y="372"/>
                  <a:pt x="163" y="369"/>
                  <a:pt x="167" y="365"/>
                </a:cubicBezTo>
                <a:cubicBezTo>
                  <a:pt x="167" y="365"/>
                  <a:pt x="167" y="365"/>
                  <a:pt x="167" y="365"/>
                </a:cubicBezTo>
                <a:cubicBezTo>
                  <a:pt x="532" y="0"/>
                  <a:pt x="532" y="0"/>
                  <a:pt x="532" y="0"/>
                </a:cubicBezTo>
                <a:cubicBezTo>
                  <a:pt x="1062" y="531"/>
                  <a:pt x="1062" y="531"/>
                  <a:pt x="1062" y="531"/>
                </a:cubicBezTo>
                <a:cubicBezTo>
                  <a:pt x="911" y="682"/>
                  <a:pt x="911" y="682"/>
                  <a:pt x="911" y="682"/>
                </a:cubicBezTo>
                <a:cubicBezTo>
                  <a:pt x="884" y="710"/>
                  <a:pt x="866" y="733"/>
                  <a:pt x="857" y="753"/>
                </a:cubicBezTo>
                <a:cubicBezTo>
                  <a:pt x="842" y="788"/>
                  <a:pt x="855" y="809"/>
                  <a:pt x="865" y="819"/>
                </a:cubicBezTo>
                <a:cubicBezTo>
                  <a:pt x="870" y="824"/>
                  <a:pt x="877" y="829"/>
                  <a:pt x="886" y="832"/>
                </a:cubicBezTo>
                <a:cubicBezTo>
                  <a:pt x="906" y="840"/>
                  <a:pt x="925" y="841"/>
                  <a:pt x="940" y="843"/>
                </a:cubicBezTo>
                <a:cubicBezTo>
                  <a:pt x="960" y="845"/>
                  <a:pt x="972" y="846"/>
                  <a:pt x="986" y="860"/>
                </a:cubicBezTo>
                <a:cubicBezTo>
                  <a:pt x="990" y="864"/>
                  <a:pt x="993" y="868"/>
                  <a:pt x="997" y="873"/>
                </a:cubicBezTo>
                <a:cubicBezTo>
                  <a:pt x="1025" y="912"/>
                  <a:pt x="1007" y="954"/>
                  <a:pt x="982" y="979"/>
                </a:cubicBezTo>
                <a:cubicBezTo>
                  <a:pt x="958" y="1003"/>
                  <a:pt x="916" y="1022"/>
                  <a:pt x="877" y="993"/>
                </a:cubicBezTo>
                <a:cubicBezTo>
                  <a:pt x="872" y="990"/>
                  <a:pt x="867" y="986"/>
                  <a:pt x="864" y="982"/>
                </a:cubicBezTo>
                <a:cubicBezTo>
                  <a:pt x="850" y="968"/>
                  <a:pt x="849" y="957"/>
                  <a:pt x="847" y="936"/>
                </a:cubicBezTo>
                <a:cubicBezTo>
                  <a:pt x="845" y="921"/>
                  <a:pt x="843" y="903"/>
                  <a:pt x="836" y="882"/>
                </a:cubicBezTo>
                <a:cubicBezTo>
                  <a:pt x="832" y="874"/>
                  <a:pt x="828" y="866"/>
                  <a:pt x="822" y="861"/>
                </a:cubicBezTo>
                <a:cubicBezTo>
                  <a:pt x="777" y="816"/>
                  <a:pt x="708" y="885"/>
                  <a:pt x="686" y="907"/>
                </a:cubicBezTo>
                <a:cubicBezTo>
                  <a:pt x="531" y="1062"/>
                  <a:pt x="531" y="1062"/>
                  <a:pt x="531" y="1062"/>
                </a:cubicBezTo>
                <a:lnTo>
                  <a:pt x="378" y="908"/>
                </a:lnTo>
                <a:close/>
              </a:path>
            </a:pathLst>
          </a:custGeom>
          <a:solidFill>
            <a:srgbClr val="5CBFBC"/>
          </a:solidFill>
          <a:ln>
            <a:noFill/>
          </a:ln>
        </p:spPr>
        <p:txBody>
          <a:bodyPr anchor="t" anchorCtr="0" bIns="45720" compatLnSpc="1" lIns="91440" numCol="1" rIns="91440" tIns="45720" vert="horz" wrap="square"/>
          <a:p>
            <a:endParaRPr dirty="0" lang="en-US">
              <a:ea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1048659" name="TextBox 15"/>
          <p:cNvSpPr txBox="1"/>
          <p:nvPr/>
        </p:nvSpPr>
        <p:spPr>
          <a:xfrm>
            <a:off x="2505857" y="2622299"/>
            <a:ext cx="1351979" cy="523220"/>
          </a:xfrm>
          <a:prstGeom prst="rect"/>
          <a:noFill/>
        </p:spPr>
        <p:txBody>
          <a:bodyPr anchor="ctr" rtlCol="0" wrap="square">
            <a:spAutoFit/>
          </a:bodyPr>
          <a:p>
            <a:pPr algn="ctr"/>
            <a:r>
              <a:rPr b="1" dirty="0" sz="1400" lang="en-US">
                <a:solidFill>
                  <a:schemeClr val="bg1"/>
                </a:solidFill>
                <a:latin typeface="+mj-lt"/>
                <a:ea typeface="Calibri" panose="020F0502020204030204" charset="0"/>
                <a:cs typeface="Calibri" panose="020F0502020204030204" charset="0"/>
              </a:rPr>
              <a:t>Score Initialization</a:t>
            </a:r>
          </a:p>
        </p:txBody>
      </p:sp>
      <p:sp>
        <p:nvSpPr>
          <p:cNvPr id="1048660" name="Freeform 21"/>
          <p:cNvSpPr/>
          <p:nvPr/>
        </p:nvSpPr>
        <p:spPr bwMode="auto">
          <a:xfrm>
            <a:off x="3541566" y="3452969"/>
            <a:ext cx="1534972" cy="1534150"/>
          </a:xfrm>
          <a:custGeom>
            <a:avLst/>
            <a:gdLst>
              <a:gd name="T0" fmla="*/ 328 w 1143"/>
              <a:gd name="T1" fmla="*/ 487 h 1143"/>
              <a:gd name="T2" fmla="*/ 276 w 1143"/>
              <a:gd name="T3" fmla="*/ 363 h 1143"/>
              <a:gd name="T4" fmla="*/ 174 w 1143"/>
              <a:gd name="T5" fmla="*/ 398 h 1143"/>
              <a:gd name="T6" fmla="*/ 0 w 1143"/>
              <a:gd name="T7" fmla="*/ 572 h 1143"/>
              <a:gd name="T8" fmla="*/ 175 w 1143"/>
              <a:gd name="T9" fmla="*/ 746 h 1143"/>
              <a:gd name="T10" fmla="*/ 211 w 1143"/>
              <a:gd name="T11" fmla="*/ 849 h 1143"/>
              <a:gd name="T12" fmla="*/ 86 w 1143"/>
              <a:gd name="T13" fmla="*/ 900 h 1143"/>
              <a:gd name="T14" fmla="*/ 246 w 1143"/>
              <a:gd name="T15" fmla="*/ 1060 h 1143"/>
              <a:gd name="T16" fmla="*/ 298 w 1143"/>
              <a:gd name="T17" fmla="*/ 936 h 1143"/>
              <a:gd name="T18" fmla="*/ 400 w 1143"/>
              <a:gd name="T19" fmla="*/ 972 h 1143"/>
              <a:gd name="T20" fmla="*/ 572 w 1143"/>
              <a:gd name="T21" fmla="*/ 1143 h 1143"/>
              <a:gd name="T22" fmla="*/ 1143 w 1143"/>
              <a:gd name="T23" fmla="*/ 572 h 1143"/>
              <a:gd name="T24" fmla="*/ 959 w 1143"/>
              <a:gd name="T25" fmla="*/ 388 h 1143"/>
              <a:gd name="T26" fmla="*/ 916 w 1143"/>
              <a:gd name="T27" fmla="*/ 345 h 1143"/>
              <a:gd name="T28" fmla="*/ 759 w 1143"/>
              <a:gd name="T29" fmla="*/ 187 h 1143"/>
              <a:gd name="T30" fmla="*/ 746 w 1143"/>
              <a:gd name="T31" fmla="*/ 175 h 1143"/>
              <a:gd name="T32" fmla="*/ 572 w 1143"/>
              <a:gd name="T33" fmla="*/ 0 h 1143"/>
              <a:gd name="T34" fmla="*/ 572 w 1143"/>
              <a:gd name="T35" fmla="*/ 0 h 1143"/>
              <a:gd name="T36" fmla="*/ 398 w 1143"/>
              <a:gd name="T37" fmla="*/ 174 h 1143"/>
              <a:gd name="T38" fmla="*/ 378 w 1143"/>
              <a:gd name="T39" fmla="*/ 194 h 1143"/>
              <a:gd name="T40" fmla="*/ 379 w 1143"/>
              <a:gd name="T41" fmla="*/ 194 h 1143"/>
              <a:gd name="T42" fmla="*/ 363 w 1143"/>
              <a:gd name="T43" fmla="*/ 276 h 1143"/>
              <a:gd name="T44" fmla="*/ 488 w 1143"/>
              <a:gd name="T45" fmla="*/ 328 h 1143"/>
              <a:gd name="T46" fmla="*/ 328 w 1143"/>
              <a:gd name="T47" fmla="*/ 487 h 114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</a:cxnLst>
            <a:rect l="0" t="0" r="r" b="b"/>
            <a:pathLst>
              <a:path w="1143" h="1143">
                <a:moveTo>
                  <a:pt x="328" y="487"/>
                </a:moveTo>
                <a:cubicBezTo>
                  <a:pt x="272" y="446"/>
                  <a:pt x="296" y="413"/>
                  <a:pt x="276" y="363"/>
                </a:cubicBezTo>
                <a:cubicBezTo>
                  <a:pt x="266" y="336"/>
                  <a:pt x="236" y="336"/>
                  <a:pt x="174" y="398"/>
                </a:cubicBezTo>
                <a:cubicBezTo>
                  <a:pt x="0" y="572"/>
                  <a:pt x="0" y="572"/>
                  <a:pt x="0" y="572"/>
                </a:cubicBezTo>
                <a:cubicBezTo>
                  <a:pt x="175" y="746"/>
                  <a:pt x="175" y="746"/>
                  <a:pt x="175" y="746"/>
                </a:cubicBezTo>
                <a:cubicBezTo>
                  <a:pt x="238" y="809"/>
                  <a:pt x="237" y="839"/>
                  <a:pt x="211" y="849"/>
                </a:cubicBezTo>
                <a:cubicBezTo>
                  <a:pt x="160" y="868"/>
                  <a:pt x="127" y="844"/>
                  <a:pt x="86" y="900"/>
                </a:cubicBezTo>
                <a:cubicBezTo>
                  <a:pt x="16" y="997"/>
                  <a:pt x="150" y="1131"/>
                  <a:pt x="246" y="1060"/>
                </a:cubicBezTo>
                <a:cubicBezTo>
                  <a:pt x="303" y="1019"/>
                  <a:pt x="279" y="986"/>
                  <a:pt x="298" y="936"/>
                </a:cubicBezTo>
                <a:cubicBezTo>
                  <a:pt x="308" y="909"/>
                  <a:pt x="338" y="909"/>
                  <a:pt x="400" y="972"/>
                </a:cubicBezTo>
                <a:cubicBezTo>
                  <a:pt x="572" y="1143"/>
                  <a:pt x="572" y="1143"/>
                  <a:pt x="572" y="1143"/>
                </a:cubicBezTo>
                <a:cubicBezTo>
                  <a:pt x="1143" y="572"/>
                  <a:pt x="1143" y="572"/>
                  <a:pt x="1143" y="572"/>
                </a:cubicBezTo>
                <a:cubicBezTo>
                  <a:pt x="959" y="388"/>
                  <a:pt x="959" y="388"/>
                  <a:pt x="959" y="388"/>
                </a:cubicBezTo>
                <a:cubicBezTo>
                  <a:pt x="916" y="345"/>
                  <a:pt x="916" y="345"/>
                  <a:pt x="916" y="345"/>
                </a:cubicBezTo>
                <a:cubicBezTo>
                  <a:pt x="759" y="187"/>
                  <a:pt x="759" y="187"/>
                  <a:pt x="759" y="187"/>
                </a:cubicBezTo>
                <a:cubicBezTo>
                  <a:pt x="755" y="183"/>
                  <a:pt x="751" y="179"/>
                  <a:pt x="746" y="175"/>
                </a:cubicBezTo>
                <a:cubicBezTo>
                  <a:pt x="572" y="0"/>
                  <a:pt x="572" y="0"/>
                  <a:pt x="572" y="0"/>
                </a:cubicBezTo>
                <a:cubicBezTo>
                  <a:pt x="572" y="0"/>
                  <a:pt x="572" y="0"/>
                  <a:pt x="572" y="0"/>
                </a:cubicBezTo>
                <a:cubicBezTo>
                  <a:pt x="398" y="174"/>
                  <a:pt x="398" y="174"/>
                  <a:pt x="398" y="174"/>
                </a:cubicBezTo>
                <a:cubicBezTo>
                  <a:pt x="378" y="194"/>
                  <a:pt x="378" y="194"/>
                  <a:pt x="378" y="194"/>
                </a:cubicBezTo>
                <a:cubicBezTo>
                  <a:pt x="379" y="194"/>
                  <a:pt x="379" y="194"/>
                  <a:pt x="379" y="194"/>
                </a:cubicBezTo>
                <a:cubicBezTo>
                  <a:pt x="336" y="243"/>
                  <a:pt x="339" y="267"/>
                  <a:pt x="363" y="276"/>
                </a:cubicBezTo>
                <a:cubicBezTo>
                  <a:pt x="413" y="295"/>
                  <a:pt x="446" y="272"/>
                  <a:pt x="488" y="328"/>
                </a:cubicBezTo>
                <a:cubicBezTo>
                  <a:pt x="559" y="425"/>
                  <a:pt x="425" y="558"/>
                  <a:pt x="328" y="487"/>
                </a:cubicBezTo>
                <a:close/>
              </a:path>
            </a:pathLst>
          </a:custGeom>
          <a:solidFill>
            <a:srgbClr val="1B2932"/>
          </a:solidFill>
          <a:ln>
            <a:noFill/>
          </a:ln>
        </p:spPr>
        <p:txBody>
          <a:bodyPr anchor="t" anchorCtr="0" bIns="45720" compatLnSpc="1" lIns="91440" numCol="1" rIns="91440" tIns="45720" vert="horz" wrap="square"/>
          <a:p>
            <a:endParaRPr lang="en-US">
              <a:ea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1048661" name="TextBox 19"/>
          <p:cNvSpPr txBox="1"/>
          <p:nvPr/>
        </p:nvSpPr>
        <p:spPr>
          <a:xfrm>
            <a:off x="3548139" y="3981145"/>
            <a:ext cx="1528399" cy="646331"/>
          </a:xfrm>
          <a:prstGeom prst="rect"/>
          <a:noFill/>
        </p:spPr>
        <p:txBody>
          <a:bodyPr anchor="ctr" rtlCol="0" wrap="square">
            <a:spAutoFit/>
          </a:bodyPr>
          <a:p>
            <a:pPr algn="ctr"/>
            <a:r>
              <a:rPr b="1" dirty="0" lang="en-US">
                <a:solidFill>
                  <a:schemeClr val="bg1"/>
                </a:solidFill>
                <a:latin typeface="+mj-lt"/>
                <a:ea typeface="Calibri" panose="020F0502020204030204" charset="0"/>
                <a:cs typeface="Calibri" panose="020F0502020204030204" charset="0"/>
              </a:rPr>
              <a:t>Loop for Questions</a:t>
            </a:r>
          </a:p>
        </p:txBody>
      </p:sp>
      <p:sp>
        <p:nvSpPr>
          <p:cNvPr id="1048662" name="Freeform 25"/>
          <p:cNvSpPr/>
          <p:nvPr/>
        </p:nvSpPr>
        <p:spPr bwMode="auto">
          <a:xfrm>
            <a:off x="1384065" y="3392195"/>
            <a:ext cx="1534972" cy="1534971"/>
          </a:xfrm>
          <a:custGeom>
            <a:avLst/>
            <a:gdLst>
              <a:gd name="T0" fmla="*/ 814 w 1143"/>
              <a:gd name="T1" fmla="*/ 656 h 1143"/>
              <a:gd name="T2" fmla="*/ 866 w 1143"/>
              <a:gd name="T3" fmla="*/ 781 h 1143"/>
              <a:gd name="T4" fmla="*/ 969 w 1143"/>
              <a:gd name="T5" fmla="*/ 745 h 1143"/>
              <a:gd name="T6" fmla="*/ 1143 w 1143"/>
              <a:gd name="T7" fmla="*/ 572 h 1143"/>
              <a:gd name="T8" fmla="*/ 968 w 1143"/>
              <a:gd name="T9" fmla="*/ 397 h 1143"/>
              <a:gd name="T10" fmla="*/ 932 w 1143"/>
              <a:gd name="T11" fmla="*/ 294 h 1143"/>
              <a:gd name="T12" fmla="*/ 1057 w 1143"/>
              <a:gd name="T13" fmla="*/ 243 h 1143"/>
              <a:gd name="T14" fmla="*/ 896 w 1143"/>
              <a:gd name="T15" fmla="*/ 83 h 1143"/>
              <a:gd name="T16" fmla="*/ 845 w 1143"/>
              <a:gd name="T17" fmla="*/ 207 h 1143"/>
              <a:gd name="T18" fmla="*/ 743 w 1143"/>
              <a:gd name="T19" fmla="*/ 172 h 1143"/>
              <a:gd name="T20" fmla="*/ 571 w 1143"/>
              <a:gd name="T21" fmla="*/ 0 h 1143"/>
              <a:gd name="T22" fmla="*/ 0 w 1143"/>
              <a:gd name="T23" fmla="*/ 572 h 1143"/>
              <a:gd name="T24" fmla="*/ 184 w 1143"/>
              <a:gd name="T25" fmla="*/ 755 h 1143"/>
              <a:gd name="T26" fmla="*/ 227 w 1143"/>
              <a:gd name="T27" fmla="*/ 798 h 1143"/>
              <a:gd name="T28" fmla="*/ 384 w 1143"/>
              <a:gd name="T29" fmla="*/ 956 h 1143"/>
              <a:gd name="T30" fmla="*/ 396 w 1143"/>
              <a:gd name="T31" fmla="*/ 969 h 1143"/>
              <a:gd name="T32" fmla="*/ 571 w 1143"/>
              <a:gd name="T33" fmla="*/ 1143 h 1143"/>
              <a:gd name="T34" fmla="*/ 571 w 1143"/>
              <a:gd name="T35" fmla="*/ 1143 h 1143"/>
              <a:gd name="T36" fmla="*/ 745 w 1143"/>
              <a:gd name="T37" fmla="*/ 970 h 1143"/>
              <a:gd name="T38" fmla="*/ 765 w 1143"/>
              <a:gd name="T39" fmla="*/ 949 h 1143"/>
              <a:gd name="T40" fmla="*/ 764 w 1143"/>
              <a:gd name="T41" fmla="*/ 949 h 1143"/>
              <a:gd name="T42" fmla="*/ 780 w 1143"/>
              <a:gd name="T43" fmla="*/ 867 h 1143"/>
              <a:gd name="T44" fmla="*/ 655 w 1143"/>
              <a:gd name="T45" fmla="*/ 815 h 1143"/>
              <a:gd name="T46" fmla="*/ 814 w 1143"/>
              <a:gd name="T47" fmla="*/ 656 h 114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</a:cxnLst>
            <a:rect l="0" t="0" r="r" b="b"/>
            <a:pathLst>
              <a:path w="1143" h="1143">
                <a:moveTo>
                  <a:pt x="814" y="656"/>
                </a:moveTo>
                <a:cubicBezTo>
                  <a:pt x="871" y="697"/>
                  <a:pt x="847" y="730"/>
                  <a:pt x="866" y="781"/>
                </a:cubicBezTo>
                <a:cubicBezTo>
                  <a:pt x="877" y="807"/>
                  <a:pt x="907" y="808"/>
                  <a:pt x="969" y="745"/>
                </a:cubicBezTo>
                <a:cubicBezTo>
                  <a:pt x="1143" y="572"/>
                  <a:pt x="1143" y="572"/>
                  <a:pt x="1143" y="572"/>
                </a:cubicBezTo>
                <a:cubicBezTo>
                  <a:pt x="968" y="397"/>
                  <a:pt x="968" y="397"/>
                  <a:pt x="968" y="397"/>
                </a:cubicBezTo>
                <a:cubicBezTo>
                  <a:pt x="905" y="334"/>
                  <a:pt x="905" y="304"/>
                  <a:pt x="932" y="294"/>
                </a:cubicBezTo>
                <a:cubicBezTo>
                  <a:pt x="983" y="275"/>
                  <a:pt x="1016" y="300"/>
                  <a:pt x="1057" y="243"/>
                </a:cubicBezTo>
                <a:cubicBezTo>
                  <a:pt x="1127" y="147"/>
                  <a:pt x="993" y="12"/>
                  <a:pt x="896" y="83"/>
                </a:cubicBezTo>
                <a:cubicBezTo>
                  <a:pt x="840" y="124"/>
                  <a:pt x="864" y="157"/>
                  <a:pt x="845" y="207"/>
                </a:cubicBezTo>
                <a:cubicBezTo>
                  <a:pt x="835" y="234"/>
                  <a:pt x="805" y="234"/>
                  <a:pt x="743" y="172"/>
                </a:cubicBezTo>
                <a:cubicBezTo>
                  <a:pt x="571" y="0"/>
                  <a:pt x="571" y="0"/>
                  <a:pt x="571" y="0"/>
                </a:cubicBezTo>
                <a:cubicBezTo>
                  <a:pt x="0" y="572"/>
                  <a:pt x="0" y="572"/>
                  <a:pt x="0" y="572"/>
                </a:cubicBezTo>
                <a:cubicBezTo>
                  <a:pt x="184" y="755"/>
                  <a:pt x="184" y="755"/>
                  <a:pt x="184" y="755"/>
                </a:cubicBezTo>
                <a:cubicBezTo>
                  <a:pt x="227" y="798"/>
                  <a:pt x="227" y="798"/>
                  <a:pt x="227" y="798"/>
                </a:cubicBezTo>
                <a:cubicBezTo>
                  <a:pt x="384" y="956"/>
                  <a:pt x="384" y="956"/>
                  <a:pt x="384" y="956"/>
                </a:cubicBezTo>
                <a:cubicBezTo>
                  <a:pt x="388" y="960"/>
                  <a:pt x="392" y="964"/>
                  <a:pt x="396" y="969"/>
                </a:cubicBezTo>
                <a:cubicBezTo>
                  <a:pt x="571" y="1143"/>
                  <a:pt x="571" y="1143"/>
                  <a:pt x="571" y="1143"/>
                </a:cubicBezTo>
                <a:cubicBezTo>
                  <a:pt x="571" y="1143"/>
                  <a:pt x="571" y="1143"/>
                  <a:pt x="571" y="1143"/>
                </a:cubicBezTo>
                <a:cubicBezTo>
                  <a:pt x="745" y="970"/>
                  <a:pt x="745" y="970"/>
                  <a:pt x="745" y="970"/>
                </a:cubicBezTo>
                <a:cubicBezTo>
                  <a:pt x="765" y="949"/>
                  <a:pt x="765" y="949"/>
                  <a:pt x="765" y="949"/>
                </a:cubicBezTo>
                <a:cubicBezTo>
                  <a:pt x="764" y="949"/>
                  <a:pt x="764" y="949"/>
                  <a:pt x="764" y="949"/>
                </a:cubicBezTo>
                <a:cubicBezTo>
                  <a:pt x="807" y="900"/>
                  <a:pt x="804" y="876"/>
                  <a:pt x="780" y="867"/>
                </a:cubicBezTo>
                <a:cubicBezTo>
                  <a:pt x="729" y="848"/>
                  <a:pt x="697" y="872"/>
                  <a:pt x="655" y="815"/>
                </a:cubicBezTo>
                <a:cubicBezTo>
                  <a:pt x="584" y="718"/>
                  <a:pt x="717" y="585"/>
                  <a:pt x="814" y="656"/>
                </a:cubicBezTo>
                <a:close/>
              </a:path>
            </a:pathLst>
          </a:custGeom>
          <a:solidFill>
            <a:srgbClr val="1B2932"/>
          </a:solidFill>
          <a:ln>
            <a:noFill/>
          </a:ln>
        </p:spPr>
        <p:txBody>
          <a:bodyPr anchor="t" anchorCtr="0" bIns="45720" compatLnSpc="1" lIns="91440" numCol="1" rIns="91440" tIns="45720" vert="horz" wrap="square"/>
          <a:p>
            <a:endParaRPr dirty="0" lang="en-US">
              <a:ea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1048663" name="TextBox 23"/>
          <p:cNvSpPr txBox="1"/>
          <p:nvPr/>
        </p:nvSpPr>
        <p:spPr>
          <a:xfrm>
            <a:off x="1384065" y="3886128"/>
            <a:ext cx="1473378" cy="307777"/>
          </a:xfrm>
          <a:prstGeom prst="rect"/>
          <a:noFill/>
        </p:spPr>
        <p:txBody>
          <a:bodyPr anchor="ctr" rtlCol="0" wrap="square">
            <a:spAutoFit/>
          </a:bodyPr>
          <a:p>
            <a:pPr algn="ctr"/>
            <a:r>
              <a:rPr b="1" dirty="0" sz="1400" lang="en-US">
                <a:solidFill>
                  <a:schemeClr val="bg1"/>
                </a:solidFill>
                <a:latin typeface="+mj-lt"/>
                <a:ea typeface="Calibri" panose="020F0502020204030204" charset="0"/>
                <a:cs typeface="Calibri" panose="020F0502020204030204" charset="0"/>
              </a:rPr>
              <a:t>Final result </a:t>
            </a:r>
            <a:endParaRPr b="1" dirty="0" lang="en-US">
              <a:solidFill>
                <a:schemeClr val="bg1"/>
              </a:solidFill>
              <a:latin typeface="+mj-lt"/>
              <a:ea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1048664" name="Freeform 26"/>
          <p:cNvSpPr/>
          <p:nvPr/>
        </p:nvSpPr>
        <p:spPr bwMode="auto">
          <a:xfrm>
            <a:off x="2479651" y="4493530"/>
            <a:ext cx="1534972" cy="1534150"/>
          </a:xfrm>
          <a:custGeom>
            <a:avLst/>
            <a:gdLst>
              <a:gd name="T0" fmla="*/ 655 w 1143"/>
              <a:gd name="T1" fmla="*/ 328 h 1143"/>
              <a:gd name="T2" fmla="*/ 780 w 1143"/>
              <a:gd name="T3" fmla="*/ 276 h 1143"/>
              <a:gd name="T4" fmla="*/ 745 w 1143"/>
              <a:gd name="T5" fmla="*/ 174 h 1143"/>
              <a:gd name="T6" fmla="*/ 571 w 1143"/>
              <a:gd name="T7" fmla="*/ 0 h 1143"/>
              <a:gd name="T8" fmla="*/ 396 w 1143"/>
              <a:gd name="T9" fmla="*/ 175 h 1143"/>
              <a:gd name="T10" fmla="*/ 294 w 1143"/>
              <a:gd name="T11" fmla="*/ 211 h 1143"/>
              <a:gd name="T12" fmla="*/ 243 w 1143"/>
              <a:gd name="T13" fmla="*/ 86 h 1143"/>
              <a:gd name="T14" fmla="*/ 82 w 1143"/>
              <a:gd name="T15" fmla="*/ 247 h 1143"/>
              <a:gd name="T16" fmla="*/ 207 w 1143"/>
              <a:gd name="T17" fmla="*/ 298 h 1143"/>
              <a:gd name="T18" fmla="*/ 171 w 1143"/>
              <a:gd name="T19" fmla="*/ 400 h 1143"/>
              <a:gd name="T20" fmla="*/ 0 w 1143"/>
              <a:gd name="T21" fmla="*/ 572 h 1143"/>
              <a:gd name="T22" fmla="*/ 571 w 1143"/>
              <a:gd name="T23" fmla="*/ 1143 h 1143"/>
              <a:gd name="T24" fmla="*/ 755 w 1143"/>
              <a:gd name="T25" fmla="*/ 959 h 1143"/>
              <a:gd name="T26" fmla="*/ 798 w 1143"/>
              <a:gd name="T27" fmla="*/ 916 h 1143"/>
              <a:gd name="T28" fmla="*/ 955 w 1143"/>
              <a:gd name="T29" fmla="*/ 759 h 1143"/>
              <a:gd name="T30" fmla="*/ 968 w 1143"/>
              <a:gd name="T31" fmla="*/ 747 h 1143"/>
              <a:gd name="T32" fmla="*/ 1143 w 1143"/>
              <a:gd name="T33" fmla="*/ 572 h 1143"/>
              <a:gd name="T34" fmla="*/ 1143 w 1143"/>
              <a:gd name="T35" fmla="*/ 572 h 1143"/>
              <a:gd name="T36" fmla="*/ 969 w 1143"/>
              <a:gd name="T37" fmla="*/ 398 h 1143"/>
              <a:gd name="T38" fmla="*/ 949 w 1143"/>
              <a:gd name="T39" fmla="*/ 378 h 1143"/>
              <a:gd name="T40" fmla="*/ 948 w 1143"/>
              <a:gd name="T41" fmla="*/ 379 h 1143"/>
              <a:gd name="T42" fmla="*/ 867 w 1143"/>
              <a:gd name="T43" fmla="*/ 363 h 1143"/>
              <a:gd name="T44" fmla="*/ 815 w 1143"/>
              <a:gd name="T45" fmla="*/ 488 h 1143"/>
              <a:gd name="T46" fmla="*/ 655 w 1143"/>
              <a:gd name="T47" fmla="*/ 328 h 114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</a:cxnLst>
            <a:rect l="0" t="0" r="r" b="b"/>
            <a:pathLst>
              <a:path w="1143" h="1143">
                <a:moveTo>
                  <a:pt x="655" y="328"/>
                </a:moveTo>
                <a:cubicBezTo>
                  <a:pt x="697" y="272"/>
                  <a:pt x="730" y="296"/>
                  <a:pt x="780" y="276"/>
                </a:cubicBezTo>
                <a:cubicBezTo>
                  <a:pt x="807" y="266"/>
                  <a:pt x="807" y="236"/>
                  <a:pt x="745" y="174"/>
                </a:cubicBezTo>
                <a:cubicBezTo>
                  <a:pt x="571" y="0"/>
                  <a:pt x="571" y="0"/>
                  <a:pt x="571" y="0"/>
                </a:cubicBezTo>
                <a:cubicBezTo>
                  <a:pt x="396" y="175"/>
                  <a:pt x="396" y="175"/>
                  <a:pt x="396" y="175"/>
                </a:cubicBezTo>
                <a:cubicBezTo>
                  <a:pt x="334" y="238"/>
                  <a:pt x="304" y="237"/>
                  <a:pt x="294" y="211"/>
                </a:cubicBezTo>
                <a:cubicBezTo>
                  <a:pt x="275" y="160"/>
                  <a:pt x="299" y="127"/>
                  <a:pt x="243" y="86"/>
                </a:cubicBezTo>
                <a:cubicBezTo>
                  <a:pt x="146" y="16"/>
                  <a:pt x="12" y="150"/>
                  <a:pt x="82" y="247"/>
                </a:cubicBezTo>
                <a:cubicBezTo>
                  <a:pt x="123" y="303"/>
                  <a:pt x="156" y="279"/>
                  <a:pt x="207" y="298"/>
                </a:cubicBezTo>
                <a:cubicBezTo>
                  <a:pt x="234" y="308"/>
                  <a:pt x="234" y="338"/>
                  <a:pt x="171" y="400"/>
                </a:cubicBezTo>
                <a:cubicBezTo>
                  <a:pt x="0" y="572"/>
                  <a:pt x="0" y="572"/>
                  <a:pt x="0" y="572"/>
                </a:cubicBezTo>
                <a:cubicBezTo>
                  <a:pt x="571" y="1143"/>
                  <a:pt x="571" y="1143"/>
                  <a:pt x="571" y="1143"/>
                </a:cubicBezTo>
                <a:cubicBezTo>
                  <a:pt x="755" y="959"/>
                  <a:pt x="755" y="959"/>
                  <a:pt x="755" y="959"/>
                </a:cubicBezTo>
                <a:cubicBezTo>
                  <a:pt x="798" y="916"/>
                  <a:pt x="798" y="916"/>
                  <a:pt x="798" y="916"/>
                </a:cubicBezTo>
                <a:cubicBezTo>
                  <a:pt x="955" y="759"/>
                  <a:pt x="955" y="759"/>
                  <a:pt x="955" y="759"/>
                </a:cubicBezTo>
                <a:cubicBezTo>
                  <a:pt x="959" y="755"/>
                  <a:pt x="964" y="751"/>
                  <a:pt x="968" y="747"/>
                </a:cubicBezTo>
                <a:cubicBezTo>
                  <a:pt x="1143" y="572"/>
                  <a:pt x="1143" y="572"/>
                  <a:pt x="1143" y="572"/>
                </a:cubicBezTo>
                <a:cubicBezTo>
                  <a:pt x="1143" y="572"/>
                  <a:pt x="1143" y="572"/>
                  <a:pt x="1143" y="572"/>
                </a:cubicBezTo>
                <a:cubicBezTo>
                  <a:pt x="969" y="398"/>
                  <a:pt x="969" y="398"/>
                  <a:pt x="969" y="398"/>
                </a:cubicBezTo>
                <a:cubicBezTo>
                  <a:pt x="949" y="378"/>
                  <a:pt x="949" y="378"/>
                  <a:pt x="949" y="378"/>
                </a:cubicBezTo>
                <a:cubicBezTo>
                  <a:pt x="948" y="379"/>
                  <a:pt x="948" y="379"/>
                  <a:pt x="948" y="379"/>
                </a:cubicBezTo>
                <a:cubicBezTo>
                  <a:pt x="900" y="336"/>
                  <a:pt x="876" y="339"/>
                  <a:pt x="867" y="363"/>
                </a:cubicBezTo>
                <a:cubicBezTo>
                  <a:pt x="847" y="413"/>
                  <a:pt x="871" y="446"/>
                  <a:pt x="815" y="488"/>
                </a:cubicBezTo>
                <a:cubicBezTo>
                  <a:pt x="718" y="559"/>
                  <a:pt x="584" y="425"/>
                  <a:pt x="655" y="328"/>
                </a:cubicBezTo>
                <a:close/>
              </a:path>
            </a:pathLst>
          </a:custGeom>
          <a:solidFill>
            <a:srgbClr val="5CBFBC"/>
          </a:solidFill>
          <a:ln>
            <a:noFill/>
          </a:ln>
        </p:spPr>
        <p:txBody>
          <a:bodyPr anchor="t" anchorCtr="0" bIns="45720" compatLnSpc="1" lIns="91440" numCol="1" rIns="91440" tIns="45720" vert="horz" wrap="square"/>
          <a:p>
            <a:endParaRPr dirty="0" lang="en-US">
              <a:ea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1048665" name="TextBox 27"/>
          <p:cNvSpPr txBox="1"/>
          <p:nvPr/>
        </p:nvSpPr>
        <p:spPr>
          <a:xfrm>
            <a:off x="2476701" y="5074432"/>
            <a:ext cx="1430002" cy="646331"/>
          </a:xfrm>
          <a:prstGeom prst="rect"/>
          <a:noFill/>
        </p:spPr>
        <p:txBody>
          <a:bodyPr anchor="ctr" rtlCol="0" wrap="square">
            <a:spAutoFit/>
          </a:bodyPr>
          <a:p>
            <a:pPr algn="ctr"/>
            <a:r>
              <a:rPr b="1" dirty="0" lang="en-US">
                <a:solidFill>
                  <a:schemeClr val="bg1"/>
                </a:solidFill>
                <a:latin typeface="+mj-lt"/>
                <a:ea typeface="Calibri" panose="020F0502020204030204" charset="0"/>
                <a:cs typeface="Calibri" panose="020F0502020204030204" charset="0"/>
              </a:rPr>
              <a:t>Answer Checking</a:t>
            </a:r>
          </a:p>
        </p:txBody>
      </p:sp>
      <p:sp>
        <p:nvSpPr>
          <p:cNvPr id="1048666" name="文本框 32"/>
          <p:cNvSpPr txBox="1"/>
          <p:nvPr/>
        </p:nvSpPr>
        <p:spPr>
          <a:xfrm>
            <a:off x="6168613" y="2717985"/>
            <a:ext cx="4353278" cy="366522"/>
          </a:xfrm>
          <a:prstGeom prst="rect"/>
          <a:noFill/>
        </p:spPr>
        <p:txBody>
          <a:bodyPr rtlCol="0" wrap="square">
            <a:spAutoFit/>
            <a:scene3d>
              <a:camera prst="orthographicFront"/>
              <a:lightRig dir="t" rig="threePt"/>
            </a:scene3d>
            <a:sp3d contourW="12700"/>
          </a:bodyPr>
          <a:p>
            <a:pPr algn="ctr">
              <a:lnSpc>
                <a:spcPct val="114000"/>
              </a:lnSpc>
            </a:pPr>
            <a:r>
              <a:rPr altLang="zh-CN" dirty="0" sz="1600" lang="en-US">
                <a:latin typeface="Calibri" panose="020F0502020204030204" charset="0"/>
                <a:ea typeface="+mj-ea"/>
                <a:cs typeface="Calibri" panose="020F0502020204030204" charset="0"/>
              </a:rPr>
              <a:t>-</a:t>
            </a:r>
            <a:r>
              <a:rPr altLang="zh-CN" dirty="0" sz="1600" lang="en-US">
                <a:latin typeface="Calibri" panose="020F0502020204030204" charset="0"/>
                <a:ea typeface="+mj-ea"/>
                <a:cs typeface="Calibri" panose="020F0502020204030204" charset="0"/>
              </a:rPr>
              <a:t>-</a:t>
            </a:r>
            <a:r>
              <a:rPr altLang="zh-CN" dirty="0" sz="1600" lang="en-US">
                <a:latin typeface="Calibri" panose="020F0502020204030204" charset="0"/>
                <a:ea typeface="+mj-ea"/>
                <a:cs typeface="Calibri" panose="020F0502020204030204" charset="0"/>
              </a:rPr>
              <a:t>-</a:t>
            </a:r>
            <a:r>
              <a:rPr altLang="zh-CN" dirty="0" sz="1600" lang="en-US">
                <a:latin typeface="Calibri" panose="020F0502020204030204" charset="0"/>
                <a:ea typeface="+mj-ea"/>
                <a:cs typeface="Calibri" panose="020F0502020204030204" charset="0"/>
              </a:rPr>
              <a:t>-</a:t>
            </a:r>
            <a:r>
              <a:rPr altLang="zh-CN" dirty="0" sz="1600" lang="en-US">
                <a:latin typeface="Calibri" panose="020F0502020204030204" charset="0"/>
                <a:ea typeface="+mj-ea"/>
                <a:cs typeface="Calibri" panose="020F0502020204030204" charset="0"/>
              </a:rPr>
              <a:t>-</a:t>
            </a:r>
            <a:r>
              <a:rPr altLang="zh-CN" dirty="0" sz="1600" lang="en-US">
                <a:latin typeface="Calibri" panose="020F0502020204030204" charset="0"/>
                <a:ea typeface="+mj-ea"/>
                <a:cs typeface="Calibri" panose="020F0502020204030204" charset="0"/>
              </a:rPr>
              <a:t>-</a:t>
            </a:r>
            <a:r>
              <a:rPr altLang="zh-CN" dirty="0" sz="1600" lang="en-US">
                <a:latin typeface="Calibri" panose="020F0502020204030204" charset="0"/>
                <a:ea typeface="+mj-ea"/>
                <a:cs typeface="Calibri" panose="020F0502020204030204" charset="0"/>
              </a:rPr>
              <a:t>Keeps track of correct answers</a:t>
            </a:r>
            <a:endParaRPr altLang="en-US" lang="zh-CN"/>
          </a:p>
        </p:txBody>
      </p:sp>
      <p:sp>
        <p:nvSpPr>
          <p:cNvPr id="1048667" name="文本框 33"/>
          <p:cNvSpPr txBox="1"/>
          <p:nvPr/>
        </p:nvSpPr>
        <p:spPr>
          <a:xfrm>
            <a:off x="6096000" y="3414390"/>
            <a:ext cx="4179793" cy="641604"/>
          </a:xfrm>
          <a:prstGeom prst="rect"/>
          <a:noFill/>
        </p:spPr>
        <p:txBody>
          <a:bodyPr rtlCol="0" wrap="square">
            <a:spAutoFit/>
            <a:scene3d>
              <a:camera prst="orthographicFront"/>
              <a:lightRig dir="t" rig="threePt"/>
            </a:scene3d>
            <a:sp3d contourW="12700"/>
          </a:bodyPr>
          <a:p>
            <a:pPr algn="ctr">
              <a:lnSpc>
                <a:spcPct val="114000"/>
              </a:lnSpc>
            </a:pPr>
            <a:r>
              <a:rPr altLang="zh-CN" dirty="0" sz="1600" lang="en-US">
                <a:latin typeface="Calibri" panose="020F0502020204030204" charset="0"/>
                <a:ea typeface="+mj-ea"/>
                <a:cs typeface="Calibri" panose="020F0502020204030204" charset="0"/>
              </a:rPr>
              <a:t>-</a:t>
            </a:r>
            <a:r>
              <a:rPr altLang="zh-CN" dirty="0" sz="1600" lang="en-US">
                <a:latin typeface="Calibri" panose="020F0502020204030204" charset="0"/>
                <a:ea typeface="+mj-ea"/>
                <a:cs typeface="Calibri" panose="020F0502020204030204" charset="0"/>
              </a:rPr>
              <a:t>-</a:t>
            </a:r>
            <a:r>
              <a:rPr altLang="zh-CN" dirty="0" sz="1600" lang="en-US">
                <a:latin typeface="Calibri" panose="020F0502020204030204" charset="0"/>
                <a:ea typeface="+mj-ea"/>
                <a:cs typeface="Calibri" panose="020F0502020204030204" charset="0"/>
              </a:rPr>
              <a:t>-</a:t>
            </a:r>
            <a:r>
              <a:rPr altLang="zh-CN" dirty="0" sz="1600" lang="en-US">
                <a:latin typeface="Calibri" panose="020F0502020204030204" charset="0"/>
                <a:ea typeface="+mj-ea"/>
                <a:cs typeface="Calibri" panose="020F0502020204030204" charset="0"/>
              </a:rPr>
              <a:t>-</a:t>
            </a:r>
            <a:r>
              <a:rPr altLang="zh-CN" dirty="0" sz="1600" lang="en-US">
                <a:latin typeface="Calibri" panose="020F0502020204030204" charset="0"/>
                <a:ea typeface="+mj-ea"/>
                <a:cs typeface="Calibri" panose="020F0502020204030204" charset="0"/>
              </a:rPr>
              <a:t>-</a:t>
            </a:r>
            <a:r>
              <a:rPr altLang="zh-CN" dirty="0" sz="1600" lang="en-US">
                <a:latin typeface="Calibri" panose="020F0502020204030204" charset="0"/>
                <a:ea typeface="+mj-ea"/>
                <a:cs typeface="Calibri" panose="020F0502020204030204" charset="0"/>
              </a:rPr>
              <a:t>-</a:t>
            </a:r>
            <a:r>
              <a:rPr altLang="zh-CN" dirty="0" sz="1600" lang="en-US">
                <a:latin typeface="Calibri" panose="020F0502020204030204" charset="0"/>
                <a:ea typeface="+mj-ea"/>
                <a:cs typeface="Calibri" panose="020F0502020204030204" charset="0"/>
              </a:rPr>
              <a:t>-</a:t>
            </a:r>
            <a:r>
              <a:rPr altLang="zh-CN" dirty="0" sz="1600" lang="en-US">
                <a:latin typeface="Calibri" panose="020F0502020204030204" charset="0"/>
                <a:ea typeface="+mj-ea"/>
                <a:cs typeface="Calibri" panose="020F0502020204030204" charset="0"/>
              </a:rPr>
              <a:t>Runs once for each question
Displays hint and hidden word</a:t>
            </a:r>
            <a:endParaRPr altLang="en-US" lang="zh-CN"/>
          </a:p>
        </p:txBody>
      </p:sp>
      <p:sp>
        <p:nvSpPr>
          <p:cNvPr id="1048668" name="文本框 34"/>
          <p:cNvSpPr txBox="1"/>
          <p:nvPr/>
        </p:nvSpPr>
        <p:spPr>
          <a:xfrm>
            <a:off x="6096000" y="4304310"/>
            <a:ext cx="6085861" cy="641605"/>
          </a:xfrm>
          <a:prstGeom prst="rect"/>
          <a:noFill/>
        </p:spPr>
        <p:txBody>
          <a:bodyPr rtlCol="0" wrap="square">
            <a:spAutoFit/>
            <a:scene3d>
              <a:camera prst="orthographicFront"/>
              <a:lightRig dir="t" rig="threePt"/>
            </a:scene3d>
            <a:sp3d contourW="12700"/>
          </a:bodyPr>
          <a:p>
            <a:pPr algn="ctr">
              <a:lnSpc>
                <a:spcPct val="114000"/>
              </a:lnSpc>
            </a:pPr>
            <a:r>
              <a:rPr altLang="zh-CN" dirty="0" sz="1600" lang="en-US">
                <a:latin typeface="Calibri" panose="020F0502020204030204" charset="0"/>
                <a:ea typeface="+mj-ea"/>
                <a:cs typeface="Calibri" panose="020F0502020204030204" charset="0"/>
              </a:rPr>
              <a:t>-</a:t>
            </a:r>
            <a:r>
              <a:rPr altLang="zh-CN" dirty="0" sz="1600" lang="en-US">
                <a:latin typeface="Calibri" panose="020F0502020204030204" charset="0"/>
                <a:ea typeface="+mj-ea"/>
                <a:cs typeface="Calibri" panose="020F0502020204030204" charset="0"/>
              </a:rPr>
              <a:t>-</a:t>
            </a:r>
            <a:r>
              <a:rPr altLang="zh-CN" dirty="0" sz="1600" lang="en-US">
                <a:latin typeface="Calibri" panose="020F0502020204030204" charset="0"/>
                <a:ea typeface="+mj-ea"/>
                <a:cs typeface="Calibri" panose="020F0502020204030204" charset="0"/>
              </a:rPr>
              <a:t>-</a:t>
            </a:r>
            <a:r>
              <a:rPr altLang="zh-CN" dirty="0" sz="1600" lang="en-US">
                <a:latin typeface="Calibri" panose="020F0502020204030204" charset="0"/>
                <a:ea typeface="+mj-ea"/>
                <a:cs typeface="Calibri" panose="020F0502020204030204" charset="0"/>
              </a:rPr>
              <a:t>-</a:t>
            </a:r>
            <a:r>
              <a:rPr altLang="zh-CN" dirty="0" sz="1600" lang="en-US">
                <a:latin typeface="Calibri" panose="020F0502020204030204" charset="0"/>
                <a:ea typeface="+mj-ea"/>
                <a:cs typeface="Calibri" panose="020F0502020204030204" charset="0"/>
              </a:rPr>
              <a:t>-</a:t>
            </a:r>
            <a:r>
              <a:rPr altLang="zh-CN" dirty="0" sz="1600" lang="en-US">
                <a:latin typeface="Calibri" panose="020F0502020204030204" charset="0"/>
                <a:ea typeface="+mj-ea"/>
                <a:cs typeface="Calibri" panose="020F0502020204030204" charset="0"/>
              </a:rPr>
              <a:t>-</a:t>
            </a:r>
            <a:r>
              <a:rPr altLang="zh-CN" dirty="0" sz="1600" lang="en-US">
                <a:latin typeface="Calibri" panose="020F0502020204030204" charset="0"/>
                <a:ea typeface="+mj-ea"/>
                <a:cs typeface="Calibri" panose="020F0502020204030204" charset="0"/>
              </a:rPr>
              <a:t>-</a:t>
            </a:r>
            <a:r>
              <a:rPr altLang="zh-CN" dirty="0" sz="1600" lang="en-US">
                <a:latin typeface="Calibri" panose="020F0502020204030204" charset="0"/>
                <a:ea typeface="+mj-ea"/>
                <a:cs typeface="Calibri" panose="020F0502020204030204" charset="0"/>
              </a:rPr>
              <a:t>-</a:t>
            </a:r>
            <a:r>
              <a:rPr altLang="zh-CN" dirty="0" sz="1600" lang="en-US">
                <a:latin typeface="Calibri" panose="020F0502020204030204" charset="0"/>
                <a:ea typeface="+mj-ea"/>
                <a:cs typeface="Calibri" panose="020F0502020204030204" charset="0"/>
              </a:rPr>
              <a:t>-</a:t>
            </a:r>
            <a:r>
              <a:rPr altLang="zh-CN" dirty="0" sz="1600" lang="en-US">
                <a:latin typeface="Calibri" panose="020F0502020204030204" charset="0"/>
                <a:ea typeface="+mj-ea"/>
                <a:cs typeface="Calibri" panose="020F0502020204030204" charset="0"/>
              </a:rPr>
              <a:t>-</a:t>
            </a:r>
            <a:r>
              <a:rPr altLang="zh-CN" dirty="0" sz="1600" lang="en-US">
                <a:latin typeface="Calibri" panose="020F0502020204030204" charset="0"/>
                <a:ea typeface="+mj-ea"/>
                <a:cs typeface="Calibri" panose="020F0502020204030204" charset="0"/>
              </a:rPr>
              <a:t>-</a:t>
            </a:r>
            <a:r>
              <a:rPr altLang="zh-CN" dirty="0" sz="1600" lang="en-US">
                <a:latin typeface="Calibri" panose="020F0502020204030204" charset="0"/>
                <a:ea typeface="+mj-ea"/>
                <a:cs typeface="Calibri" panose="020F0502020204030204" charset="0"/>
              </a:rPr>
              <a:t>Compares user input with correct word
</a:t>
            </a:r>
            <a:r>
              <a:rPr altLang="zh-CN" dirty="0" sz="1600" lang="en-US" err="1">
                <a:latin typeface="Calibri" panose="020F0502020204030204" charset="0"/>
                <a:ea typeface="+mj-ea"/>
                <a:cs typeface="Calibri" panose="020F0502020204030204" charset="0"/>
              </a:rPr>
              <a:t>strcmp</a:t>
            </a:r>
            <a:r>
              <a:rPr altLang="zh-CN" dirty="0" sz="1600" lang="en-US">
                <a:latin typeface="Calibri" panose="020F0502020204030204" charset="0"/>
                <a:ea typeface="+mj-ea"/>
                <a:cs typeface="Calibri" panose="020F0502020204030204" charset="0"/>
              </a:rPr>
              <a:t>() returns 0 if both strings match</a:t>
            </a:r>
            <a:endParaRPr altLang="en-US" lang="zh-CN"/>
          </a:p>
        </p:txBody>
      </p:sp>
      <p:sp>
        <p:nvSpPr>
          <p:cNvPr id="1048669" name="文本框 35"/>
          <p:cNvSpPr txBox="1"/>
          <p:nvPr/>
        </p:nvSpPr>
        <p:spPr>
          <a:xfrm>
            <a:off x="6078665" y="5281069"/>
            <a:ext cx="5505371" cy="916685"/>
          </a:xfrm>
          <a:prstGeom prst="rect"/>
          <a:noFill/>
        </p:spPr>
        <p:txBody>
          <a:bodyPr rtlCol="0" wrap="square">
            <a:spAutoFit/>
            <a:scene3d>
              <a:camera prst="orthographicFront"/>
              <a:lightRig dir="t" rig="threePt"/>
            </a:scene3d>
            <a:sp3d contourW="12700"/>
          </a:bodyPr>
          <a:p>
            <a:pPr algn="ctr">
              <a:lnSpc>
                <a:spcPct val="114000"/>
              </a:lnSpc>
            </a:pPr>
            <a:r>
              <a:rPr altLang="zh-CN" dirty="0" sz="1600" lang="en-US">
                <a:latin typeface="Calibri" panose="020F0502020204030204" charset="0"/>
                <a:ea typeface="+mj-ea"/>
                <a:cs typeface="Calibri" panose="020F0502020204030204" charset="0"/>
              </a:rPr>
              <a:t>-</a:t>
            </a:r>
            <a:r>
              <a:rPr altLang="zh-CN" dirty="0" sz="1600" lang="en-US">
                <a:latin typeface="Calibri" panose="020F0502020204030204" charset="0"/>
                <a:ea typeface="+mj-ea"/>
                <a:cs typeface="Calibri" panose="020F0502020204030204" charset="0"/>
              </a:rPr>
              <a:t>-</a:t>
            </a:r>
            <a:r>
              <a:rPr altLang="zh-CN" dirty="0" sz="1600" lang="en-US">
                <a:latin typeface="Calibri" panose="020F0502020204030204" charset="0"/>
                <a:ea typeface="+mj-ea"/>
                <a:cs typeface="Calibri" panose="020F0502020204030204" charset="0"/>
              </a:rPr>
              <a:t>-</a:t>
            </a:r>
            <a:r>
              <a:rPr altLang="zh-CN" dirty="0" sz="1600" lang="en-US">
                <a:latin typeface="Calibri" panose="020F0502020204030204" charset="0"/>
                <a:ea typeface="+mj-ea"/>
                <a:cs typeface="Calibri" panose="020F0502020204030204" charset="0"/>
              </a:rPr>
              <a:t>-</a:t>
            </a:r>
            <a:r>
              <a:rPr altLang="zh-CN" dirty="0" sz="1600" lang="en-US">
                <a:latin typeface="Calibri" panose="020F0502020204030204" charset="0"/>
                <a:ea typeface="+mj-ea"/>
                <a:cs typeface="Calibri" panose="020F0502020204030204" charset="0"/>
              </a:rPr>
              <a:t>-</a:t>
            </a:r>
            <a:r>
              <a:rPr altLang="zh-CN" dirty="0" sz="1600" lang="en-US">
                <a:latin typeface="Calibri" panose="020F0502020204030204" charset="0"/>
                <a:ea typeface="+mj-ea"/>
                <a:cs typeface="Calibri" panose="020F0502020204030204" charset="0"/>
              </a:rPr>
              <a:t>-</a:t>
            </a:r>
            <a:r>
              <a:rPr altLang="zh-CN" dirty="0" sz="1600" lang="en-US">
                <a:latin typeface="Calibri" panose="020F0502020204030204" charset="0"/>
                <a:ea typeface="+mj-ea"/>
                <a:cs typeface="Calibri" panose="020F0502020204030204" charset="0"/>
              </a:rPr>
              <a:t>-</a:t>
            </a:r>
            <a:r>
              <a:rPr altLang="zh-CN" dirty="0" sz="1600" lang="en-US">
                <a:latin typeface="Calibri" panose="020F0502020204030204" charset="0"/>
                <a:ea typeface="+mj-ea"/>
                <a:cs typeface="Calibri" panose="020F0502020204030204" charset="0"/>
              </a:rPr>
              <a:t>-</a:t>
            </a:r>
            <a:r>
              <a:rPr altLang="zh-CN" dirty="0" sz="1600" lang="en-US">
                <a:latin typeface="Calibri" panose="020F0502020204030204" charset="0"/>
                <a:ea typeface="+mj-ea"/>
                <a:cs typeface="Calibri" panose="020F0502020204030204" charset="0"/>
              </a:rPr>
              <a:t>-</a:t>
            </a:r>
            <a:r>
              <a:rPr altLang="zh-CN" dirty="0" sz="1600" lang="en-US">
                <a:latin typeface="Calibri" panose="020F0502020204030204" charset="0"/>
                <a:ea typeface="+mj-ea"/>
                <a:cs typeface="Calibri" panose="020F0502020204030204" charset="0"/>
              </a:rPr>
              <a:t>-</a:t>
            </a:r>
            <a:r>
              <a:rPr altLang="zh-CN" dirty="0" sz="1600" lang="en-US">
                <a:latin typeface="Calibri" panose="020F0502020204030204" charset="0"/>
                <a:ea typeface="+mj-ea"/>
                <a:cs typeface="Calibri" panose="020F0502020204030204" charset="0"/>
              </a:rPr>
              <a:t>-</a:t>
            </a:r>
            <a:r>
              <a:rPr altLang="zh-CN" dirty="0" sz="1600" lang="en-US">
                <a:latin typeface="Calibri" panose="020F0502020204030204" charset="0"/>
                <a:ea typeface="+mj-ea"/>
                <a:cs typeface="Calibri" panose="020F0502020204030204" charset="0"/>
              </a:rPr>
              <a:t>-</a:t>
            </a:r>
            <a:r>
              <a:rPr altLang="zh-CN" dirty="0" sz="1600" lang="en-US">
                <a:latin typeface="Calibri" panose="020F0502020204030204" charset="0"/>
                <a:ea typeface="+mj-ea"/>
                <a:cs typeface="Calibri" panose="020F0502020204030204" charset="0"/>
              </a:rPr>
              <a:t>-</a:t>
            </a:r>
            <a:r>
              <a:rPr altLang="zh-CN" dirty="0" sz="1600" lang="en-US">
                <a:latin typeface="Calibri" panose="020F0502020204030204" charset="0"/>
                <a:ea typeface="+mj-ea"/>
                <a:cs typeface="Calibri" panose="020F0502020204030204" charset="0"/>
              </a:rPr>
              <a:t>-</a:t>
            </a:r>
            <a:r>
              <a:rPr altLang="zh-CN" dirty="0" sz="1600" lang="en-US">
                <a:latin typeface="Calibri" panose="020F0502020204030204" charset="0"/>
                <a:ea typeface="+mj-ea"/>
                <a:cs typeface="Calibri" panose="020F0502020204030204" charset="0"/>
              </a:rPr>
              <a:t>-</a:t>
            </a:r>
            <a:r>
              <a:rPr altLang="zh-CN" dirty="0" sz="1600" lang="en-US">
                <a:latin typeface="Calibri" panose="020F0502020204030204" charset="0"/>
                <a:ea typeface="+mj-ea"/>
                <a:cs typeface="Calibri" panose="020F0502020204030204" charset="0"/>
              </a:rPr>
              <a:t>-</a:t>
            </a:r>
            <a:r>
              <a:rPr altLang="zh-CN" dirty="0" sz="1600" lang="en-US">
                <a:latin typeface="Calibri" panose="020F0502020204030204" charset="0"/>
                <a:ea typeface="+mj-ea"/>
                <a:cs typeface="Calibri" panose="020F0502020204030204" charset="0"/>
              </a:rPr>
              <a:t>-</a:t>
            </a:r>
            <a:r>
              <a:rPr altLang="zh-CN" dirty="0" sz="1600" lang="en-US">
                <a:latin typeface="Calibri" panose="020F0502020204030204" charset="0"/>
                <a:ea typeface="+mj-ea"/>
                <a:cs typeface="Calibri" panose="020F0502020204030204" charset="0"/>
              </a:rPr>
              <a:t>-</a:t>
            </a:r>
            <a:r>
              <a:rPr altLang="zh-CN" dirty="0" sz="1600" lang="en-US">
                <a:latin typeface="Calibri" panose="020F0502020204030204" charset="0"/>
                <a:ea typeface="+mj-ea"/>
                <a:cs typeface="Calibri" panose="020F0502020204030204" charset="0"/>
              </a:rPr>
              <a:t>-</a:t>
            </a:r>
            <a:r>
              <a:rPr altLang="zh-CN" dirty="0" sz="1600" lang="en-US">
                <a:latin typeface="Calibri" panose="020F0502020204030204" charset="0"/>
                <a:ea typeface="+mj-ea"/>
                <a:cs typeface="Calibri" panose="020F0502020204030204" charset="0"/>
              </a:rPr>
              <a:t>-</a:t>
            </a:r>
            <a:r>
              <a:rPr altLang="zh-CN" dirty="0" sz="1600" lang="en-US">
                <a:latin typeface="Calibri" panose="020F0502020204030204" charset="0"/>
                <a:ea typeface="+mj-ea"/>
                <a:cs typeface="Calibri" panose="020F0502020204030204" charset="0"/>
              </a:rPr>
              <a:t>-</a:t>
            </a:r>
            <a:r>
              <a:rPr altLang="zh-CN" dirty="0" sz="1600" lang="en-US">
                <a:latin typeface="Calibri" panose="020F0502020204030204" charset="0"/>
                <a:ea typeface="+mj-ea"/>
                <a:cs typeface="Calibri" panose="020F0502020204030204" charset="0"/>
              </a:rPr>
              <a:t>-</a:t>
            </a:r>
            <a:r>
              <a:rPr altLang="zh-CN" dirty="0" sz="1600" lang="en-US">
                <a:latin typeface="Calibri" panose="020F0502020204030204" charset="0"/>
                <a:ea typeface="+mj-ea"/>
                <a:cs typeface="Calibri" panose="020F0502020204030204" charset="0"/>
              </a:rPr>
              <a:t>-</a:t>
            </a:r>
            <a:r>
              <a:rPr altLang="zh-CN" dirty="0" sz="1600" lang="en-US">
                <a:latin typeface="Calibri" panose="020F0502020204030204" charset="0"/>
                <a:ea typeface="+mj-ea"/>
                <a:cs typeface="Calibri" panose="020F0502020204030204" charset="0"/>
              </a:rPr>
              <a:t>-</a:t>
            </a:r>
            <a:r>
              <a:rPr altLang="zh-CN" dirty="0" sz="1600" lang="en-US">
                <a:latin typeface="Calibri" panose="020F0502020204030204" charset="0"/>
                <a:ea typeface="+mj-ea"/>
                <a:cs typeface="Calibri" panose="020F0502020204030204" charset="0"/>
              </a:rPr>
              <a:t>Displays total score
</a:t>
            </a:r>
            <a:r>
              <a:rPr altLang="zh-CN" dirty="0" sz="1600" lang="en-US">
                <a:latin typeface="Calibri" panose="020F0502020204030204" charset="0"/>
                <a:ea typeface="+mj-ea"/>
                <a:cs typeface="Calibri" panose="020F0502020204030204" charset="0"/>
              </a:rPr>
              <a:t> </a:t>
            </a:r>
            <a:r>
              <a:rPr altLang="zh-CN" dirty="0" sz="1600" lang="en-US">
                <a:latin typeface="Calibri" panose="020F0502020204030204" charset="0"/>
                <a:ea typeface="+mj-ea"/>
                <a:cs typeface="Calibri" panose="020F0502020204030204" charset="0"/>
              </a:rPr>
              <a:t> </a:t>
            </a:r>
            <a:r>
              <a:rPr altLang="zh-CN" dirty="0" sz="1600" lang="en-US">
                <a:latin typeface="Calibri" panose="020F0502020204030204" charset="0"/>
                <a:ea typeface="+mj-ea"/>
                <a:cs typeface="Calibri" panose="020F0502020204030204" charset="0"/>
              </a:rPr>
              <a:t> </a:t>
            </a:r>
            <a:r>
              <a:rPr altLang="zh-CN" dirty="0" sz="1600" lang="en-US">
                <a:latin typeface="Calibri" panose="020F0502020204030204" charset="0"/>
                <a:ea typeface="+mj-ea"/>
                <a:cs typeface="Calibri" panose="020F0502020204030204" charset="0"/>
              </a:rPr>
              <a:t> </a:t>
            </a:r>
            <a:r>
              <a:rPr altLang="zh-CN" dirty="0" sz="1600" lang="en-US">
                <a:latin typeface="Calibri" panose="020F0502020204030204" charset="0"/>
                <a:ea typeface="+mj-ea"/>
                <a:cs typeface="Calibri" panose="020F0502020204030204" charset="0"/>
              </a:rPr>
              <a:t> </a:t>
            </a:r>
            <a:r>
              <a:rPr altLang="zh-CN" dirty="0" sz="1600" lang="en-US">
                <a:latin typeface="Calibri" panose="020F0502020204030204" charset="0"/>
                <a:ea typeface="+mj-ea"/>
                <a:cs typeface="Calibri" panose="020F0502020204030204" charset="0"/>
              </a:rPr>
              <a:t> </a:t>
            </a:r>
            <a:r>
              <a:rPr altLang="zh-CN" dirty="0" sz="1600" lang="en-US">
                <a:latin typeface="Calibri" panose="020F0502020204030204" charset="0"/>
                <a:ea typeface="+mj-ea"/>
                <a:cs typeface="Calibri" panose="020F0502020204030204" charset="0"/>
              </a:rPr>
              <a:t> </a:t>
            </a:r>
            <a:r>
              <a:rPr altLang="zh-CN" dirty="0" sz="1600" lang="en-US">
                <a:latin typeface="Calibri" panose="020F0502020204030204" charset="0"/>
                <a:ea typeface="+mj-ea"/>
                <a:cs typeface="Calibri" panose="020F0502020204030204" charset="0"/>
              </a:rPr>
              <a:t> </a:t>
            </a:r>
            <a:r>
              <a:rPr altLang="zh-CN" dirty="0" sz="1600" lang="en-US">
                <a:latin typeface="Calibri" panose="020F0502020204030204" charset="0"/>
                <a:ea typeface="+mj-ea"/>
                <a:cs typeface="Calibri" panose="020F0502020204030204" charset="0"/>
              </a:rPr>
              <a:t> </a:t>
            </a:r>
            <a:r>
              <a:rPr altLang="zh-CN" dirty="0" sz="1600" lang="en-US">
                <a:latin typeface="Calibri" panose="020F0502020204030204" charset="0"/>
                <a:ea typeface="+mj-ea"/>
                <a:cs typeface="Calibri" panose="020F0502020204030204" charset="0"/>
              </a:rPr>
              <a:t> </a:t>
            </a:r>
            <a:r>
              <a:rPr altLang="zh-CN" dirty="0" sz="1600" lang="en-US">
                <a:latin typeface="Calibri" panose="020F0502020204030204" charset="0"/>
                <a:ea typeface="+mj-ea"/>
                <a:cs typeface="Calibri" panose="020F0502020204030204" charset="0"/>
              </a:rPr>
              <a:t> </a:t>
            </a:r>
            <a:r>
              <a:rPr altLang="zh-CN" dirty="0" sz="1600" lang="en-US">
                <a:latin typeface="Calibri" panose="020F0502020204030204" charset="0"/>
                <a:ea typeface="+mj-ea"/>
                <a:cs typeface="Calibri" panose="020F0502020204030204" charset="0"/>
              </a:rPr>
              <a:t> </a:t>
            </a:r>
            <a:r>
              <a:rPr altLang="zh-CN" dirty="0" sz="1600" lang="en-US">
                <a:latin typeface="Calibri" panose="020F0502020204030204" charset="0"/>
                <a:ea typeface="+mj-ea"/>
                <a:cs typeface="Calibri" panose="020F0502020204030204" charset="0"/>
              </a:rPr>
              <a:t> </a:t>
            </a:r>
            <a:r>
              <a:rPr altLang="zh-CN" dirty="0" sz="1600" lang="en-US">
                <a:latin typeface="Calibri" panose="020F0502020204030204" charset="0"/>
                <a:ea typeface="+mj-ea"/>
                <a:cs typeface="Calibri" panose="020F0502020204030204" charset="0"/>
              </a:rPr>
              <a:t> </a:t>
            </a:r>
            <a:r>
              <a:rPr altLang="zh-CN" dirty="0" sz="1600" lang="en-US">
                <a:latin typeface="Calibri" panose="020F0502020204030204" charset="0"/>
                <a:ea typeface="+mj-ea"/>
                <a:cs typeface="Calibri" panose="020F0502020204030204" charset="0"/>
              </a:rPr>
              <a:t> </a:t>
            </a:r>
            <a:r>
              <a:rPr altLang="zh-CN" dirty="0" sz="1600" lang="en-US">
                <a:latin typeface="Calibri" panose="020F0502020204030204" charset="0"/>
                <a:ea typeface="+mj-ea"/>
                <a:cs typeface="Calibri" panose="020F0502020204030204" charset="0"/>
              </a:rPr>
              <a:t> </a:t>
            </a:r>
            <a:r>
              <a:rPr altLang="zh-CN" dirty="0" sz="1600" lang="en-US">
                <a:latin typeface="Calibri" panose="020F0502020204030204" charset="0"/>
                <a:ea typeface="+mj-ea"/>
                <a:cs typeface="Calibri" panose="020F0502020204030204" charset="0"/>
              </a:rPr>
              <a:t> </a:t>
            </a:r>
            <a:r>
              <a:rPr altLang="zh-CN" dirty="0" sz="1600" lang="en-US">
                <a:latin typeface="Calibri" panose="020F0502020204030204" charset="0"/>
                <a:ea typeface="+mj-ea"/>
                <a:cs typeface="Calibri" panose="020F0502020204030204" charset="0"/>
              </a:rPr>
              <a:t> </a:t>
            </a:r>
            <a:r>
              <a:rPr altLang="zh-CN" dirty="0" sz="1600" lang="en-US">
                <a:latin typeface="Calibri" panose="020F0502020204030204" charset="0"/>
                <a:ea typeface="+mj-ea"/>
                <a:cs typeface="Calibri" panose="020F0502020204030204" charset="0"/>
              </a:rPr>
              <a:t> </a:t>
            </a:r>
            <a:r>
              <a:rPr altLang="zh-CN" dirty="0" sz="1600" lang="en-US">
                <a:latin typeface="Calibri" panose="020F0502020204030204" charset="0"/>
                <a:ea typeface="+mj-ea"/>
                <a:cs typeface="Calibri" panose="020F0502020204030204" charset="0"/>
              </a:rPr>
              <a:t> </a:t>
            </a:r>
            <a:r>
              <a:rPr altLang="zh-CN" dirty="0" sz="1600" lang="en-US">
                <a:latin typeface="Calibri" panose="020F0502020204030204" charset="0"/>
                <a:ea typeface="+mj-ea"/>
                <a:cs typeface="Calibri" panose="020F0502020204030204" charset="0"/>
              </a:rPr>
              <a:t> </a:t>
            </a:r>
            <a:r>
              <a:rPr altLang="zh-CN" dirty="0" sz="1600" lang="en-US">
                <a:latin typeface="Calibri" panose="020F0502020204030204" charset="0"/>
                <a:ea typeface="+mj-ea"/>
                <a:cs typeface="Calibri" panose="020F0502020204030204" charset="0"/>
              </a:rPr>
              <a:t> </a:t>
            </a:r>
            <a:r>
              <a:rPr altLang="zh-CN" dirty="0" sz="1600" lang="en-US">
                <a:latin typeface="Calibri" panose="020F0502020204030204" charset="0"/>
                <a:ea typeface="+mj-ea"/>
                <a:cs typeface="Calibri" panose="020F0502020204030204" charset="0"/>
              </a:rPr>
              <a:t> </a:t>
            </a:r>
            <a:r>
              <a:rPr altLang="zh-CN" dirty="0" sz="1600" lang="en-US">
                <a:latin typeface="Calibri" panose="020F0502020204030204" charset="0"/>
                <a:ea typeface="+mj-ea"/>
                <a:cs typeface="Calibri" panose="020F0502020204030204" charset="0"/>
              </a:rPr>
              <a:t> </a:t>
            </a:r>
            <a:r>
              <a:rPr altLang="zh-CN" dirty="0" sz="1600" lang="en-US">
                <a:latin typeface="Calibri" panose="020F0502020204030204" charset="0"/>
                <a:ea typeface="+mj-ea"/>
                <a:cs typeface="Calibri" panose="020F0502020204030204" charset="0"/>
              </a:rPr>
              <a:t> </a:t>
            </a:r>
            <a:r>
              <a:rPr altLang="zh-CN" dirty="0" sz="1600" lang="en-US">
                <a:latin typeface="Calibri" panose="020F0502020204030204" charset="0"/>
                <a:ea typeface="+mj-ea"/>
                <a:cs typeface="Calibri" panose="020F0502020204030204" charset="0"/>
              </a:rPr>
              <a:t> </a:t>
            </a:r>
            <a:r>
              <a:rPr altLang="zh-CN" dirty="0" sz="1600" lang="en-US">
                <a:latin typeface="Calibri" panose="020F0502020204030204" charset="0"/>
                <a:ea typeface="+mj-ea"/>
                <a:cs typeface="Calibri" panose="020F0502020204030204" charset="0"/>
              </a:rPr>
              <a:t> </a:t>
            </a:r>
            <a:r>
              <a:rPr altLang="zh-CN" dirty="0" sz="1600" lang="en-US">
                <a:latin typeface="Calibri" panose="020F0502020204030204" charset="0"/>
                <a:ea typeface="+mj-ea"/>
                <a:cs typeface="Calibri" panose="020F0502020204030204" charset="0"/>
              </a:rPr>
              <a:t> </a:t>
            </a:r>
            <a:r>
              <a:rPr altLang="zh-CN" dirty="0" sz="1600" lang="en-US">
                <a:latin typeface="Calibri" panose="020F0502020204030204" charset="0"/>
                <a:ea typeface="+mj-ea"/>
                <a:cs typeface="Calibri" panose="020F0502020204030204" charset="0"/>
              </a:rPr>
              <a:t> </a:t>
            </a:r>
            <a:r>
              <a:rPr altLang="zh-CN" dirty="0" sz="1600" lang="en-US">
                <a:latin typeface="Calibri" panose="020F0502020204030204" charset="0"/>
                <a:ea typeface="+mj-ea"/>
                <a:cs typeface="Calibri" panose="020F0502020204030204" charset="0"/>
              </a:rPr>
              <a:t> </a:t>
            </a:r>
            <a:r>
              <a:rPr altLang="zh-CN" dirty="0" sz="1600" lang="en-US">
                <a:latin typeface="Calibri" panose="020F0502020204030204" charset="0"/>
                <a:ea typeface="+mj-ea"/>
                <a:cs typeface="Calibri" panose="020F0502020204030204" charset="0"/>
              </a:rPr>
              <a:t> </a:t>
            </a:r>
            <a:r>
              <a:rPr altLang="zh-CN" dirty="0" sz="1600" lang="en-US">
                <a:latin typeface="Calibri" panose="020F0502020204030204" charset="0"/>
                <a:ea typeface="+mj-ea"/>
                <a:cs typeface="Calibri" panose="020F0502020204030204" charset="0"/>
              </a:rPr>
              <a:t> </a:t>
            </a:r>
            <a:r>
              <a:rPr altLang="zh-CN" dirty="0" sz="1600" lang="en-US">
                <a:latin typeface="Calibri" panose="020F0502020204030204" charset="0"/>
                <a:ea typeface="+mj-ea"/>
                <a:cs typeface="Calibri" panose="020F0502020204030204" charset="0"/>
              </a:rPr>
              <a:t> </a:t>
            </a:r>
            <a:r>
              <a:rPr altLang="zh-CN" dirty="0" sz="1600" lang="en-US">
                <a:latin typeface="Calibri" panose="020F0502020204030204" charset="0"/>
                <a:ea typeface="+mj-ea"/>
                <a:cs typeface="Calibri" panose="020F0502020204030204" charset="0"/>
              </a:rPr>
              <a:t> </a:t>
            </a:r>
            <a:r>
              <a:rPr altLang="zh-CN" dirty="0" sz="1600" lang="en-US">
                <a:latin typeface="Calibri" panose="020F0502020204030204" charset="0"/>
                <a:ea typeface="+mj-ea"/>
                <a:cs typeface="Calibri" panose="020F0502020204030204" charset="0"/>
              </a:rPr>
              <a:t> </a:t>
            </a:r>
            <a:r>
              <a:rPr altLang="zh-CN" dirty="0" sz="1600" lang="en-US">
                <a:latin typeface="Calibri" panose="020F0502020204030204" charset="0"/>
                <a:ea typeface="+mj-ea"/>
                <a:cs typeface="Calibri" panose="020F0502020204030204" charset="0"/>
              </a:rPr>
              <a:t> </a:t>
            </a:r>
            <a:r>
              <a:rPr altLang="zh-CN" dirty="0" sz="1600" lang="en-US">
                <a:latin typeface="Calibri" panose="020F0502020204030204" charset="0"/>
                <a:ea typeface="+mj-ea"/>
                <a:cs typeface="Calibri" panose="020F0502020204030204" charset="0"/>
              </a:rPr>
              <a:t> </a:t>
            </a:r>
            <a:r>
              <a:rPr altLang="zh-CN" dirty="0" sz="1600" lang="en-US">
                <a:latin typeface="Calibri" panose="020F0502020204030204" charset="0"/>
                <a:ea typeface="+mj-ea"/>
                <a:cs typeface="Calibri" panose="020F0502020204030204" charset="0"/>
              </a:rPr>
              <a:t> </a:t>
            </a:r>
            <a:r>
              <a:rPr altLang="zh-CN" dirty="0" sz="1600" lang="en-US">
                <a:latin typeface="Calibri" panose="020F0502020204030204" charset="0"/>
                <a:ea typeface="+mj-ea"/>
                <a:cs typeface="Calibri" panose="020F0502020204030204" charset="0"/>
              </a:rPr>
              <a:t>Prints performance message </a:t>
            </a:r>
            <a:r>
              <a:rPr altLang="zh-CN" dirty="0" sz="1600" lang="en-US">
                <a:latin typeface="Calibri" panose="020F0502020204030204" charset="0"/>
                <a:ea typeface="+mj-ea"/>
                <a:cs typeface="Calibri" panose="020F0502020204030204" charset="0"/>
              </a:rPr>
              <a:t> </a:t>
            </a:r>
            <a:r>
              <a:rPr altLang="zh-CN" dirty="0" sz="1600" lang="en-US">
                <a:latin typeface="Calibri" panose="020F0502020204030204" charset="0"/>
                <a:ea typeface="+mj-ea"/>
                <a:cs typeface="Calibri" panose="020F0502020204030204" charset="0"/>
              </a:rPr>
              <a:t> </a:t>
            </a:r>
            <a:r>
              <a:rPr altLang="zh-CN" dirty="0" sz="1600" lang="en-US">
                <a:latin typeface="Calibri" panose="020F0502020204030204" charset="0"/>
                <a:ea typeface="+mj-ea"/>
                <a:cs typeface="Calibri" panose="020F0502020204030204" charset="0"/>
              </a:rPr>
              <a:t>based on score</a:t>
            </a:r>
            <a:endParaRPr altLang="en-US" lang="zh-CN"/>
          </a:p>
        </p:txBody>
      </p:sp>
    </p:spTree>
  </p:cSld>
  <p:clrMapOvr>
    <a:masterClrMapping/>
  </p:clrMapOvr>
  <p:timing>
    <p:tnLst>
      <p:par>
        <p:cTn dur="indefinite" id="1" nodeType="tmRoot" restart="never">
          <p:childTnLst>
            <p:seq concurrent="1" nextAc="seek">
              <p:cTn dur="indefinite" id="2" nodeType="mainSeq">
                <p:childTnLst>
                  <p:par>
                    <p:cTn fill="hold" id="3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 id="4">
                            <p:stCondLst>
                              <p:cond delay="0"/>
                            </p:stCondLst>
                            <p:childTnLst>
                              <p:par>
                                <p:cTn decel="100000" fill="hold" grpId="0" id="5" nodeType="afterEffect" presetClass="entr" presetID="5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6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dur="1000" fill="hold" id="7"/>
                                        <p:tgtEl>
                                          <p:spTgt spid="10486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ur="1000" fill="hold" id="8"/>
                                        <p:tgtEl>
                                          <p:spTgt spid="10486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dur="1000" id="9"/>
                                        <p:tgtEl>
                                          <p:spTgt spid="10486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8652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54" name="图片 2"/>
          <p:cNvPicPr>
            <a:picLocks noChangeAspect="1"/>
          </p:cNvPicPr>
          <p:nvPr/>
        </p:nvPicPr>
        <p:blipFill rotWithShape="1">
          <a:blip xmlns:r="http://schemas.openxmlformats.org/officeDocument/2006/relationships" r:embed="rId1" cstate="print"/>
          <a:srcRect l="58734" r="33532"/>
          <a:stretch>
            <a:fillRect/>
          </a:stretch>
        </p:blipFill>
        <p:spPr>
          <a:xfrm rot="5400000" flipV="1">
            <a:off x="5429250" y="-5467350"/>
            <a:ext cx="1333500" cy="12192000"/>
          </a:xfrm>
          <a:prstGeom prst="rect"/>
        </p:spPr>
      </p:pic>
      <p:sp>
        <p:nvSpPr>
          <p:cNvPr id="1048624" name="文本框 13"/>
          <p:cNvSpPr txBox="1"/>
          <p:nvPr/>
        </p:nvSpPr>
        <p:spPr>
          <a:xfrm>
            <a:off x="2112995" y="256136"/>
            <a:ext cx="8641080" cy="815341"/>
          </a:xfrm>
          <a:prstGeom prst="rect"/>
          <a:noFill/>
        </p:spPr>
        <p:txBody>
          <a:bodyPr rtlCol="0" wrap="none">
            <a:spAutoFit/>
          </a:bodyPr>
          <a:p>
            <a:r>
              <a:rPr altLang="zh-CN" b="1" dirty="0" sz="4800" lang="en-US">
                <a:solidFill>
                  <a:srgbClr val="5EC1BE"/>
                </a:solidFill>
                <a:latin typeface="Calibri" panose="020F0502020204030204" charset="0"/>
                <a:ea typeface="Calibri" panose="020F0502020204030204" charset="0"/>
                <a:cs typeface="Calibri" panose="020F0502020204030204" charset="0"/>
              </a:rPr>
              <a:t>ADVANTAGES IN PROGRAM </a:t>
            </a:r>
            <a:endParaRPr altLang="en-US" b="1" dirty="0" sz="4800" lang="zh-CN">
              <a:solidFill>
                <a:srgbClr val="5EC1BE"/>
              </a:solidFill>
              <a:latin typeface="Calibri" panose="020F0502020204030204" charset="0"/>
              <a:ea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1048625" name="Freeform 6"/>
          <p:cNvSpPr>
            <a:spLocks noEditPoints="1"/>
          </p:cNvSpPr>
          <p:nvPr/>
        </p:nvSpPr>
        <p:spPr bwMode="auto">
          <a:xfrm>
            <a:off x="5701015" y="2585290"/>
            <a:ext cx="847439" cy="3430852"/>
          </a:xfrm>
          <a:custGeom>
            <a:avLst/>
            <a:gdLst>
              <a:gd name="T0" fmla="*/ 10 w 85"/>
              <a:gd name="T1" fmla="*/ 141 h 344"/>
              <a:gd name="T2" fmla="*/ 11 w 85"/>
              <a:gd name="T3" fmla="*/ 158 h 344"/>
              <a:gd name="T4" fmla="*/ 20 w 85"/>
              <a:gd name="T5" fmla="*/ 216 h 344"/>
              <a:gd name="T6" fmla="*/ 25 w 85"/>
              <a:gd name="T7" fmla="*/ 221 h 344"/>
              <a:gd name="T8" fmla="*/ 29 w 85"/>
              <a:gd name="T9" fmla="*/ 254 h 344"/>
              <a:gd name="T10" fmla="*/ 32 w 85"/>
              <a:gd name="T11" fmla="*/ 310 h 344"/>
              <a:gd name="T12" fmla="*/ 35 w 85"/>
              <a:gd name="T13" fmla="*/ 324 h 344"/>
              <a:gd name="T14" fmla="*/ 37 w 85"/>
              <a:gd name="T15" fmla="*/ 328 h 344"/>
              <a:gd name="T16" fmla="*/ 44 w 85"/>
              <a:gd name="T17" fmla="*/ 343 h 344"/>
              <a:gd name="T18" fmla="*/ 52 w 85"/>
              <a:gd name="T19" fmla="*/ 315 h 344"/>
              <a:gd name="T20" fmla="*/ 65 w 85"/>
              <a:gd name="T21" fmla="*/ 251 h 344"/>
              <a:gd name="T22" fmla="*/ 66 w 85"/>
              <a:gd name="T23" fmla="*/ 220 h 344"/>
              <a:gd name="T24" fmla="*/ 74 w 85"/>
              <a:gd name="T25" fmla="*/ 176 h 344"/>
              <a:gd name="T26" fmla="*/ 81 w 85"/>
              <a:gd name="T27" fmla="*/ 155 h 344"/>
              <a:gd name="T28" fmla="*/ 74 w 85"/>
              <a:gd name="T29" fmla="*/ 124 h 344"/>
              <a:gd name="T30" fmla="*/ 84 w 85"/>
              <a:gd name="T31" fmla="*/ 89 h 344"/>
              <a:gd name="T32" fmla="*/ 75 w 85"/>
              <a:gd name="T33" fmla="*/ 58 h 344"/>
              <a:gd name="T34" fmla="*/ 66 w 85"/>
              <a:gd name="T35" fmla="*/ 48 h 344"/>
              <a:gd name="T36" fmla="*/ 60 w 85"/>
              <a:gd name="T37" fmla="*/ 34 h 344"/>
              <a:gd name="T38" fmla="*/ 60 w 85"/>
              <a:gd name="T39" fmla="*/ 24 h 344"/>
              <a:gd name="T40" fmla="*/ 58 w 85"/>
              <a:gd name="T41" fmla="*/ 10 h 344"/>
              <a:gd name="T42" fmla="*/ 44 w 85"/>
              <a:gd name="T43" fmla="*/ 0 h 344"/>
              <a:gd name="T44" fmla="*/ 28 w 85"/>
              <a:gd name="T45" fmla="*/ 13 h 344"/>
              <a:gd name="T46" fmla="*/ 26 w 85"/>
              <a:gd name="T47" fmla="*/ 24 h 344"/>
              <a:gd name="T48" fmla="*/ 20 w 85"/>
              <a:gd name="T49" fmla="*/ 51 h 344"/>
              <a:gd name="T50" fmla="*/ 5 w 85"/>
              <a:gd name="T51" fmla="*/ 65 h 344"/>
              <a:gd name="T52" fmla="*/ 4 w 85"/>
              <a:gd name="T53" fmla="*/ 112 h 344"/>
              <a:gd name="T54" fmla="*/ 58 w 85"/>
              <a:gd name="T55" fmla="*/ 102 h 344"/>
              <a:gd name="T56" fmla="*/ 61 w 85"/>
              <a:gd name="T57" fmla="*/ 110 h 344"/>
              <a:gd name="T58" fmla="*/ 58 w 85"/>
              <a:gd name="T59" fmla="*/ 106 h 344"/>
              <a:gd name="T60" fmla="*/ 44 w 85"/>
              <a:gd name="T61" fmla="*/ 220 h 344"/>
              <a:gd name="T62" fmla="*/ 46 w 85"/>
              <a:gd name="T63" fmla="*/ 232 h 344"/>
              <a:gd name="T64" fmla="*/ 45 w 85"/>
              <a:gd name="T65" fmla="*/ 245 h 344"/>
              <a:gd name="T66" fmla="*/ 44 w 85"/>
              <a:gd name="T67" fmla="*/ 236 h 344"/>
              <a:gd name="T68" fmla="*/ 36 w 85"/>
              <a:gd name="T69" fmla="*/ 73 h 344"/>
              <a:gd name="T70" fmla="*/ 31 w 85"/>
              <a:gd name="T71" fmla="*/ 49 h 344"/>
              <a:gd name="T72" fmla="*/ 38 w 85"/>
              <a:gd name="T73" fmla="*/ 68 h 344"/>
              <a:gd name="T74" fmla="*/ 45 w 85"/>
              <a:gd name="T75" fmla="*/ 58 h 344"/>
              <a:gd name="T76" fmla="*/ 46 w 85"/>
              <a:gd name="T77" fmla="*/ 74 h 344"/>
              <a:gd name="T78" fmla="*/ 36 w 85"/>
              <a:gd name="T79" fmla="*/ 73 h 344"/>
              <a:gd name="T80" fmla="*/ 32 w 85"/>
              <a:gd name="T81" fmla="*/ 120 h 344"/>
              <a:gd name="T82" fmla="*/ 29 w 85"/>
              <a:gd name="T83" fmla="*/ 127 h 34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</a:cxnLst>
            <a:rect l="0" t="0" r="r" b="b"/>
            <a:pathLst>
              <a:path w="85" h="344">
                <a:moveTo>
                  <a:pt x="12" y="119"/>
                </a:moveTo>
                <a:cubicBezTo>
                  <a:pt x="12" y="119"/>
                  <a:pt x="13" y="131"/>
                  <a:pt x="10" y="141"/>
                </a:cubicBezTo>
                <a:cubicBezTo>
                  <a:pt x="6" y="151"/>
                  <a:pt x="4" y="157"/>
                  <a:pt x="7" y="157"/>
                </a:cubicBezTo>
                <a:cubicBezTo>
                  <a:pt x="10" y="158"/>
                  <a:pt x="11" y="158"/>
                  <a:pt x="11" y="158"/>
                </a:cubicBezTo>
                <a:cubicBezTo>
                  <a:pt x="11" y="158"/>
                  <a:pt x="11" y="171"/>
                  <a:pt x="13" y="180"/>
                </a:cubicBezTo>
                <a:cubicBezTo>
                  <a:pt x="15" y="189"/>
                  <a:pt x="20" y="211"/>
                  <a:pt x="20" y="216"/>
                </a:cubicBezTo>
                <a:cubicBezTo>
                  <a:pt x="20" y="222"/>
                  <a:pt x="20" y="221"/>
                  <a:pt x="22" y="221"/>
                </a:cubicBezTo>
                <a:cubicBezTo>
                  <a:pt x="24" y="221"/>
                  <a:pt x="25" y="221"/>
                  <a:pt x="25" y="221"/>
                </a:cubicBezTo>
                <a:cubicBezTo>
                  <a:pt x="25" y="221"/>
                  <a:pt x="25" y="230"/>
                  <a:pt x="26" y="232"/>
                </a:cubicBezTo>
                <a:cubicBezTo>
                  <a:pt x="27" y="234"/>
                  <a:pt x="25" y="244"/>
                  <a:pt x="29" y="254"/>
                </a:cubicBezTo>
                <a:cubicBezTo>
                  <a:pt x="32" y="265"/>
                  <a:pt x="38" y="282"/>
                  <a:pt x="38" y="290"/>
                </a:cubicBezTo>
                <a:cubicBezTo>
                  <a:pt x="38" y="297"/>
                  <a:pt x="35" y="307"/>
                  <a:pt x="32" y="310"/>
                </a:cubicBezTo>
                <a:cubicBezTo>
                  <a:pt x="28" y="314"/>
                  <a:pt x="23" y="322"/>
                  <a:pt x="26" y="323"/>
                </a:cubicBezTo>
                <a:cubicBezTo>
                  <a:pt x="28" y="325"/>
                  <a:pt x="32" y="325"/>
                  <a:pt x="35" y="324"/>
                </a:cubicBezTo>
                <a:cubicBezTo>
                  <a:pt x="37" y="323"/>
                  <a:pt x="39" y="321"/>
                  <a:pt x="39" y="321"/>
                </a:cubicBezTo>
                <a:cubicBezTo>
                  <a:pt x="39" y="321"/>
                  <a:pt x="39" y="325"/>
                  <a:pt x="37" y="328"/>
                </a:cubicBezTo>
                <a:cubicBezTo>
                  <a:pt x="36" y="331"/>
                  <a:pt x="37" y="344"/>
                  <a:pt x="43" y="344"/>
                </a:cubicBezTo>
                <a:cubicBezTo>
                  <a:pt x="43" y="344"/>
                  <a:pt x="44" y="344"/>
                  <a:pt x="44" y="343"/>
                </a:cubicBezTo>
                <a:cubicBezTo>
                  <a:pt x="49" y="342"/>
                  <a:pt x="52" y="337"/>
                  <a:pt x="51" y="330"/>
                </a:cubicBezTo>
                <a:cubicBezTo>
                  <a:pt x="51" y="322"/>
                  <a:pt x="53" y="320"/>
                  <a:pt x="52" y="315"/>
                </a:cubicBezTo>
                <a:cubicBezTo>
                  <a:pt x="50" y="311"/>
                  <a:pt x="52" y="307"/>
                  <a:pt x="54" y="300"/>
                </a:cubicBezTo>
                <a:cubicBezTo>
                  <a:pt x="57" y="292"/>
                  <a:pt x="66" y="260"/>
                  <a:pt x="65" y="251"/>
                </a:cubicBezTo>
                <a:cubicBezTo>
                  <a:pt x="65" y="243"/>
                  <a:pt x="64" y="236"/>
                  <a:pt x="65" y="230"/>
                </a:cubicBezTo>
                <a:cubicBezTo>
                  <a:pt x="66" y="225"/>
                  <a:pt x="66" y="220"/>
                  <a:pt x="66" y="220"/>
                </a:cubicBezTo>
                <a:cubicBezTo>
                  <a:pt x="66" y="220"/>
                  <a:pt x="72" y="223"/>
                  <a:pt x="72" y="214"/>
                </a:cubicBezTo>
                <a:cubicBezTo>
                  <a:pt x="72" y="206"/>
                  <a:pt x="73" y="183"/>
                  <a:pt x="74" y="176"/>
                </a:cubicBezTo>
                <a:cubicBezTo>
                  <a:pt x="74" y="170"/>
                  <a:pt x="73" y="156"/>
                  <a:pt x="73" y="156"/>
                </a:cubicBezTo>
                <a:cubicBezTo>
                  <a:pt x="73" y="156"/>
                  <a:pt x="79" y="155"/>
                  <a:pt x="81" y="155"/>
                </a:cubicBezTo>
                <a:cubicBezTo>
                  <a:pt x="83" y="154"/>
                  <a:pt x="76" y="142"/>
                  <a:pt x="75" y="137"/>
                </a:cubicBezTo>
                <a:cubicBezTo>
                  <a:pt x="73" y="132"/>
                  <a:pt x="74" y="124"/>
                  <a:pt x="74" y="124"/>
                </a:cubicBezTo>
                <a:cubicBezTo>
                  <a:pt x="74" y="124"/>
                  <a:pt x="84" y="123"/>
                  <a:pt x="84" y="115"/>
                </a:cubicBezTo>
                <a:cubicBezTo>
                  <a:pt x="85" y="106"/>
                  <a:pt x="85" y="94"/>
                  <a:pt x="84" y="89"/>
                </a:cubicBezTo>
                <a:cubicBezTo>
                  <a:pt x="83" y="84"/>
                  <a:pt x="83" y="84"/>
                  <a:pt x="82" y="77"/>
                </a:cubicBezTo>
                <a:cubicBezTo>
                  <a:pt x="82" y="71"/>
                  <a:pt x="78" y="59"/>
                  <a:pt x="75" y="58"/>
                </a:cubicBezTo>
                <a:cubicBezTo>
                  <a:pt x="71" y="58"/>
                  <a:pt x="67" y="55"/>
                  <a:pt x="67" y="55"/>
                </a:cubicBezTo>
                <a:cubicBezTo>
                  <a:pt x="67" y="55"/>
                  <a:pt x="70" y="51"/>
                  <a:pt x="66" y="48"/>
                </a:cubicBezTo>
                <a:cubicBezTo>
                  <a:pt x="62" y="44"/>
                  <a:pt x="59" y="43"/>
                  <a:pt x="61" y="38"/>
                </a:cubicBezTo>
                <a:cubicBezTo>
                  <a:pt x="62" y="37"/>
                  <a:pt x="60" y="35"/>
                  <a:pt x="60" y="34"/>
                </a:cubicBezTo>
                <a:cubicBezTo>
                  <a:pt x="60" y="32"/>
                  <a:pt x="62" y="30"/>
                  <a:pt x="61" y="28"/>
                </a:cubicBezTo>
                <a:cubicBezTo>
                  <a:pt x="61" y="27"/>
                  <a:pt x="60" y="26"/>
                  <a:pt x="60" y="24"/>
                </a:cubicBezTo>
                <a:cubicBezTo>
                  <a:pt x="59" y="23"/>
                  <a:pt x="60" y="21"/>
                  <a:pt x="60" y="19"/>
                </a:cubicBezTo>
                <a:cubicBezTo>
                  <a:pt x="59" y="17"/>
                  <a:pt x="59" y="13"/>
                  <a:pt x="58" y="10"/>
                </a:cubicBezTo>
                <a:cubicBezTo>
                  <a:pt x="56" y="4"/>
                  <a:pt x="52" y="0"/>
                  <a:pt x="45" y="0"/>
                </a:cubicBezTo>
                <a:cubicBezTo>
                  <a:pt x="45" y="0"/>
                  <a:pt x="45" y="0"/>
                  <a:pt x="44" y="0"/>
                </a:cubicBezTo>
                <a:cubicBezTo>
                  <a:pt x="41" y="0"/>
                  <a:pt x="36" y="1"/>
                  <a:pt x="33" y="3"/>
                </a:cubicBezTo>
                <a:cubicBezTo>
                  <a:pt x="31" y="6"/>
                  <a:pt x="29" y="9"/>
                  <a:pt x="28" y="13"/>
                </a:cubicBezTo>
                <a:cubicBezTo>
                  <a:pt x="28" y="16"/>
                  <a:pt x="28" y="18"/>
                  <a:pt x="27" y="19"/>
                </a:cubicBezTo>
                <a:cubicBezTo>
                  <a:pt x="27" y="21"/>
                  <a:pt x="26" y="22"/>
                  <a:pt x="26" y="24"/>
                </a:cubicBezTo>
                <a:cubicBezTo>
                  <a:pt x="26" y="27"/>
                  <a:pt x="25" y="31"/>
                  <a:pt x="24" y="37"/>
                </a:cubicBezTo>
                <a:cubicBezTo>
                  <a:pt x="23" y="43"/>
                  <a:pt x="23" y="47"/>
                  <a:pt x="20" y="51"/>
                </a:cubicBezTo>
                <a:cubicBezTo>
                  <a:pt x="17" y="54"/>
                  <a:pt x="18" y="57"/>
                  <a:pt x="18" y="57"/>
                </a:cubicBezTo>
                <a:cubicBezTo>
                  <a:pt x="18" y="57"/>
                  <a:pt x="8" y="58"/>
                  <a:pt x="5" y="65"/>
                </a:cubicBezTo>
                <a:cubicBezTo>
                  <a:pt x="3" y="71"/>
                  <a:pt x="2" y="83"/>
                  <a:pt x="1" y="90"/>
                </a:cubicBezTo>
                <a:cubicBezTo>
                  <a:pt x="0" y="98"/>
                  <a:pt x="1" y="107"/>
                  <a:pt x="4" y="112"/>
                </a:cubicBezTo>
                <a:cubicBezTo>
                  <a:pt x="6" y="118"/>
                  <a:pt x="12" y="119"/>
                  <a:pt x="12" y="119"/>
                </a:cubicBezTo>
                <a:close/>
                <a:moveTo>
                  <a:pt x="58" y="102"/>
                </a:moveTo>
                <a:cubicBezTo>
                  <a:pt x="60" y="103"/>
                  <a:pt x="60" y="103"/>
                  <a:pt x="60" y="103"/>
                </a:cubicBezTo>
                <a:cubicBezTo>
                  <a:pt x="60" y="103"/>
                  <a:pt x="61" y="108"/>
                  <a:pt x="61" y="110"/>
                </a:cubicBezTo>
                <a:cubicBezTo>
                  <a:pt x="60" y="111"/>
                  <a:pt x="58" y="111"/>
                  <a:pt x="58" y="111"/>
                </a:cubicBezTo>
                <a:cubicBezTo>
                  <a:pt x="58" y="111"/>
                  <a:pt x="58" y="109"/>
                  <a:pt x="58" y="106"/>
                </a:cubicBezTo>
                <a:cubicBezTo>
                  <a:pt x="57" y="103"/>
                  <a:pt x="58" y="102"/>
                  <a:pt x="58" y="102"/>
                </a:cubicBezTo>
                <a:close/>
                <a:moveTo>
                  <a:pt x="44" y="220"/>
                </a:moveTo>
                <a:cubicBezTo>
                  <a:pt x="44" y="220"/>
                  <a:pt x="44" y="223"/>
                  <a:pt x="44" y="226"/>
                </a:cubicBezTo>
                <a:cubicBezTo>
                  <a:pt x="45" y="228"/>
                  <a:pt x="45" y="231"/>
                  <a:pt x="46" y="232"/>
                </a:cubicBezTo>
                <a:cubicBezTo>
                  <a:pt x="46" y="235"/>
                  <a:pt x="45" y="238"/>
                  <a:pt x="45" y="240"/>
                </a:cubicBezTo>
                <a:cubicBezTo>
                  <a:pt x="45" y="242"/>
                  <a:pt x="45" y="245"/>
                  <a:pt x="45" y="245"/>
                </a:cubicBezTo>
                <a:cubicBezTo>
                  <a:pt x="45" y="245"/>
                  <a:pt x="45" y="243"/>
                  <a:pt x="44" y="242"/>
                </a:cubicBezTo>
                <a:cubicBezTo>
                  <a:pt x="44" y="239"/>
                  <a:pt x="44" y="237"/>
                  <a:pt x="44" y="236"/>
                </a:cubicBezTo>
                <a:cubicBezTo>
                  <a:pt x="43" y="233"/>
                  <a:pt x="43" y="228"/>
                  <a:pt x="44" y="220"/>
                </a:cubicBezTo>
                <a:close/>
                <a:moveTo>
                  <a:pt x="36" y="73"/>
                </a:moveTo>
                <a:cubicBezTo>
                  <a:pt x="35" y="71"/>
                  <a:pt x="31" y="58"/>
                  <a:pt x="31" y="56"/>
                </a:cubicBezTo>
                <a:cubicBezTo>
                  <a:pt x="31" y="53"/>
                  <a:pt x="31" y="51"/>
                  <a:pt x="31" y="49"/>
                </a:cubicBezTo>
                <a:cubicBezTo>
                  <a:pt x="34" y="55"/>
                  <a:pt x="38" y="57"/>
                  <a:pt x="37" y="59"/>
                </a:cubicBezTo>
                <a:cubicBezTo>
                  <a:pt x="36" y="62"/>
                  <a:pt x="36" y="65"/>
                  <a:pt x="38" y="68"/>
                </a:cubicBezTo>
                <a:cubicBezTo>
                  <a:pt x="40" y="72"/>
                  <a:pt x="41" y="80"/>
                  <a:pt x="42" y="76"/>
                </a:cubicBezTo>
                <a:cubicBezTo>
                  <a:pt x="43" y="73"/>
                  <a:pt x="45" y="61"/>
                  <a:pt x="45" y="58"/>
                </a:cubicBezTo>
                <a:cubicBezTo>
                  <a:pt x="45" y="54"/>
                  <a:pt x="51" y="50"/>
                  <a:pt x="51" y="50"/>
                </a:cubicBezTo>
                <a:cubicBezTo>
                  <a:pt x="51" y="56"/>
                  <a:pt x="48" y="67"/>
                  <a:pt x="46" y="74"/>
                </a:cubicBezTo>
                <a:cubicBezTo>
                  <a:pt x="44" y="81"/>
                  <a:pt x="41" y="88"/>
                  <a:pt x="41" y="86"/>
                </a:cubicBezTo>
                <a:cubicBezTo>
                  <a:pt x="41" y="83"/>
                  <a:pt x="38" y="76"/>
                  <a:pt x="36" y="73"/>
                </a:cubicBezTo>
                <a:close/>
                <a:moveTo>
                  <a:pt x="29" y="120"/>
                </a:moveTo>
                <a:cubicBezTo>
                  <a:pt x="32" y="120"/>
                  <a:pt x="32" y="120"/>
                  <a:pt x="32" y="120"/>
                </a:cubicBezTo>
                <a:cubicBezTo>
                  <a:pt x="32" y="120"/>
                  <a:pt x="33" y="125"/>
                  <a:pt x="33" y="127"/>
                </a:cubicBezTo>
                <a:cubicBezTo>
                  <a:pt x="33" y="128"/>
                  <a:pt x="29" y="127"/>
                  <a:pt x="29" y="127"/>
                </a:cubicBezTo>
                <a:lnTo>
                  <a:pt x="29" y="120"/>
                </a:lnTo>
                <a:close/>
              </a:path>
            </a:pathLst>
          </a:custGeom>
          <a:solidFill>
            <a:srgbClr val="5CBFBC"/>
          </a:solidFill>
          <a:ln>
            <a:noFill/>
          </a:ln>
        </p:spPr>
        <p:txBody>
          <a:bodyPr anchor="t" anchorCtr="0" bIns="22860" compatLnSpc="1" lIns="45720" numCol="1" rIns="45720" tIns="22860" vert="horz" wrap="square"/>
          <a:p>
            <a:endParaRPr sz="900" lang="th-TH">
              <a:ea typeface="Calibri" panose="020F0502020204030204" charset="0"/>
            </a:endParaRPr>
          </a:p>
        </p:txBody>
      </p:sp>
      <p:sp>
        <p:nvSpPr>
          <p:cNvPr id="1048626" name="Freeform 11"/>
          <p:cNvSpPr>
            <a:spLocks noEditPoints="1"/>
          </p:cNvSpPr>
          <p:nvPr/>
        </p:nvSpPr>
        <p:spPr bwMode="auto">
          <a:xfrm flipH="1">
            <a:off x="4675002" y="2625011"/>
            <a:ext cx="1027296" cy="3453055"/>
          </a:xfrm>
          <a:custGeom>
            <a:avLst/>
            <a:gdLst>
              <a:gd name="T0" fmla="*/ 16 w 111"/>
              <a:gd name="T1" fmla="*/ 182 h 351"/>
              <a:gd name="T2" fmla="*/ 14 w 111"/>
              <a:gd name="T3" fmla="*/ 246 h 351"/>
              <a:gd name="T4" fmla="*/ 8 w 111"/>
              <a:gd name="T5" fmla="*/ 308 h 351"/>
              <a:gd name="T6" fmla="*/ 10 w 111"/>
              <a:gd name="T7" fmla="*/ 328 h 351"/>
              <a:gd name="T8" fmla="*/ 24 w 111"/>
              <a:gd name="T9" fmla="*/ 348 h 351"/>
              <a:gd name="T10" fmla="*/ 34 w 111"/>
              <a:gd name="T11" fmla="*/ 323 h 351"/>
              <a:gd name="T12" fmla="*/ 37 w 111"/>
              <a:gd name="T13" fmla="*/ 255 h 351"/>
              <a:gd name="T14" fmla="*/ 56 w 111"/>
              <a:gd name="T15" fmla="*/ 192 h 351"/>
              <a:gd name="T16" fmla="*/ 67 w 111"/>
              <a:gd name="T17" fmla="*/ 261 h 351"/>
              <a:gd name="T18" fmla="*/ 71 w 111"/>
              <a:gd name="T19" fmla="*/ 311 h 351"/>
              <a:gd name="T20" fmla="*/ 70 w 111"/>
              <a:gd name="T21" fmla="*/ 333 h 351"/>
              <a:gd name="T22" fmla="*/ 87 w 111"/>
              <a:gd name="T23" fmla="*/ 342 h 351"/>
              <a:gd name="T24" fmla="*/ 104 w 111"/>
              <a:gd name="T25" fmla="*/ 336 h 351"/>
              <a:gd name="T26" fmla="*/ 89 w 111"/>
              <a:gd name="T27" fmla="*/ 311 h 351"/>
              <a:gd name="T28" fmla="*/ 90 w 111"/>
              <a:gd name="T29" fmla="*/ 268 h 351"/>
              <a:gd name="T30" fmla="*/ 95 w 111"/>
              <a:gd name="T31" fmla="*/ 181 h 351"/>
              <a:gd name="T32" fmla="*/ 85 w 111"/>
              <a:gd name="T33" fmla="*/ 117 h 351"/>
              <a:gd name="T34" fmla="*/ 100 w 111"/>
              <a:gd name="T35" fmla="*/ 98 h 351"/>
              <a:gd name="T36" fmla="*/ 92 w 111"/>
              <a:gd name="T37" fmla="*/ 60 h 351"/>
              <a:gd name="T38" fmla="*/ 62 w 111"/>
              <a:gd name="T39" fmla="*/ 42 h 351"/>
              <a:gd name="T40" fmla="*/ 69 w 111"/>
              <a:gd name="T41" fmla="*/ 27 h 351"/>
              <a:gd name="T42" fmla="*/ 74 w 111"/>
              <a:gd name="T43" fmla="*/ 11 h 351"/>
              <a:gd name="T44" fmla="*/ 53 w 111"/>
              <a:gd name="T45" fmla="*/ 2 h 351"/>
              <a:gd name="T46" fmla="*/ 41 w 111"/>
              <a:gd name="T47" fmla="*/ 18 h 351"/>
              <a:gd name="T48" fmla="*/ 39 w 111"/>
              <a:gd name="T49" fmla="*/ 37 h 351"/>
              <a:gd name="T50" fmla="*/ 61 w 111"/>
              <a:gd name="T51" fmla="*/ 44 h 351"/>
              <a:gd name="T52" fmla="*/ 57 w 111"/>
              <a:gd name="T53" fmla="*/ 53 h 351"/>
              <a:gd name="T54" fmla="*/ 48 w 111"/>
              <a:gd name="T55" fmla="*/ 53 h 351"/>
              <a:gd name="T56" fmla="*/ 53 w 111"/>
              <a:gd name="T57" fmla="*/ 71 h 351"/>
              <a:gd name="T58" fmla="*/ 36 w 111"/>
              <a:gd name="T59" fmla="*/ 43 h 351"/>
              <a:gd name="T60" fmla="*/ 5 w 111"/>
              <a:gd name="T61" fmla="*/ 67 h 351"/>
              <a:gd name="T62" fmla="*/ 16 w 111"/>
              <a:gd name="T63" fmla="*/ 112 h 351"/>
              <a:gd name="T64" fmla="*/ 40 w 111"/>
              <a:gd name="T65" fmla="*/ 95 h 351"/>
              <a:gd name="T66" fmla="*/ 49 w 111"/>
              <a:gd name="T67" fmla="*/ 86 h 351"/>
              <a:gd name="T68" fmla="*/ 40 w 111"/>
              <a:gd name="T69" fmla="*/ 95 h 35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111" h="351">
                <a:moveTo>
                  <a:pt x="3" y="177"/>
                </a:moveTo>
                <a:cubicBezTo>
                  <a:pt x="5" y="180"/>
                  <a:pt x="16" y="182"/>
                  <a:pt x="16" y="182"/>
                </a:cubicBezTo>
                <a:cubicBezTo>
                  <a:pt x="16" y="182"/>
                  <a:pt x="16" y="224"/>
                  <a:pt x="16" y="225"/>
                </a:cubicBezTo>
                <a:cubicBezTo>
                  <a:pt x="15" y="227"/>
                  <a:pt x="17" y="238"/>
                  <a:pt x="14" y="246"/>
                </a:cubicBezTo>
                <a:cubicBezTo>
                  <a:pt x="11" y="254"/>
                  <a:pt x="7" y="296"/>
                  <a:pt x="7" y="296"/>
                </a:cubicBezTo>
                <a:cubicBezTo>
                  <a:pt x="7" y="296"/>
                  <a:pt x="7" y="306"/>
                  <a:pt x="8" y="308"/>
                </a:cubicBezTo>
                <a:cubicBezTo>
                  <a:pt x="10" y="311"/>
                  <a:pt x="10" y="315"/>
                  <a:pt x="8" y="317"/>
                </a:cubicBezTo>
                <a:cubicBezTo>
                  <a:pt x="5" y="319"/>
                  <a:pt x="10" y="328"/>
                  <a:pt x="10" y="328"/>
                </a:cubicBezTo>
                <a:cubicBezTo>
                  <a:pt x="10" y="328"/>
                  <a:pt x="1" y="346"/>
                  <a:pt x="6" y="348"/>
                </a:cubicBezTo>
                <a:cubicBezTo>
                  <a:pt x="11" y="351"/>
                  <a:pt x="20" y="351"/>
                  <a:pt x="24" y="348"/>
                </a:cubicBezTo>
                <a:cubicBezTo>
                  <a:pt x="26" y="345"/>
                  <a:pt x="25" y="329"/>
                  <a:pt x="25" y="329"/>
                </a:cubicBezTo>
                <a:cubicBezTo>
                  <a:pt x="25" y="329"/>
                  <a:pt x="33" y="326"/>
                  <a:pt x="34" y="323"/>
                </a:cubicBezTo>
                <a:cubicBezTo>
                  <a:pt x="35" y="321"/>
                  <a:pt x="37" y="318"/>
                  <a:pt x="32" y="307"/>
                </a:cubicBezTo>
                <a:cubicBezTo>
                  <a:pt x="28" y="291"/>
                  <a:pt x="37" y="255"/>
                  <a:pt x="37" y="255"/>
                </a:cubicBezTo>
                <a:cubicBezTo>
                  <a:pt x="37" y="255"/>
                  <a:pt x="47" y="217"/>
                  <a:pt x="48" y="217"/>
                </a:cubicBezTo>
                <a:cubicBezTo>
                  <a:pt x="50" y="216"/>
                  <a:pt x="56" y="192"/>
                  <a:pt x="56" y="192"/>
                </a:cubicBezTo>
                <a:cubicBezTo>
                  <a:pt x="56" y="192"/>
                  <a:pt x="57" y="194"/>
                  <a:pt x="63" y="223"/>
                </a:cubicBezTo>
                <a:cubicBezTo>
                  <a:pt x="69" y="252"/>
                  <a:pt x="67" y="261"/>
                  <a:pt x="67" y="261"/>
                </a:cubicBezTo>
                <a:cubicBezTo>
                  <a:pt x="68" y="302"/>
                  <a:pt x="68" y="302"/>
                  <a:pt x="68" y="302"/>
                </a:cubicBezTo>
                <a:cubicBezTo>
                  <a:pt x="68" y="302"/>
                  <a:pt x="69" y="310"/>
                  <a:pt x="71" y="311"/>
                </a:cubicBezTo>
                <a:cubicBezTo>
                  <a:pt x="72" y="312"/>
                  <a:pt x="67" y="319"/>
                  <a:pt x="70" y="322"/>
                </a:cubicBezTo>
                <a:cubicBezTo>
                  <a:pt x="71" y="326"/>
                  <a:pt x="70" y="333"/>
                  <a:pt x="70" y="333"/>
                </a:cubicBezTo>
                <a:cubicBezTo>
                  <a:pt x="70" y="333"/>
                  <a:pt x="78" y="338"/>
                  <a:pt x="80" y="336"/>
                </a:cubicBezTo>
                <a:cubicBezTo>
                  <a:pt x="82" y="335"/>
                  <a:pt x="87" y="342"/>
                  <a:pt x="87" y="342"/>
                </a:cubicBezTo>
                <a:cubicBezTo>
                  <a:pt x="87" y="342"/>
                  <a:pt x="106" y="347"/>
                  <a:pt x="108" y="344"/>
                </a:cubicBezTo>
                <a:cubicBezTo>
                  <a:pt x="111" y="341"/>
                  <a:pt x="104" y="336"/>
                  <a:pt x="104" y="336"/>
                </a:cubicBezTo>
                <a:cubicBezTo>
                  <a:pt x="94" y="324"/>
                  <a:pt x="94" y="324"/>
                  <a:pt x="94" y="324"/>
                </a:cubicBezTo>
                <a:cubicBezTo>
                  <a:pt x="94" y="324"/>
                  <a:pt x="101" y="317"/>
                  <a:pt x="89" y="311"/>
                </a:cubicBezTo>
                <a:cubicBezTo>
                  <a:pt x="91" y="292"/>
                  <a:pt x="91" y="292"/>
                  <a:pt x="91" y="292"/>
                </a:cubicBezTo>
                <a:cubicBezTo>
                  <a:pt x="91" y="292"/>
                  <a:pt x="92" y="278"/>
                  <a:pt x="90" y="268"/>
                </a:cubicBezTo>
                <a:cubicBezTo>
                  <a:pt x="88" y="258"/>
                  <a:pt x="95" y="208"/>
                  <a:pt x="95" y="208"/>
                </a:cubicBezTo>
                <a:cubicBezTo>
                  <a:pt x="95" y="208"/>
                  <a:pt x="98" y="185"/>
                  <a:pt x="95" y="181"/>
                </a:cubicBezTo>
                <a:cubicBezTo>
                  <a:pt x="98" y="179"/>
                  <a:pt x="89" y="125"/>
                  <a:pt x="89" y="125"/>
                </a:cubicBezTo>
                <a:cubicBezTo>
                  <a:pt x="85" y="117"/>
                  <a:pt x="85" y="117"/>
                  <a:pt x="85" y="117"/>
                </a:cubicBezTo>
                <a:cubicBezTo>
                  <a:pt x="85" y="117"/>
                  <a:pt x="96" y="116"/>
                  <a:pt x="97" y="110"/>
                </a:cubicBezTo>
                <a:cubicBezTo>
                  <a:pt x="98" y="104"/>
                  <a:pt x="100" y="103"/>
                  <a:pt x="100" y="98"/>
                </a:cubicBezTo>
                <a:cubicBezTo>
                  <a:pt x="99" y="94"/>
                  <a:pt x="97" y="82"/>
                  <a:pt x="96" y="79"/>
                </a:cubicBezTo>
                <a:cubicBezTo>
                  <a:pt x="95" y="75"/>
                  <a:pt x="92" y="60"/>
                  <a:pt x="92" y="60"/>
                </a:cubicBezTo>
                <a:cubicBezTo>
                  <a:pt x="92" y="60"/>
                  <a:pt x="89" y="55"/>
                  <a:pt x="83" y="55"/>
                </a:cubicBezTo>
                <a:cubicBezTo>
                  <a:pt x="78" y="55"/>
                  <a:pt x="63" y="48"/>
                  <a:pt x="62" y="42"/>
                </a:cubicBezTo>
                <a:cubicBezTo>
                  <a:pt x="62" y="42"/>
                  <a:pt x="65" y="39"/>
                  <a:pt x="67" y="34"/>
                </a:cubicBezTo>
                <a:cubicBezTo>
                  <a:pt x="67" y="32"/>
                  <a:pt x="69" y="29"/>
                  <a:pt x="69" y="27"/>
                </a:cubicBezTo>
                <a:cubicBezTo>
                  <a:pt x="74" y="16"/>
                  <a:pt x="74" y="16"/>
                  <a:pt x="74" y="16"/>
                </a:cubicBezTo>
                <a:cubicBezTo>
                  <a:pt x="74" y="11"/>
                  <a:pt x="74" y="11"/>
                  <a:pt x="74" y="11"/>
                </a:cubicBezTo>
                <a:cubicBezTo>
                  <a:pt x="72" y="5"/>
                  <a:pt x="72" y="5"/>
                  <a:pt x="72" y="5"/>
                </a:cubicBezTo>
                <a:cubicBezTo>
                  <a:pt x="67" y="0"/>
                  <a:pt x="53" y="2"/>
                  <a:pt x="53" y="2"/>
                </a:cubicBezTo>
                <a:cubicBezTo>
                  <a:pt x="53" y="2"/>
                  <a:pt x="53" y="2"/>
                  <a:pt x="53" y="2"/>
                </a:cubicBezTo>
                <a:cubicBezTo>
                  <a:pt x="45" y="2"/>
                  <a:pt x="41" y="12"/>
                  <a:pt x="41" y="18"/>
                </a:cubicBezTo>
                <a:cubicBezTo>
                  <a:pt x="34" y="18"/>
                  <a:pt x="41" y="30"/>
                  <a:pt x="41" y="30"/>
                </a:cubicBezTo>
                <a:cubicBezTo>
                  <a:pt x="41" y="30"/>
                  <a:pt x="40" y="33"/>
                  <a:pt x="39" y="37"/>
                </a:cubicBezTo>
                <a:cubicBezTo>
                  <a:pt x="40" y="38"/>
                  <a:pt x="43" y="45"/>
                  <a:pt x="50" y="47"/>
                </a:cubicBezTo>
                <a:cubicBezTo>
                  <a:pt x="58" y="50"/>
                  <a:pt x="61" y="44"/>
                  <a:pt x="61" y="44"/>
                </a:cubicBezTo>
                <a:cubicBezTo>
                  <a:pt x="61" y="68"/>
                  <a:pt x="61" y="68"/>
                  <a:pt x="61" y="68"/>
                </a:cubicBezTo>
                <a:cubicBezTo>
                  <a:pt x="61" y="68"/>
                  <a:pt x="56" y="56"/>
                  <a:pt x="57" y="53"/>
                </a:cubicBezTo>
                <a:cubicBezTo>
                  <a:pt x="59" y="50"/>
                  <a:pt x="54" y="50"/>
                  <a:pt x="52" y="50"/>
                </a:cubicBezTo>
                <a:cubicBezTo>
                  <a:pt x="50" y="50"/>
                  <a:pt x="48" y="53"/>
                  <a:pt x="48" y="53"/>
                </a:cubicBezTo>
                <a:cubicBezTo>
                  <a:pt x="53" y="57"/>
                  <a:pt x="53" y="57"/>
                  <a:pt x="53" y="57"/>
                </a:cubicBezTo>
                <a:cubicBezTo>
                  <a:pt x="53" y="57"/>
                  <a:pt x="53" y="74"/>
                  <a:pt x="53" y="71"/>
                </a:cubicBezTo>
                <a:cubicBezTo>
                  <a:pt x="53" y="68"/>
                  <a:pt x="40" y="48"/>
                  <a:pt x="37" y="42"/>
                </a:cubicBezTo>
                <a:cubicBezTo>
                  <a:pt x="37" y="43"/>
                  <a:pt x="36" y="43"/>
                  <a:pt x="36" y="43"/>
                </a:cubicBezTo>
                <a:cubicBezTo>
                  <a:pt x="34" y="46"/>
                  <a:pt x="17" y="49"/>
                  <a:pt x="17" y="49"/>
                </a:cubicBezTo>
                <a:cubicBezTo>
                  <a:pt x="17" y="49"/>
                  <a:pt x="0" y="48"/>
                  <a:pt x="5" y="67"/>
                </a:cubicBezTo>
                <a:cubicBezTo>
                  <a:pt x="7" y="82"/>
                  <a:pt x="9" y="95"/>
                  <a:pt x="9" y="95"/>
                </a:cubicBezTo>
                <a:cubicBezTo>
                  <a:pt x="9" y="95"/>
                  <a:pt x="13" y="112"/>
                  <a:pt x="16" y="112"/>
                </a:cubicBezTo>
                <a:cubicBezTo>
                  <a:pt x="20" y="113"/>
                  <a:pt x="3" y="172"/>
                  <a:pt x="3" y="177"/>
                </a:cubicBezTo>
                <a:close/>
                <a:moveTo>
                  <a:pt x="40" y="95"/>
                </a:moveTo>
                <a:cubicBezTo>
                  <a:pt x="40" y="95"/>
                  <a:pt x="45" y="87"/>
                  <a:pt x="44" y="85"/>
                </a:cubicBezTo>
                <a:cubicBezTo>
                  <a:pt x="47" y="86"/>
                  <a:pt x="49" y="86"/>
                  <a:pt x="49" y="86"/>
                </a:cubicBezTo>
                <a:cubicBezTo>
                  <a:pt x="49" y="99"/>
                  <a:pt x="49" y="99"/>
                  <a:pt x="49" y="99"/>
                </a:cubicBezTo>
                <a:lnTo>
                  <a:pt x="40" y="95"/>
                </a:lnTo>
                <a:close/>
              </a:path>
            </a:pathLst>
          </a:custGeom>
          <a:solidFill>
            <a:srgbClr val="1B2932"/>
          </a:solidFill>
          <a:ln>
            <a:noFill/>
          </a:ln>
        </p:spPr>
        <p:txBody>
          <a:bodyPr anchor="t" anchorCtr="0" bIns="22860" compatLnSpc="1" lIns="45720" numCol="1" rIns="45720" tIns="22860" vert="horz" wrap="square"/>
          <a:p>
            <a:endParaRPr sz="900" lang="th-TH">
              <a:ea typeface="Calibri" panose="020F0502020204030204" charset="0"/>
            </a:endParaRPr>
          </a:p>
        </p:txBody>
      </p:sp>
      <p:sp>
        <p:nvSpPr>
          <p:cNvPr id="1048627" name="Freeform 9"/>
          <p:cNvSpPr>
            <a:spLocks noEditPoints="1"/>
          </p:cNvSpPr>
          <p:nvPr/>
        </p:nvSpPr>
        <p:spPr bwMode="auto">
          <a:xfrm>
            <a:off x="6465004" y="2648501"/>
            <a:ext cx="1465401" cy="3354589"/>
          </a:xfrm>
          <a:custGeom>
            <a:avLst/>
            <a:gdLst>
              <a:gd name="T0" fmla="*/ 33 w 149"/>
              <a:gd name="T1" fmla="*/ 255 h 341"/>
              <a:gd name="T2" fmla="*/ 38 w 149"/>
              <a:gd name="T3" fmla="*/ 302 h 341"/>
              <a:gd name="T4" fmla="*/ 39 w 149"/>
              <a:gd name="T5" fmla="*/ 319 h 341"/>
              <a:gd name="T6" fmla="*/ 44 w 149"/>
              <a:gd name="T7" fmla="*/ 334 h 341"/>
              <a:gd name="T8" fmla="*/ 67 w 149"/>
              <a:gd name="T9" fmla="*/ 334 h 341"/>
              <a:gd name="T10" fmla="*/ 61 w 149"/>
              <a:gd name="T11" fmla="*/ 324 h 341"/>
              <a:gd name="T12" fmla="*/ 60 w 149"/>
              <a:gd name="T13" fmla="*/ 301 h 341"/>
              <a:gd name="T14" fmla="*/ 57 w 149"/>
              <a:gd name="T15" fmla="*/ 280 h 341"/>
              <a:gd name="T16" fmla="*/ 67 w 149"/>
              <a:gd name="T17" fmla="*/ 257 h 341"/>
              <a:gd name="T18" fmla="*/ 75 w 149"/>
              <a:gd name="T19" fmla="*/ 271 h 341"/>
              <a:gd name="T20" fmla="*/ 83 w 149"/>
              <a:gd name="T21" fmla="*/ 301 h 341"/>
              <a:gd name="T22" fmla="*/ 91 w 149"/>
              <a:gd name="T23" fmla="*/ 324 h 341"/>
              <a:gd name="T24" fmla="*/ 107 w 149"/>
              <a:gd name="T25" fmla="*/ 334 h 341"/>
              <a:gd name="T26" fmla="*/ 127 w 149"/>
              <a:gd name="T27" fmla="*/ 335 h 341"/>
              <a:gd name="T28" fmla="*/ 135 w 149"/>
              <a:gd name="T29" fmla="*/ 326 h 341"/>
              <a:gd name="T30" fmla="*/ 115 w 149"/>
              <a:gd name="T31" fmla="*/ 307 h 341"/>
              <a:gd name="T32" fmla="*/ 105 w 149"/>
              <a:gd name="T33" fmla="*/ 282 h 341"/>
              <a:gd name="T34" fmla="*/ 101 w 149"/>
              <a:gd name="T35" fmla="*/ 246 h 341"/>
              <a:gd name="T36" fmla="*/ 101 w 149"/>
              <a:gd name="T37" fmla="*/ 187 h 341"/>
              <a:gd name="T38" fmla="*/ 102 w 149"/>
              <a:gd name="T39" fmla="*/ 154 h 341"/>
              <a:gd name="T40" fmla="*/ 98 w 149"/>
              <a:gd name="T41" fmla="*/ 122 h 341"/>
              <a:gd name="T42" fmla="*/ 88 w 149"/>
              <a:gd name="T43" fmla="*/ 66 h 341"/>
              <a:gd name="T44" fmla="*/ 72 w 149"/>
              <a:gd name="T45" fmla="*/ 48 h 341"/>
              <a:gd name="T46" fmla="*/ 80 w 149"/>
              <a:gd name="T47" fmla="*/ 30 h 341"/>
              <a:gd name="T48" fmla="*/ 80 w 149"/>
              <a:gd name="T49" fmla="*/ 13 h 341"/>
              <a:gd name="T50" fmla="*/ 58 w 149"/>
              <a:gd name="T51" fmla="*/ 3 h 341"/>
              <a:gd name="T52" fmla="*/ 46 w 149"/>
              <a:gd name="T53" fmla="*/ 23 h 341"/>
              <a:gd name="T54" fmla="*/ 49 w 149"/>
              <a:gd name="T55" fmla="*/ 35 h 341"/>
              <a:gd name="T56" fmla="*/ 50 w 149"/>
              <a:gd name="T57" fmla="*/ 44 h 341"/>
              <a:gd name="T58" fmla="*/ 42 w 149"/>
              <a:gd name="T59" fmla="*/ 54 h 341"/>
              <a:gd name="T60" fmla="*/ 19 w 149"/>
              <a:gd name="T61" fmla="*/ 71 h 341"/>
              <a:gd name="T62" fmla="*/ 16 w 149"/>
              <a:gd name="T63" fmla="*/ 95 h 341"/>
              <a:gd name="T64" fmla="*/ 19 w 149"/>
              <a:gd name="T65" fmla="*/ 124 h 341"/>
              <a:gd name="T66" fmla="*/ 20 w 149"/>
              <a:gd name="T67" fmla="*/ 151 h 341"/>
              <a:gd name="T68" fmla="*/ 26 w 149"/>
              <a:gd name="T69" fmla="*/ 188 h 341"/>
              <a:gd name="T70" fmla="*/ 25 w 149"/>
              <a:gd name="T71" fmla="*/ 197 h 341"/>
              <a:gd name="T72" fmla="*/ 3 w 149"/>
              <a:gd name="T73" fmla="*/ 198 h 341"/>
              <a:gd name="T74" fmla="*/ 1 w 149"/>
              <a:gd name="T75" fmla="*/ 251 h 341"/>
              <a:gd name="T76" fmla="*/ 50 w 149"/>
              <a:gd name="T77" fmla="*/ 54 h 341"/>
              <a:gd name="T78" fmla="*/ 78 w 149"/>
              <a:gd name="T79" fmla="*/ 86 h 341"/>
              <a:gd name="T80" fmla="*/ 92 w 149"/>
              <a:gd name="T81" fmla="*/ 163 h 341"/>
              <a:gd name="T82" fmla="*/ 65 w 149"/>
              <a:gd name="T83" fmla="*/ 73 h 341"/>
              <a:gd name="T84" fmla="*/ 50 w 149"/>
              <a:gd name="T85" fmla="*/ 171 h 34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</a:cxnLst>
            <a:rect l="0" t="0" r="r" b="b"/>
            <a:pathLst>
              <a:path w="149" h="341">
                <a:moveTo>
                  <a:pt x="1" y="251"/>
                </a:moveTo>
                <a:cubicBezTo>
                  <a:pt x="1" y="253"/>
                  <a:pt x="2" y="253"/>
                  <a:pt x="4" y="253"/>
                </a:cubicBezTo>
                <a:cubicBezTo>
                  <a:pt x="5" y="253"/>
                  <a:pt x="33" y="255"/>
                  <a:pt x="33" y="255"/>
                </a:cubicBezTo>
                <a:cubicBezTo>
                  <a:pt x="33" y="255"/>
                  <a:pt x="33" y="262"/>
                  <a:pt x="33" y="265"/>
                </a:cubicBezTo>
                <a:cubicBezTo>
                  <a:pt x="33" y="267"/>
                  <a:pt x="33" y="289"/>
                  <a:pt x="35" y="292"/>
                </a:cubicBezTo>
                <a:cubicBezTo>
                  <a:pt x="37" y="295"/>
                  <a:pt x="35" y="300"/>
                  <a:pt x="38" y="302"/>
                </a:cubicBezTo>
                <a:cubicBezTo>
                  <a:pt x="41" y="303"/>
                  <a:pt x="39" y="307"/>
                  <a:pt x="38" y="307"/>
                </a:cubicBezTo>
                <a:cubicBezTo>
                  <a:pt x="38" y="308"/>
                  <a:pt x="38" y="310"/>
                  <a:pt x="38" y="311"/>
                </a:cubicBezTo>
                <a:cubicBezTo>
                  <a:pt x="37" y="312"/>
                  <a:pt x="39" y="319"/>
                  <a:pt x="39" y="319"/>
                </a:cubicBezTo>
                <a:cubicBezTo>
                  <a:pt x="39" y="327"/>
                  <a:pt x="39" y="327"/>
                  <a:pt x="39" y="327"/>
                </a:cubicBezTo>
                <a:cubicBezTo>
                  <a:pt x="42" y="330"/>
                  <a:pt x="42" y="330"/>
                  <a:pt x="42" y="330"/>
                </a:cubicBezTo>
                <a:cubicBezTo>
                  <a:pt x="42" y="330"/>
                  <a:pt x="44" y="334"/>
                  <a:pt x="44" y="334"/>
                </a:cubicBezTo>
                <a:cubicBezTo>
                  <a:pt x="44" y="335"/>
                  <a:pt x="53" y="341"/>
                  <a:pt x="59" y="340"/>
                </a:cubicBezTo>
                <a:cubicBezTo>
                  <a:pt x="59" y="340"/>
                  <a:pt x="66" y="341"/>
                  <a:pt x="67" y="340"/>
                </a:cubicBezTo>
                <a:cubicBezTo>
                  <a:pt x="68" y="340"/>
                  <a:pt x="68" y="335"/>
                  <a:pt x="67" y="334"/>
                </a:cubicBezTo>
                <a:cubicBezTo>
                  <a:pt x="65" y="334"/>
                  <a:pt x="65" y="333"/>
                  <a:pt x="65" y="333"/>
                </a:cubicBezTo>
                <a:cubicBezTo>
                  <a:pt x="65" y="333"/>
                  <a:pt x="66" y="328"/>
                  <a:pt x="65" y="328"/>
                </a:cubicBezTo>
                <a:cubicBezTo>
                  <a:pt x="64" y="328"/>
                  <a:pt x="62" y="324"/>
                  <a:pt x="61" y="324"/>
                </a:cubicBezTo>
                <a:cubicBezTo>
                  <a:pt x="61" y="323"/>
                  <a:pt x="58" y="319"/>
                  <a:pt x="59" y="319"/>
                </a:cubicBezTo>
                <a:cubicBezTo>
                  <a:pt x="59" y="318"/>
                  <a:pt x="63" y="308"/>
                  <a:pt x="62" y="307"/>
                </a:cubicBezTo>
                <a:cubicBezTo>
                  <a:pt x="62" y="306"/>
                  <a:pt x="61" y="301"/>
                  <a:pt x="60" y="301"/>
                </a:cubicBezTo>
                <a:cubicBezTo>
                  <a:pt x="59" y="301"/>
                  <a:pt x="55" y="292"/>
                  <a:pt x="55" y="292"/>
                </a:cubicBezTo>
                <a:cubicBezTo>
                  <a:pt x="55" y="291"/>
                  <a:pt x="57" y="285"/>
                  <a:pt x="57" y="285"/>
                </a:cubicBezTo>
                <a:cubicBezTo>
                  <a:pt x="57" y="285"/>
                  <a:pt x="58" y="280"/>
                  <a:pt x="57" y="280"/>
                </a:cubicBezTo>
                <a:cubicBezTo>
                  <a:pt x="56" y="280"/>
                  <a:pt x="54" y="276"/>
                  <a:pt x="54" y="275"/>
                </a:cubicBezTo>
                <a:cubicBezTo>
                  <a:pt x="54" y="274"/>
                  <a:pt x="58" y="258"/>
                  <a:pt x="58" y="258"/>
                </a:cubicBezTo>
                <a:cubicBezTo>
                  <a:pt x="58" y="258"/>
                  <a:pt x="66" y="257"/>
                  <a:pt x="67" y="257"/>
                </a:cubicBezTo>
                <a:cubicBezTo>
                  <a:pt x="68" y="257"/>
                  <a:pt x="69" y="255"/>
                  <a:pt x="70" y="255"/>
                </a:cubicBezTo>
                <a:cubicBezTo>
                  <a:pt x="72" y="255"/>
                  <a:pt x="72" y="260"/>
                  <a:pt x="72" y="261"/>
                </a:cubicBezTo>
                <a:cubicBezTo>
                  <a:pt x="72" y="262"/>
                  <a:pt x="74" y="270"/>
                  <a:pt x="75" y="271"/>
                </a:cubicBezTo>
                <a:cubicBezTo>
                  <a:pt x="75" y="271"/>
                  <a:pt x="77" y="281"/>
                  <a:pt x="77" y="282"/>
                </a:cubicBezTo>
                <a:cubicBezTo>
                  <a:pt x="77" y="284"/>
                  <a:pt x="80" y="291"/>
                  <a:pt x="80" y="292"/>
                </a:cubicBezTo>
                <a:cubicBezTo>
                  <a:pt x="80" y="293"/>
                  <a:pt x="82" y="300"/>
                  <a:pt x="83" y="301"/>
                </a:cubicBezTo>
                <a:cubicBezTo>
                  <a:pt x="84" y="302"/>
                  <a:pt x="87" y="307"/>
                  <a:pt x="87" y="309"/>
                </a:cubicBezTo>
                <a:cubicBezTo>
                  <a:pt x="87" y="312"/>
                  <a:pt x="91" y="317"/>
                  <a:pt x="90" y="318"/>
                </a:cubicBezTo>
                <a:cubicBezTo>
                  <a:pt x="90" y="319"/>
                  <a:pt x="91" y="324"/>
                  <a:pt x="91" y="324"/>
                </a:cubicBezTo>
                <a:cubicBezTo>
                  <a:pt x="91" y="325"/>
                  <a:pt x="93" y="325"/>
                  <a:pt x="93" y="325"/>
                </a:cubicBezTo>
                <a:cubicBezTo>
                  <a:pt x="93" y="325"/>
                  <a:pt x="92" y="331"/>
                  <a:pt x="92" y="331"/>
                </a:cubicBezTo>
                <a:cubicBezTo>
                  <a:pt x="92" y="332"/>
                  <a:pt x="98" y="335"/>
                  <a:pt x="107" y="334"/>
                </a:cubicBezTo>
                <a:cubicBezTo>
                  <a:pt x="107" y="332"/>
                  <a:pt x="107" y="332"/>
                  <a:pt x="107" y="332"/>
                </a:cubicBezTo>
                <a:cubicBezTo>
                  <a:pt x="107" y="332"/>
                  <a:pt x="112" y="331"/>
                  <a:pt x="114" y="333"/>
                </a:cubicBezTo>
                <a:cubicBezTo>
                  <a:pt x="115" y="334"/>
                  <a:pt x="124" y="336"/>
                  <a:pt x="127" y="335"/>
                </a:cubicBezTo>
                <a:cubicBezTo>
                  <a:pt x="130" y="335"/>
                  <a:pt x="137" y="337"/>
                  <a:pt x="149" y="330"/>
                </a:cubicBezTo>
                <a:cubicBezTo>
                  <a:pt x="149" y="330"/>
                  <a:pt x="148" y="327"/>
                  <a:pt x="147" y="327"/>
                </a:cubicBezTo>
                <a:cubicBezTo>
                  <a:pt x="146" y="327"/>
                  <a:pt x="137" y="327"/>
                  <a:pt x="135" y="326"/>
                </a:cubicBezTo>
                <a:cubicBezTo>
                  <a:pt x="132" y="326"/>
                  <a:pt x="126" y="321"/>
                  <a:pt x="125" y="321"/>
                </a:cubicBezTo>
                <a:cubicBezTo>
                  <a:pt x="125" y="321"/>
                  <a:pt x="121" y="315"/>
                  <a:pt x="120" y="316"/>
                </a:cubicBezTo>
                <a:cubicBezTo>
                  <a:pt x="119" y="316"/>
                  <a:pt x="116" y="307"/>
                  <a:pt x="115" y="307"/>
                </a:cubicBezTo>
                <a:cubicBezTo>
                  <a:pt x="114" y="307"/>
                  <a:pt x="115" y="301"/>
                  <a:pt x="114" y="301"/>
                </a:cubicBezTo>
                <a:cubicBezTo>
                  <a:pt x="114" y="301"/>
                  <a:pt x="109" y="300"/>
                  <a:pt x="109" y="299"/>
                </a:cubicBezTo>
                <a:cubicBezTo>
                  <a:pt x="108" y="298"/>
                  <a:pt x="105" y="282"/>
                  <a:pt x="105" y="282"/>
                </a:cubicBezTo>
                <a:cubicBezTo>
                  <a:pt x="105" y="282"/>
                  <a:pt x="108" y="278"/>
                  <a:pt x="103" y="274"/>
                </a:cubicBezTo>
                <a:cubicBezTo>
                  <a:pt x="103" y="274"/>
                  <a:pt x="102" y="258"/>
                  <a:pt x="101" y="257"/>
                </a:cubicBezTo>
                <a:cubicBezTo>
                  <a:pt x="101" y="255"/>
                  <a:pt x="101" y="246"/>
                  <a:pt x="101" y="246"/>
                </a:cubicBezTo>
                <a:cubicBezTo>
                  <a:pt x="101" y="246"/>
                  <a:pt x="100" y="220"/>
                  <a:pt x="100" y="220"/>
                </a:cubicBezTo>
                <a:cubicBezTo>
                  <a:pt x="99" y="221"/>
                  <a:pt x="97" y="217"/>
                  <a:pt x="97" y="216"/>
                </a:cubicBezTo>
                <a:cubicBezTo>
                  <a:pt x="97" y="216"/>
                  <a:pt x="102" y="192"/>
                  <a:pt x="101" y="187"/>
                </a:cubicBezTo>
                <a:cubicBezTo>
                  <a:pt x="101" y="187"/>
                  <a:pt x="106" y="178"/>
                  <a:pt x="105" y="177"/>
                </a:cubicBezTo>
                <a:cubicBezTo>
                  <a:pt x="105" y="176"/>
                  <a:pt x="107" y="165"/>
                  <a:pt x="107" y="165"/>
                </a:cubicBezTo>
                <a:cubicBezTo>
                  <a:pt x="107" y="165"/>
                  <a:pt x="104" y="155"/>
                  <a:pt x="102" y="154"/>
                </a:cubicBezTo>
                <a:cubicBezTo>
                  <a:pt x="101" y="153"/>
                  <a:pt x="98" y="146"/>
                  <a:pt x="99" y="144"/>
                </a:cubicBezTo>
                <a:cubicBezTo>
                  <a:pt x="99" y="142"/>
                  <a:pt x="99" y="137"/>
                  <a:pt x="99" y="137"/>
                </a:cubicBezTo>
                <a:cubicBezTo>
                  <a:pt x="98" y="122"/>
                  <a:pt x="98" y="122"/>
                  <a:pt x="98" y="122"/>
                </a:cubicBezTo>
                <a:cubicBezTo>
                  <a:pt x="94" y="106"/>
                  <a:pt x="94" y="106"/>
                  <a:pt x="94" y="106"/>
                </a:cubicBezTo>
                <a:cubicBezTo>
                  <a:pt x="94" y="106"/>
                  <a:pt x="94" y="75"/>
                  <a:pt x="93" y="75"/>
                </a:cubicBezTo>
                <a:cubicBezTo>
                  <a:pt x="92" y="75"/>
                  <a:pt x="90" y="66"/>
                  <a:pt x="88" y="66"/>
                </a:cubicBezTo>
                <a:cubicBezTo>
                  <a:pt x="86" y="66"/>
                  <a:pt x="75" y="57"/>
                  <a:pt x="75" y="57"/>
                </a:cubicBezTo>
                <a:cubicBezTo>
                  <a:pt x="75" y="57"/>
                  <a:pt x="72" y="55"/>
                  <a:pt x="72" y="54"/>
                </a:cubicBezTo>
                <a:cubicBezTo>
                  <a:pt x="72" y="53"/>
                  <a:pt x="72" y="48"/>
                  <a:pt x="72" y="48"/>
                </a:cubicBezTo>
                <a:cubicBezTo>
                  <a:pt x="72" y="48"/>
                  <a:pt x="77" y="42"/>
                  <a:pt x="78" y="39"/>
                </a:cubicBezTo>
                <a:cubicBezTo>
                  <a:pt x="79" y="33"/>
                  <a:pt x="79" y="33"/>
                  <a:pt x="79" y="33"/>
                </a:cubicBezTo>
                <a:cubicBezTo>
                  <a:pt x="80" y="30"/>
                  <a:pt x="80" y="30"/>
                  <a:pt x="80" y="30"/>
                </a:cubicBezTo>
                <a:cubicBezTo>
                  <a:pt x="80" y="26"/>
                  <a:pt x="80" y="26"/>
                  <a:pt x="80" y="26"/>
                </a:cubicBezTo>
                <a:cubicBezTo>
                  <a:pt x="80" y="23"/>
                  <a:pt x="80" y="23"/>
                  <a:pt x="80" y="23"/>
                </a:cubicBezTo>
                <a:cubicBezTo>
                  <a:pt x="80" y="13"/>
                  <a:pt x="80" y="13"/>
                  <a:pt x="80" y="13"/>
                </a:cubicBezTo>
                <a:cubicBezTo>
                  <a:pt x="80" y="13"/>
                  <a:pt x="79" y="9"/>
                  <a:pt x="78" y="8"/>
                </a:cubicBezTo>
                <a:cubicBezTo>
                  <a:pt x="76" y="7"/>
                  <a:pt x="68" y="0"/>
                  <a:pt x="65" y="1"/>
                </a:cubicBezTo>
                <a:cubicBezTo>
                  <a:pt x="63" y="2"/>
                  <a:pt x="58" y="2"/>
                  <a:pt x="58" y="3"/>
                </a:cubicBezTo>
                <a:cubicBezTo>
                  <a:pt x="58" y="4"/>
                  <a:pt x="49" y="6"/>
                  <a:pt x="49" y="8"/>
                </a:cubicBezTo>
                <a:cubicBezTo>
                  <a:pt x="49" y="11"/>
                  <a:pt x="46" y="17"/>
                  <a:pt x="46" y="18"/>
                </a:cubicBezTo>
                <a:cubicBezTo>
                  <a:pt x="46" y="20"/>
                  <a:pt x="46" y="23"/>
                  <a:pt x="46" y="23"/>
                </a:cubicBezTo>
                <a:cubicBezTo>
                  <a:pt x="47" y="24"/>
                  <a:pt x="47" y="24"/>
                  <a:pt x="47" y="24"/>
                </a:cubicBezTo>
                <a:cubicBezTo>
                  <a:pt x="47" y="24"/>
                  <a:pt x="45" y="29"/>
                  <a:pt x="47" y="32"/>
                </a:cubicBezTo>
                <a:cubicBezTo>
                  <a:pt x="49" y="35"/>
                  <a:pt x="49" y="35"/>
                  <a:pt x="49" y="35"/>
                </a:cubicBezTo>
                <a:cubicBezTo>
                  <a:pt x="49" y="39"/>
                  <a:pt x="49" y="39"/>
                  <a:pt x="49" y="39"/>
                </a:cubicBezTo>
                <a:cubicBezTo>
                  <a:pt x="49" y="39"/>
                  <a:pt x="49" y="42"/>
                  <a:pt x="50" y="42"/>
                </a:cubicBezTo>
                <a:cubicBezTo>
                  <a:pt x="50" y="42"/>
                  <a:pt x="50" y="43"/>
                  <a:pt x="50" y="44"/>
                </a:cubicBezTo>
                <a:cubicBezTo>
                  <a:pt x="50" y="45"/>
                  <a:pt x="50" y="46"/>
                  <a:pt x="50" y="47"/>
                </a:cubicBezTo>
                <a:cubicBezTo>
                  <a:pt x="50" y="48"/>
                  <a:pt x="45" y="48"/>
                  <a:pt x="45" y="51"/>
                </a:cubicBezTo>
                <a:cubicBezTo>
                  <a:pt x="45" y="53"/>
                  <a:pt x="42" y="54"/>
                  <a:pt x="42" y="54"/>
                </a:cubicBezTo>
                <a:cubicBezTo>
                  <a:pt x="33" y="59"/>
                  <a:pt x="33" y="59"/>
                  <a:pt x="33" y="59"/>
                </a:cubicBezTo>
                <a:cubicBezTo>
                  <a:pt x="27" y="64"/>
                  <a:pt x="27" y="64"/>
                  <a:pt x="27" y="64"/>
                </a:cubicBezTo>
                <a:cubicBezTo>
                  <a:pt x="27" y="64"/>
                  <a:pt x="19" y="69"/>
                  <a:pt x="19" y="71"/>
                </a:cubicBezTo>
                <a:cubicBezTo>
                  <a:pt x="19" y="73"/>
                  <a:pt x="17" y="80"/>
                  <a:pt x="17" y="81"/>
                </a:cubicBezTo>
                <a:cubicBezTo>
                  <a:pt x="17" y="83"/>
                  <a:pt x="16" y="86"/>
                  <a:pt x="17" y="88"/>
                </a:cubicBezTo>
                <a:cubicBezTo>
                  <a:pt x="17" y="90"/>
                  <a:pt x="16" y="93"/>
                  <a:pt x="16" y="95"/>
                </a:cubicBezTo>
                <a:cubicBezTo>
                  <a:pt x="17" y="96"/>
                  <a:pt x="18" y="102"/>
                  <a:pt x="18" y="102"/>
                </a:cubicBezTo>
                <a:cubicBezTo>
                  <a:pt x="18" y="102"/>
                  <a:pt x="17" y="117"/>
                  <a:pt x="17" y="119"/>
                </a:cubicBezTo>
                <a:cubicBezTo>
                  <a:pt x="18" y="121"/>
                  <a:pt x="20" y="123"/>
                  <a:pt x="19" y="124"/>
                </a:cubicBezTo>
                <a:cubicBezTo>
                  <a:pt x="19" y="125"/>
                  <a:pt x="18" y="130"/>
                  <a:pt x="18" y="130"/>
                </a:cubicBezTo>
                <a:cubicBezTo>
                  <a:pt x="18" y="131"/>
                  <a:pt x="20" y="137"/>
                  <a:pt x="20" y="137"/>
                </a:cubicBezTo>
                <a:cubicBezTo>
                  <a:pt x="20" y="151"/>
                  <a:pt x="20" y="151"/>
                  <a:pt x="20" y="151"/>
                </a:cubicBezTo>
                <a:cubicBezTo>
                  <a:pt x="20" y="151"/>
                  <a:pt x="24" y="168"/>
                  <a:pt x="24" y="172"/>
                </a:cubicBezTo>
                <a:cubicBezTo>
                  <a:pt x="24" y="175"/>
                  <a:pt x="27" y="185"/>
                  <a:pt x="27" y="185"/>
                </a:cubicBezTo>
                <a:cubicBezTo>
                  <a:pt x="27" y="185"/>
                  <a:pt x="26" y="187"/>
                  <a:pt x="26" y="188"/>
                </a:cubicBezTo>
                <a:cubicBezTo>
                  <a:pt x="26" y="188"/>
                  <a:pt x="28" y="189"/>
                  <a:pt x="28" y="189"/>
                </a:cubicBezTo>
                <a:cubicBezTo>
                  <a:pt x="29" y="193"/>
                  <a:pt x="29" y="193"/>
                  <a:pt x="29" y="193"/>
                </a:cubicBezTo>
                <a:cubicBezTo>
                  <a:pt x="29" y="193"/>
                  <a:pt x="25" y="196"/>
                  <a:pt x="25" y="197"/>
                </a:cubicBezTo>
                <a:cubicBezTo>
                  <a:pt x="25" y="197"/>
                  <a:pt x="22" y="198"/>
                  <a:pt x="22" y="198"/>
                </a:cubicBezTo>
                <a:cubicBezTo>
                  <a:pt x="18" y="198"/>
                  <a:pt x="18" y="198"/>
                  <a:pt x="18" y="198"/>
                </a:cubicBezTo>
                <a:cubicBezTo>
                  <a:pt x="3" y="198"/>
                  <a:pt x="3" y="198"/>
                  <a:pt x="3" y="198"/>
                </a:cubicBezTo>
                <a:cubicBezTo>
                  <a:pt x="3" y="198"/>
                  <a:pt x="1" y="221"/>
                  <a:pt x="2" y="224"/>
                </a:cubicBezTo>
                <a:cubicBezTo>
                  <a:pt x="3" y="227"/>
                  <a:pt x="2" y="227"/>
                  <a:pt x="2" y="227"/>
                </a:cubicBezTo>
                <a:cubicBezTo>
                  <a:pt x="2" y="227"/>
                  <a:pt x="0" y="249"/>
                  <a:pt x="1" y="251"/>
                </a:cubicBezTo>
                <a:close/>
                <a:moveTo>
                  <a:pt x="70" y="138"/>
                </a:moveTo>
                <a:cubicBezTo>
                  <a:pt x="70" y="87"/>
                  <a:pt x="54" y="63"/>
                  <a:pt x="54" y="63"/>
                </a:cubicBezTo>
                <a:cubicBezTo>
                  <a:pt x="50" y="54"/>
                  <a:pt x="50" y="54"/>
                  <a:pt x="50" y="54"/>
                </a:cubicBezTo>
                <a:cubicBezTo>
                  <a:pt x="61" y="66"/>
                  <a:pt x="61" y="66"/>
                  <a:pt x="61" y="66"/>
                </a:cubicBezTo>
                <a:cubicBezTo>
                  <a:pt x="64" y="72"/>
                  <a:pt x="69" y="68"/>
                  <a:pt x="69" y="68"/>
                </a:cubicBezTo>
                <a:cubicBezTo>
                  <a:pt x="69" y="68"/>
                  <a:pt x="69" y="68"/>
                  <a:pt x="78" y="86"/>
                </a:cubicBezTo>
                <a:cubicBezTo>
                  <a:pt x="86" y="105"/>
                  <a:pt x="96" y="165"/>
                  <a:pt x="96" y="165"/>
                </a:cubicBezTo>
                <a:cubicBezTo>
                  <a:pt x="92" y="166"/>
                  <a:pt x="92" y="166"/>
                  <a:pt x="92" y="166"/>
                </a:cubicBezTo>
                <a:cubicBezTo>
                  <a:pt x="92" y="166"/>
                  <a:pt x="91" y="173"/>
                  <a:pt x="92" y="163"/>
                </a:cubicBezTo>
                <a:cubicBezTo>
                  <a:pt x="93" y="153"/>
                  <a:pt x="71" y="83"/>
                  <a:pt x="73" y="82"/>
                </a:cubicBezTo>
                <a:cubicBezTo>
                  <a:pt x="75" y="82"/>
                  <a:pt x="71" y="74"/>
                  <a:pt x="71" y="74"/>
                </a:cubicBezTo>
                <a:cubicBezTo>
                  <a:pt x="65" y="73"/>
                  <a:pt x="65" y="73"/>
                  <a:pt x="65" y="73"/>
                </a:cubicBezTo>
                <a:cubicBezTo>
                  <a:pt x="65" y="73"/>
                  <a:pt x="58" y="72"/>
                  <a:pt x="67" y="82"/>
                </a:cubicBezTo>
                <a:cubicBezTo>
                  <a:pt x="76" y="93"/>
                  <a:pt x="78" y="171"/>
                  <a:pt x="78" y="171"/>
                </a:cubicBezTo>
                <a:cubicBezTo>
                  <a:pt x="50" y="171"/>
                  <a:pt x="50" y="171"/>
                  <a:pt x="50" y="171"/>
                </a:cubicBezTo>
                <a:cubicBezTo>
                  <a:pt x="50" y="171"/>
                  <a:pt x="72" y="150"/>
                  <a:pt x="70" y="138"/>
                </a:cubicBezTo>
                <a:close/>
              </a:path>
            </a:pathLst>
          </a:custGeom>
          <a:solidFill>
            <a:srgbClr val="1B2932"/>
          </a:solidFill>
          <a:ln>
            <a:noFill/>
          </a:ln>
        </p:spPr>
        <p:txBody>
          <a:bodyPr anchor="t" anchorCtr="0" bIns="22860" compatLnSpc="1" lIns="45720" numCol="1" rIns="45720" tIns="22860" vert="horz" wrap="square"/>
          <a:p>
            <a:endParaRPr sz="900" lang="th-TH">
              <a:ea typeface="Calibri" panose="020F0502020204030204" charset="0"/>
            </a:endParaRPr>
          </a:p>
        </p:txBody>
      </p:sp>
      <p:sp>
        <p:nvSpPr>
          <p:cNvPr id="1048628" name="Freeform 7"/>
          <p:cNvSpPr>
            <a:spLocks noEditPoints="1"/>
          </p:cNvSpPr>
          <p:nvPr/>
        </p:nvSpPr>
        <p:spPr bwMode="auto">
          <a:xfrm>
            <a:off x="1589153" y="2144454"/>
            <a:ext cx="2848476" cy="2831258"/>
          </a:xfrm>
          <a:custGeom>
            <a:avLst/>
            <a:gdLst>
              <a:gd name="T0" fmla="*/ 806 w 806"/>
              <a:gd name="T1" fmla="*/ 401 h 806"/>
              <a:gd name="T2" fmla="*/ 733 w 806"/>
              <a:gd name="T3" fmla="*/ 336 h 806"/>
              <a:gd name="T4" fmla="*/ 776 w 806"/>
              <a:gd name="T5" fmla="*/ 248 h 806"/>
              <a:gd name="T6" fmla="*/ 684 w 806"/>
              <a:gd name="T7" fmla="*/ 217 h 806"/>
              <a:gd name="T8" fmla="*/ 687 w 806"/>
              <a:gd name="T9" fmla="*/ 116 h 806"/>
              <a:gd name="T10" fmla="*/ 590 w 806"/>
              <a:gd name="T11" fmla="*/ 122 h 806"/>
              <a:gd name="T12" fmla="*/ 558 w 806"/>
              <a:gd name="T13" fmla="*/ 30 h 806"/>
              <a:gd name="T14" fmla="*/ 470 w 806"/>
              <a:gd name="T15" fmla="*/ 73 h 806"/>
              <a:gd name="T16" fmla="*/ 401 w 806"/>
              <a:gd name="T17" fmla="*/ 0 h 806"/>
              <a:gd name="T18" fmla="*/ 337 w 806"/>
              <a:gd name="T19" fmla="*/ 73 h 806"/>
              <a:gd name="T20" fmla="*/ 249 w 806"/>
              <a:gd name="T21" fmla="*/ 30 h 806"/>
              <a:gd name="T22" fmla="*/ 217 w 806"/>
              <a:gd name="T23" fmla="*/ 122 h 806"/>
              <a:gd name="T24" fmla="*/ 116 w 806"/>
              <a:gd name="T25" fmla="*/ 120 h 806"/>
              <a:gd name="T26" fmla="*/ 123 w 806"/>
              <a:gd name="T27" fmla="*/ 216 h 806"/>
              <a:gd name="T28" fmla="*/ 31 w 806"/>
              <a:gd name="T29" fmla="*/ 248 h 806"/>
              <a:gd name="T30" fmla="*/ 73 w 806"/>
              <a:gd name="T31" fmla="*/ 336 h 806"/>
              <a:gd name="T32" fmla="*/ 0 w 806"/>
              <a:gd name="T33" fmla="*/ 405 h 806"/>
              <a:gd name="T34" fmla="*/ 73 w 806"/>
              <a:gd name="T35" fmla="*/ 469 h 806"/>
              <a:gd name="T36" fmla="*/ 30 w 806"/>
              <a:gd name="T37" fmla="*/ 557 h 806"/>
              <a:gd name="T38" fmla="*/ 122 w 806"/>
              <a:gd name="T39" fmla="*/ 589 h 806"/>
              <a:gd name="T40" fmla="*/ 120 w 806"/>
              <a:gd name="T41" fmla="*/ 690 h 806"/>
              <a:gd name="T42" fmla="*/ 217 w 806"/>
              <a:gd name="T43" fmla="*/ 684 h 806"/>
              <a:gd name="T44" fmla="*/ 249 w 806"/>
              <a:gd name="T45" fmla="*/ 775 h 806"/>
              <a:gd name="T46" fmla="*/ 336 w 806"/>
              <a:gd name="T47" fmla="*/ 733 h 806"/>
              <a:gd name="T48" fmla="*/ 406 w 806"/>
              <a:gd name="T49" fmla="*/ 806 h 806"/>
              <a:gd name="T50" fmla="*/ 470 w 806"/>
              <a:gd name="T51" fmla="*/ 733 h 806"/>
              <a:gd name="T52" fmla="*/ 558 w 806"/>
              <a:gd name="T53" fmla="*/ 776 h 806"/>
              <a:gd name="T54" fmla="*/ 589 w 806"/>
              <a:gd name="T55" fmla="*/ 684 h 806"/>
              <a:gd name="T56" fmla="*/ 690 w 806"/>
              <a:gd name="T57" fmla="*/ 686 h 806"/>
              <a:gd name="T58" fmla="*/ 684 w 806"/>
              <a:gd name="T59" fmla="*/ 589 h 806"/>
              <a:gd name="T60" fmla="*/ 776 w 806"/>
              <a:gd name="T61" fmla="*/ 557 h 806"/>
              <a:gd name="T62" fmla="*/ 733 w 806"/>
              <a:gd name="T63" fmla="*/ 470 h 806"/>
              <a:gd name="T64" fmla="*/ 170 w 806"/>
              <a:gd name="T65" fmla="*/ 517 h 806"/>
              <a:gd name="T66" fmla="*/ 636 w 806"/>
              <a:gd name="T67" fmla="*/ 289 h 806"/>
              <a:gd name="T68" fmla="*/ 170 w 806"/>
              <a:gd name="T69" fmla="*/ 517 h 8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806" h="806">
                <a:moveTo>
                  <a:pt x="740" y="423"/>
                </a:moveTo>
                <a:cubicBezTo>
                  <a:pt x="806" y="401"/>
                  <a:pt x="806" y="401"/>
                  <a:pt x="806" y="401"/>
                </a:cubicBezTo>
                <a:cubicBezTo>
                  <a:pt x="803" y="349"/>
                  <a:pt x="803" y="349"/>
                  <a:pt x="803" y="349"/>
                </a:cubicBezTo>
                <a:cubicBezTo>
                  <a:pt x="733" y="336"/>
                  <a:pt x="733" y="336"/>
                  <a:pt x="733" y="336"/>
                </a:cubicBezTo>
                <a:cubicBezTo>
                  <a:pt x="731" y="322"/>
                  <a:pt x="727" y="309"/>
                  <a:pt x="722" y="295"/>
                </a:cubicBezTo>
                <a:cubicBezTo>
                  <a:pt x="776" y="248"/>
                  <a:pt x="776" y="248"/>
                  <a:pt x="776" y="248"/>
                </a:cubicBezTo>
                <a:cubicBezTo>
                  <a:pt x="754" y="202"/>
                  <a:pt x="754" y="202"/>
                  <a:pt x="754" y="202"/>
                </a:cubicBezTo>
                <a:cubicBezTo>
                  <a:pt x="684" y="217"/>
                  <a:pt x="684" y="217"/>
                  <a:pt x="684" y="217"/>
                </a:cubicBezTo>
                <a:cubicBezTo>
                  <a:pt x="675" y="204"/>
                  <a:pt x="666" y="191"/>
                  <a:pt x="655" y="179"/>
                </a:cubicBezTo>
                <a:cubicBezTo>
                  <a:pt x="687" y="116"/>
                  <a:pt x="687" y="116"/>
                  <a:pt x="687" y="116"/>
                </a:cubicBezTo>
                <a:cubicBezTo>
                  <a:pt x="648" y="82"/>
                  <a:pt x="648" y="82"/>
                  <a:pt x="648" y="82"/>
                </a:cubicBezTo>
                <a:cubicBezTo>
                  <a:pt x="590" y="122"/>
                  <a:pt x="590" y="122"/>
                  <a:pt x="590" y="122"/>
                </a:cubicBezTo>
                <a:cubicBezTo>
                  <a:pt x="578" y="114"/>
                  <a:pt x="565" y="107"/>
                  <a:pt x="552" y="101"/>
                </a:cubicBezTo>
                <a:cubicBezTo>
                  <a:pt x="558" y="30"/>
                  <a:pt x="558" y="30"/>
                  <a:pt x="558" y="30"/>
                </a:cubicBezTo>
                <a:cubicBezTo>
                  <a:pt x="509" y="14"/>
                  <a:pt x="509" y="14"/>
                  <a:pt x="509" y="14"/>
                </a:cubicBezTo>
                <a:cubicBezTo>
                  <a:pt x="470" y="73"/>
                  <a:pt x="470" y="73"/>
                  <a:pt x="470" y="73"/>
                </a:cubicBezTo>
                <a:cubicBezTo>
                  <a:pt x="455" y="70"/>
                  <a:pt x="439" y="68"/>
                  <a:pt x="423" y="67"/>
                </a:cubicBezTo>
                <a:cubicBezTo>
                  <a:pt x="401" y="0"/>
                  <a:pt x="401" y="0"/>
                  <a:pt x="401" y="0"/>
                </a:cubicBezTo>
                <a:cubicBezTo>
                  <a:pt x="350" y="3"/>
                  <a:pt x="350" y="3"/>
                  <a:pt x="350" y="3"/>
                </a:cubicBezTo>
                <a:cubicBezTo>
                  <a:pt x="337" y="73"/>
                  <a:pt x="337" y="73"/>
                  <a:pt x="337" y="73"/>
                </a:cubicBezTo>
                <a:cubicBezTo>
                  <a:pt x="323" y="75"/>
                  <a:pt x="309" y="79"/>
                  <a:pt x="295" y="84"/>
                </a:cubicBezTo>
                <a:cubicBezTo>
                  <a:pt x="249" y="30"/>
                  <a:pt x="249" y="30"/>
                  <a:pt x="249" y="30"/>
                </a:cubicBezTo>
                <a:cubicBezTo>
                  <a:pt x="203" y="52"/>
                  <a:pt x="203" y="52"/>
                  <a:pt x="203" y="52"/>
                </a:cubicBezTo>
                <a:cubicBezTo>
                  <a:pt x="217" y="122"/>
                  <a:pt x="217" y="122"/>
                  <a:pt x="217" y="122"/>
                </a:cubicBezTo>
                <a:cubicBezTo>
                  <a:pt x="204" y="131"/>
                  <a:pt x="191" y="140"/>
                  <a:pt x="179" y="151"/>
                </a:cubicBezTo>
                <a:cubicBezTo>
                  <a:pt x="116" y="120"/>
                  <a:pt x="116" y="120"/>
                  <a:pt x="116" y="120"/>
                </a:cubicBezTo>
                <a:cubicBezTo>
                  <a:pt x="83" y="158"/>
                  <a:pt x="83" y="158"/>
                  <a:pt x="83" y="158"/>
                </a:cubicBezTo>
                <a:cubicBezTo>
                  <a:pt x="123" y="216"/>
                  <a:pt x="123" y="216"/>
                  <a:pt x="123" y="216"/>
                </a:cubicBezTo>
                <a:cubicBezTo>
                  <a:pt x="115" y="228"/>
                  <a:pt x="107" y="241"/>
                  <a:pt x="101" y="254"/>
                </a:cubicBezTo>
                <a:cubicBezTo>
                  <a:pt x="31" y="248"/>
                  <a:pt x="31" y="248"/>
                  <a:pt x="31" y="248"/>
                </a:cubicBezTo>
                <a:cubicBezTo>
                  <a:pt x="14" y="297"/>
                  <a:pt x="14" y="297"/>
                  <a:pt x="14" y="297"/>
                </a:cubicBezTo>
                <a:cubicBezTo>
                  <a:pt x="73" y="336"/>
                  <a:pt x="73" y="336"/>
                  <a:pt x="73" y="336"/>
                </a:cubicBezTo>
                <a:cubicBezTo>
                  <a:pt x="70" y="351"/>
                  <a:pt x="68" y="367"/>
                  <a:pt x="67" y="383"/>
                </a:cubicBezTo>
                <a:cubicBezTo>
                  <a:pt x="0" y="405"/>
                  <a:pt x="0" y="405"/>
                  <a:pt x="0" y="405"/>
                </a:cubicBezTo>
                <a:cubicBezTo>
                  <a:pt x="4" y="456"/>
                  <a:pt x="4" y="456"/>
                  <a:pt x="4" y="456"/>
                </a:cubicBezTo>
                <a:cubicBezTo>
                  <a:pt x="73" y="469"/>
                  <a:pt x="73" y="469"/>
                  <a:pt x="73" y="469"/>
                </a:cubicBezTo>
                <a:cubicBezTo>
                  <a:pt x="76" y="483"/>
                  <a:pt x="79" y="497"/>
                  <a:pt x="84" y="511"/>
                </a:cubicBezTo>
                <a:cubicBezTo>
                  <a:pt x="30" y="557"/>
                  <a:pt x="30" y="557"/>
                  <a:pt x="30" y="557"/>
                </a:cubicBezTo>
                <a:cubicBezTo>
                  <a:pt x="52" y="603"/>
                  <a:pt x="52" y="603"/>
                  <a:pt x="52" y="603"/>
                </a:cubicBezTo>
                <a:cubicBezTo>
                  <a:pt x="122" y="589"/>
                  <a:pt x="122" y="589"/>
                  <a:pt x="122" y="589"/>
                </a:cubicBezTo>
                <a:cubicBezTo>
                  <a:pt x="131" y="602"/>
                  <a:pt x="141" y="615"/>
                  <a:pt x="151" y="627"/>
                </a:cubicBezTo>
                <a:cubicBezTo>
                  <a:pt x="120" y="690"/>
                  <a:pt x="120" y="690"/>
                  <a:pt x="120" y="690"/>
                </a:cubicBezTo>
                <a:cubicBezTo>
                  <a:pt x="158" y="723"/>
                  <a:pt x="158" y="723"/>
                  <a:pt x="158" y="723"/>
                </a:cubicBezTo>
                <a:cubicBezTo>
                  <a:pt x="217" y="684"/>
                  <a:pt x="217" y="684"/>
                  <a:pt x="217" y="684"/>
                </a:cubicBezTo>
                <a:cubicBezTo>
                  <a:pt x="229" y="692"/>
                  <a:pt x="241" y="699"/>
                  <a:pt x="254" y="705"/>
                </a:cubicBezTo>
                <a:cubicBezTo>
                  <a:pt x="249" y="775"/>
                  <a:pt x="249" y="775"/>
                  <a:pt x="249" y="775"/>
                </a:cubicBezTo>
                <a:cubicBezTo>
                  <a:pt x="297" y="792"/>
                  <a:pt x="297" y="792"/>
                  <a:pt x="297" y="792"/>
                </a:cubicBezTo>
                <a:cubicBezTo>
                  <a:pt x="336" y="733"/>
                  <a:pt x="336" y="733"/>
                  <a:pt x="336" y="733"/>
                </a:cubicBezTo>
                <a:cubicBezTo>
                  <a:pt x="352" y="736"/>
                  <a:pt x="367" y="738"/>
                  <a:pt x="383" y="739"/>
                </a:cubicBezTo>
                <a:cubicBezTo>
                  <a:pt x="406" y="806"/>
                  <a:pt x="406" y="806"/>
                  <a:pt x="406" y="806"/>
                </a:cubicBezTo>
                <a:cubicBezTo>
                  <a:pt x="457" y="803"/>
                  <a:pt x="457" y="803"/>
                  <a:pt x="457" y="803"/>
                </a:cubicBezTo>
                <a:cubicBezTo>
                  <a:pt x="470" y="733"/>
                  <a:pt x="470" y="733"/>
                  <a:pt x="470" y="733"/>
                </a:cubicBezTo>
                <a:cubicBezTo>
                  <a:pt x="484" y="730"/>
                  <a:pt x="498" y="727"/>
                  <a:pt x="511" y="722"/>
                </a:cubicBezTo>
                <a:cubicBezTo>
                  <a:pt x="558" y="776"/>
                  <a:pt x="558" y="776"/>
                  <a:pt x="558" y="776"/>
                </a:cubicBezTo>
                <a:cubicBezTo>
                  <a:pt x="604" y="754"/>
                  <a:pt x="604" y="754"/>
                  <a:pt x="604" y="754"/>
                </a:cubicBezTo>
                <a:cubicBezTo>
                  <a:pt x="589" y="684"/>
                  <a:pt x="589" y="684"/>
                  <a:pt x="589" y="684"/>
                </a:cubicBezTo>
                <a:cubicBezTo>
                  <a:pt x="603" y="675"/>
                  <a:pt x="615" y="665"/>
                  <a:pt x="627" y="655"/>
                </a:cubicBezTo>
                <a:cubicBezTo>
                  <a:pt x="690" y="686"/>
                  <a:pt x="690" y="686"/>
                  <a:pt x="690" y="686"/>
                </a:cubicBezTo>
                <a:cubicBezTo>
                  <a:pt x="724" y="648"/>
                  <a:pt x="724" y="648"/>
                  <a:pt x="724" y="648"/>
                </a:cubicBezTo>
                <a:cubicBezTo>
                  <a:pt x="684" y="589"/>
                  <a:pt x="684" y="589"/>
                  <a:pt x="684" y="589"/>
                </a:cubicBezTo>
                <a:cubicBezTo>
                  <a:pt x="692" y="577"/>
                  <a:pt x="699" y="565"/>
                  <a:pt x="705" y="552"/>
                </a:cubicBezTo>
                <a:cubicBezTo>
                  <a:pt x="776" y="557"/>
                  <a:pt x="776" y="557"/>
                  <a:pt x="776" y="557"/>
                </a:cubicBezTo>
                <a:cubicBezTo>
                  <a:pt x="792" y="509"/>
                  <a:pt x="792" y="509"/>
                  <a:pt x="792" y="509"/>
                </a:cubicBezTo>
                <a:cubicBezTo>
                  <a:pt x="733" y="470"/>
                  <a:pt x="733" y="470"/>
                  <a:pt x="733" y="470"/>
                </a:cubicBezTo>
                <a:cubicBezTo>
                  <a:pt x="736" y="455"/>
                  <a:pt x="739" y="439"/>
                  <a:pt x="740" y="423"/>
                </a:cubicBezTo>
                <a:close/>
                <a:moveTo>
                  <a:pt x="170" y="517"/>
                </a:moveTo>
                <a:cubicBezTo>
                  <a:pt x="107" y="388"/>
                  <a:pt x="161" y="233"/>
                  <a:pt x="289" y="170"/>
                </a:cubicBezTo>
                <a:cubicBezTo>
                  <a:pt x="418" y="107"/>
                  <a:pt x="573" y="160"/>
                  <a:pt x="636" y="289"/>
                </a:cubicBezTo>
                <a:cubicBezTo>
                  <a:pt x="699" y="417"/>
                  <a:pt x="646" y="573"/>
                  <a:pt x="517" y="636"/>
                </a:cubicBezTo>
                <a:cubicBezTo>
                  <a:pt x="389" y="699"/>
                  <a:pt x="233" y="646"/>
                  <a:pt x="170" y="517"/>
                </a:cubicBezTo>
                <a:close/>
              </a:path>
            </a:pathLst>
          </a:custGeom>
          <a:solidFill>
            <a:srgbClr val="5CBFBC"/>
          </a:solidFill>
          <a:ln>
            <a:noFill/>
          </a:ln>
        </p:spPr>
        <p:txBody>
          <a:bodyPr anchor="t" anchorCtr="0" bIns="22860" compatLnSpc="1" lIns="45720" numCol="1" rIns="45720" tIns="22860" vert="horz" wrap="square"/>
          <a:p>
            <a:endParaRPr sz="900" lang="th-TH">
              <a:ea typeface="Calibri" panose="020F0502020204030204" charset="0"/>
            </a:endParaRPr>
          </a:p>
        </p:txBody>
      </p:sp>
      <p:grpSp>
        <p:nvGrpSpPr>
          <p:cNvPr id="41" name="กลุ่ม 105"/>
          <p:cNvGrpSpPr/>
          <p:nvPr/>
        </p:nvGrpSpPr>
        <p:grpSpPr>
          <a:xfrm>
            <a:off x="2686901" y="3227835"/>
            <a:ext cx="610163" cy="611682"/>
            <a:chOff x="17129509" y="11525195"/>
            <a:chExt cx="638175" cy="639763"/>
          </a:xfrm>
          <a:solidFill>
            <a:srgbClr val="5CBFBC"/>
          </a:solidFill>
        </p:grpSpPr>
        <p:sp>
          <p:nvSpPr>
            <p:cNvPr id="1048629" name="Freeform 209"/>
            <p:cNvSpPr>
              <a:spLocks noEditPoints="1"/>
            </p:cNvSpPr>
            <p:nvPr/>
          </p:nvSpPr>
          <p:spPr bwMode="auto">
            <a:xfrm>
              <a:off x="17129509" y="11525195"/>
              <a:ext cx="638175" cy="639763"/>
            </a:xfrm>
            <a:custGeom>
              <a:avLst/>
              <a:gdLst>
                <a:gd name="T0" fmla="*/ 59 w 67"/>
                <a:gd name="T1" fmla="*/ 5 h 67"/>
                <a:gd name="T2" fmla="*/ 52 w 67"/>
                <a:gd name="T3" fmla="*/ 5 h 67"/>
                <a:gd name="T4" fmla="*/ 52 w 67"/>
                <a:gd name="T5" fmla="*/ 2 h 67"/>
                <a:gd name="T6" fmla="*/ 50 w 67"/>
                <a:gd name="T7" fmla="*/ 0 h 67"/>
                <a:gd name="T8" fmla="*/ 49 w 67"/>
                <a:gd name="T9" fmla="*/ 2 h 67"/>
                <a:gd name="T10" fmla="*/ 49 w 67"/>
                <a:gd name="T11" fmla="*/ 5 h 67"/>
                <a:gd name="T12" fmla="*/ 18 w 67"/>
                <a:gd name="T13" fmla="*/ 5 h 67"/>
                <a:gd name="T14" fmla="*/ 18 w 67"/>
                <a:gd name="T15" fmla="*/ 2 h 67"/>
                <a:gd name="T16" fmla="*/ 16 w 67"/>
                <a:gd name="T17" fmla="*/ 0 h 67"/>
                <a:gd name="T18" fmla="*/ 14 w 67"/>
                <a:gd name="T19" fmla="*/ 2 h 67"/>
                <a:gd name="T20" fmla="*/ 14 w 67"/>
                <a:gd name="T21" fmla="*/ 5 h 67"/>
                <a:gd name="T22" fmla="*/ 8 w 67"/>
                <a:gd name="T23" fmla="*/ 5 h 67"/>
                <a:gd name="T24" fmla="*/ 0 w 67"/>
                <a:gd name="T25" fmla="*/ 13 h 67"/>
                <a:gd name="T26" fmla="*/ 0 w 67"/>
                <a:gd name="T27" fmla="*/ 59 h 67"/>
                <a:gd name="T28" fmla="*/ 8 w 67"/>
                <a:gd name="T29" fmla="*/ 67 h 67"/>
                <a:gd name="T30" fmla="*/ 59 w 67"/>
                <a:gd name="T31" fmla="*/ 67 h 67"/>
                <a:gd name="T32" fmla="*/ 67 w 67"/>
                <a:gd name="T33" fmla="*/ 59 h 67"/>
                <a:gd name="T34" fmla="*/ 67 w 67"/>
                <a:gd name="T35" fmla="*/ 13 h 67"/>
                <a:gd name="T36" fmla="*/ 59 w 67"/>
                <a:gd name="T37" fmla="*/ 5 h 67"/>
                <a:gd name="T38" fmla="*/ 63 w 67"/>
                <a:gd name="T39" fmla="*/ 59 h 67"/>
                <a:gd name="T40" fmla="*/ 59 w 67"/>
                <a:gd name="T41" fmla="*/ 63 h 67"/>
                <a:gd name="T42" fmla="*/ 8 w 67"/>
                <a:gd name="T43" fmla="*/ 63 h 67"/>
                <a:gd name="T44" fmla="*/ 3 w 67"/>
                <a:gd name="T45" fmla="*/ 59 h 67"/>
                <a:gd name="T46" fmla="*/ 3 w 67"/>
                <a:gd name="T47" fmla="*/ 21 h 67"/>
                <a:gd name="T48" fmla="*/ 63 w 67"/>
                <a:gd name="T49" fmla="*/ 21 h 67"/>
                <a:gd name="T50" fmla="*/ 63 w 67"/>
                <a:gd name="T51" fmla="*/ 59 h 67"/>
                <a:gd name="T52" fmla="*/ 63 w 67"/>
                <a:gd name="T53" fmla="*/ 17 h 67"/>
                <a:gd name="T54" fmla="*/ 3 w 67"/>
                <a:gd name="T55" fmla="*/ 17 h 67"/>
                <a:gd name="T56" fmla="*/ 3 w 67"/>
                <a:gd name="T57" fmla="*/ 13 h 67"/>
                <a:gd name="T58" fmla="*/ 8 w 67"/>
                <a:gd name="T59" fmla="*/ 8 h 67"/>
                <a:gd name="T60" fmla="*/ 14 w 67"/>
                <a:gd name="T61" fmla="*/ 8 h 67"/>
                <a:gd name="T62" fmla="*/ 14 w 67"/>
                <a:gd name="T63" fmla="*/ 12 h 67"/>
                <a:gd name="T64" fmla="*/ 16 w 67"/>
                <a:gd name="T65" fmla="*/ 14 h 67"/>
                <a:gd name="T66" fmla="*/ 18 w 67"/>
                <a:gd name="T67" fmla="*/ 12 h 67"/>
                <a:gd name="T68" fmla="*/ 18 w 67"/>
                <a:gd name="T69" fmla="*/ 8 h 67"/>
                <a:gd name="T70" fmla="*/ 49 w 67"/>
                <a:gd name="T71" fmla="*/ 8 h 67"/>
                <a:gd name="T72" fmla="*/ 49 w 67"/>
                <a:gd name="T73" fmla="*/ 12 h 67"/>
                <a:gd name="T74" fmla="*/ 50 w 67"/>
                <a:gd name="T75" fmla="*/ 14 h 67"/>
                <a:gd name="T76" fmla="*/ 52 w 67"/>
                <a:gd name="T77" fmla="*/ 12 h 67"/>
                <a:gd name="T78" fmla="*/ 52 w 67"/>
                <a:gd name="T79" fmla="*/ 8 h 67"/>
                <a:gd name="T80" fmla="*/ 59 w 67"/>
                <a:gd name="T81" fmla="*/ 8 h 67"/>
                <a:gd name="T82" fmla="*/ 63 w 67"/>
                <a:gd name="T83" fmla="*/ 13 h 67"/>
                <a:gd name="T84" fmla="*/ 63 w 67"/>
                <a:gd name="T85" fmla="*/ 17 h 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67" h="67">
                  <a:moveTo>
                    <a:pt x="59" y="5"/>
                  </a:moveTo>
                  <a:cubicBezTo>
                    <a:pt x="52" y="5"/>
                    <a:pt x="52" y="5"/>
                    <a:pt x="52" y="5"/>
                  </a:cubicBezTo>
                  <a:cubicBezTo>
                    <a:pt x="52" y="2"/>
                    <a:pt x="52" y="2"/>
                    <a:pt x="52" y="2"/>
                  </a:cubicBezTo>
                  <a:cubicBezTo>
                    <a:pt x="52" y="1"/>
                    <a:pt x="51" y="0"/>
                    <a:pt x="50" y="0"/>
                  </a:cubicBezTo>
                  <a:cubicBezTo>
                    <a:pt x="49" y="0"/>
                    <a:pt x="49" y="1"/>
                    <a:pt x="49" y="2"/>
                  </a:cubicBezTo>
                  <a:cubicBezTo>
                    <a:pt x="49" y="5"/>
                    <a:pt x="49" y="5"/>
                    <a:pt x="49" y="5"/>
                  </a:cubicBezTo>
                  <a:cubicBezTo>
                    <a:pt x="18" y="5"/>
                    <a:pt x="18" y="5"/>
                    <a:pt x="18" y="5"/>
                  </a:cubicBezTo>
                  <a:cubicBezTo>
                    <a:pt x="18" y="2"/>
                    <a:pt x="18" y="2"/>
                    <a:pt x="18" y="2"/>
                  </a:cubicBezTo>
                  <a:cubicBezTo>
                    <a:pt x="18" y="1"/>
                    <a:pt x="17" y="0"/>
                    <a:pt x="16" y="0"/>
                  </a:cubicBezTo>
                  <a:cubicBezTo>
                    <a:pt x="15" y="0"/>
                    <a:pt x="14" y="1"/>
                    <a:pt x="14" y="2"/>
                  </a:cubicBezTo>
                  <a:cubicBezTo>
                    <a:pt x="14" y="5"/>
                    <a:pt x="14" y="5"/>
                    <a:pt x="14" y="5"/>
                  </a:cubicBezTo>
                  <a:cubicBezTo>
                    <a:pt x="8" y="5"/>
                    <a:pt x="8" y="5"/>
                    <a:pt x="8" y="5"/>
                  </a:cubicBezTo>
                  <a:cubicBezTo>
                    <a:pt x="3" y="5"/>
                    <a:pt x="0" y="8"/>
                    <a:pt x="0" y="13"/>
                  </a:cubicBezTo>
                  <a:cubicBezTo>
                    <a:pt x="0" y="59"/>
                    <a:pt x="0" y="59"/>
                    <a:pt x="0" y="59"/>
                  </a:cubicBezTo>
                  <a:cubicBezTo>
                    <a:pt x="0" y="63"/>
                    <a:pt x="3" y="67"/>
                    <a:pt x="8" y="67"/>
                  </a:cubicBezTo>
                  <a:cubicBezTo>
                    <a:pt x="59" y="67"/>
                    <a:pt x="59" y="67"/>
                    <a:pt x="59" y="67"/>
                  </a:cubicBezTo>
                  <a:cubicBezTo>
                    <a:pt x="63" y="67"/>
                    <a:pt x="67" y="63"/>
                    <a:pt x="67" y="59"/>
                  </a:cubicBezTo>
                  <a:cubicBezTo>
                    <a:pt x="67" y="13"/>
                    <a:pt x="67" y="13"/>
                    <a:pt x="67" y="13"/>
                  </a:cubicBezTo>
                  <a:cubicBezTo>
                    <a:pt x="67" y="8"/>
                    <a:pt x="63" y="5"/>
                    <a:pt x="59" y="5"/>
                  </a:cubicBezTo>
                  <a:close/>
                  <a:moveTo>
                    <a:pt x="63" y="59"/>
                  </a:moveTo>
                  <a:cubicBezTo>
                    <a:pt x="63" y="61"/>
                    <a:pt x="61" y="63"/>
                    <a:pt x="59" y="63"/>
                  </a:cubicBezTo>
                  <a:cubicBezTo>
                    <a:pt x="8" y="63"/>
                    <a:pt x="8" y="63"/>
                    <a:pt x="8" y="63"/>
                  </a:cubicBezTo>
                  <a:cubicBezTo>
                    <a:pt x="5" y="63"/>
                    <a:pt x="3" y="61"/>
                    <a:pt x="3" y="59"/>
                  </a:cubicBezTo>
                  <a:cubicBezTo>
                    <a:pt x="3" y="21"/>
                    <a:pt x="3" y="21"/>
                    <a:pt x="3" y="21"/>
                  </a:cubicBezTo>
                  <a:cubicBezTo>
                    <a:pt x="63" y="21"/>
                    <a:pt x="63" y="21"/>
                    <a:pt x="63" y="21"/>
                  </a:cubicBezTo>
                  <a:lnTo>
                    <a:pt x="63" y="59"/>
                  </a:lnTo>
                  <a:close/>
                  <a:moveTo>
                    <a:pt x="63" y="17"/>
                  </a:moveTo>
                  <a:cubicBezTo>
                    <a:pt x="3" y="17"/>
                    <a:pt x="3" y="17"/>
                    <a:pt x="3" y="17"/>
                  </a:cubicBezTo>
                  <a:cubicBezTo>
                    <a:pt x="3" y="13"/>
                    <a:pt x="3" y="13"/>
                    <a:pt x="3" y="13"/>
                  </a:cubicBezTo>
                  <a:cubicBezTo>
                    <a:pt x="3" y="10"/>
                    <a:pt x="5" y="8"/>
                    <a:pt x="8" y="8"/>
                  </a:cubicBezTo>
                  <a:cubicBezTo>
                    <a:pt x="14" y="8"/>
                    <a:pt x="14" y="8"/>
                    <a:pt x="14" y="8"/>
                  </a:cubicBezTo>
                  <a:cubicBezTo>
                    <a:pt x="14" y="12"/>
                    <a:pt x="14" y="12"/>
                    <a:pt x="14" y="12"/>
                  </a:cubicBezTo>
                  <a:cubicBezTo>
                    <a:pt x="14" y="13"/>
                    <a:pt x="15" y="14"/>
                    <a:pt x="16" y="14"/>
                  </a:cubicBezTo>
                  <a:cubicBezTo>
                    <a:pt x="17" y="14"/>
                    <a:pt x="18" y="13"/>
                    <a:pt x="18" y="12"/>
                  </a:cubicBezTo>
                  <a:cubicBezTo>
                    <a:pt x="18" y="8"/>
                    <a:pt x="18" y="8"/>
                    <a:pt x="18" y="8"/>
                  </a:cubicBezTo>
                  <a:cubicBezTo>
                    <a:pt x="49" y="8"/>
                    <a:pt x="49" y="8"/>
                    <a:pt x="49" y="8"/>
                  </a:cubicBezTo>
                  <a:cubicBezTo>
                    <a:pt x="49" y="12"/>
                    <a:pt x="49" y="12"/>
                    <a:pt x="49" y="12"/>
                  </a:cubicBezTo>
                  <a:cubicBezTo>
                    <a:pt x="49" y="13"/>
                    <a:pt x="49" y="14"/>
                    <a:pt x="50" y="14"/>
                  </a:cubicBezTo>
                  <a:cubicBezTo>
                    <a:pt x="51" y="14"/>
                    <a:pt x="52" y="13"/>
                    <a:pt x="52" y="12"/>
                  </a:cubicBezTo>
                  <a:cubicBezTo>
                    <a:pt x="52" y="8"/>
                    <a:pt x="52" y="8"/>
                    <a:pt x="52" y="8"/>
                  </a:cubicBezTo>
                  <a:cubicBezTo>
                    <a:pt x="59" y="8"/>
                    <a:pt x="59" y="8"/>
                    <a:pt x="59" y="8"/>
                  </a:cubicBezTo>
                  <a:cubicBezTo>
                    <a:pt x="61" y="8"/>
                    <a:pt x="63" y="10"/>
                    <a:pt x="63" y="13"/>
                  </a:cubicBezTo>
                  <a:lnTo>
                    <a:pt x="63" y="1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anchor="t" anchorCtr="0" bIns="22860" compatLnSpc="1" lIns="45720" numCol="1" rIns="45720" tIns="22860" vert="horz" wrap="square"/>
            <a:p>
              <a:endParaRPr sz="900" lang="th-TH">
                <a:ea typeface="Calibri" panose="020F0502020204030204" charset="0"/>
              </a:endParaRPr>
            </a:p>
          </p:txBody>
        </p:sp>
        <p:sp>
          <p:nvSpPr>
            <p:cNvPr id="1048630" name="Freeform 210"/>
            <p:cNvSpPr>
              <a:spLocks noEditPoints="1"/>
            </p:cNvSpPr>
            <p:nvPr/>
          </p:nvSpPr>
          <p:spPr bwMode="auto">
            <a:xfrm>
              <a:off x="17253334" y="11936358"/>
              <a:ext cx="104775" cy="104775"/>
            </a:xfrm>
            <a:custGeom>
              <a:avLst/>
              <a:gdLst>
                <a:gd name="T0" fmla="*/ 1 w 11"/>
                <a:gd name="T1" fmla="*/ 11 h 11"/>
                <a:gd name="T2" fmla="*/ 10 w 11"/>
                <a:gd name="T3" fmla="*/ 11 h 11"/>
                <a:gd name="T4" fmla="*/ 11 w 11"/>
                <a:gd name="T5" fmla="*/ 10 h 11"/>
                <a:gd name="T6" fmla="*/ 11 w 11"/>
                <a:gd name="T7" fmla="*/ 1 h 11"/>
                <a:gd name="T8" fmla="*/ 10 w 11"/>
                <a:gd name="T9" fmla="*/ 0 h 11"/>
                <a:gd name="T10" fmla="*/ 1 w 11"/>
                <a:gd name="T11" fmla="*/ 0 h 11"/>
                <a:gd name="T12" fmla="*/ 0 w 11"/>
                <a:gd name="T13" fmla="*/ 1 h 11"/>
                <a:gd name="T14" fmla="*/ 0 w 11"/>
                <a:gd name="T15" fmla="*/ 10 h 11"/>
                <a:gd name="T16" fmla="*/ 1 w 11"/>
                <a:gd name="T17" fmla="*/ 11 h 11"/>
                <a:gd name="T18" fmla="*/ 3 w 11"/>
                <a:gd name="T19" fmla="*/ 3 h 11"/>
                <a:gd name="T20" fmla="*/ 8 w 11"/>
                <a:gd name="T21" fmla="*/ 3 h 11"/>
                <a:gd name="T22" fmla="*/ 8 w 11"/>
                <a:gd name="T23" fmla="*/ 9 h 11"/>
                <a:gd name="T24" fmla="*/ 3 w 11"/>
                <a:gd name="T25" fmla="*/ 9 h 11"/>
                <a:gd name="T26" fmla="*/ 3 w 11"/>
                <a:gd name="T27" fmla="*/ 3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1" h="11">
                  <a:moveTo>
                    <a:pt x="1" y="11"/>
                  </a:moveTo>
                  <a:cubicBezTo>
                    <a:pt x="10" y="11"/>
                    <a:pt x="10" y="11"/>
                    <a:pt x="10" y="11"/>
                  </a:cubicBezTo>
                  <a:cubicBezTo>
                    <a:pt x="10" y="11"/>
                    <a:pt x="11" y="10"/>
                    <a:pt x="11" y="10"/>
                  </a:cubicBezTo>
                  <a:cubicBezTo>
                    <a:pt x="11" y="1"/>
                    <a:pt x="11" y="1"/>
                    <a:pt x="11" y="1"/>
                  </a:cubicBezTo>
                  <a:cubicBezTo>
                    <a:pt x="11" y="1"/>
                    <a:pt x="10" y="0"/>
                    <a:pt x="10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0" y="1"/>
                    <a:pt x="0" y="1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0" y="10"/>
                    <a:pt x="1" y="11"/>
                    <a:pt x="1" y="11"/>
                  </a:cubicBezTo>
                  <a:close/>
                  <a:moveTo>
                    <a:pt x="3" y="3"/>
                  </a:moveTo>
                  <a:cubicBezTo>
                    <a:pt x="8" y="3"/>
                    <a:pt x="8" y="3"/>
                    <a:pt x="8" y="3"/>
                  </a:cubicBezTo>
                  <a:cubicBezTo>
                    <a:pt x="8" y="9"/>
                    <a:pt x="8" y="9"/>
                    <a:pt x="8" y="9"/>
                  </a:cubicBezTo>
                  <a:cubicBezTo>
                    <a:pt x="3" y="9"/>
                    <a:pt x="3" y="9"/>
                    <a:pt x="3" y="9"/>
                  </a:cubicBezTo>
                  <a:lnTo>
                    <a:pt x="3" y="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anchor="t" anchorCtr="0" bIns="22860" compatLnSpc="1" lIns="45720" numCol="1" rIns="45720" tIns="22860" vert="horz" wrap="square"/>
            <a:p>
              <a:endParaRPr sz="900" lang="th-TH">
                <a:ea typeface="Calibri" panose="020F0502020204030204" charset="0"/>
              </a:endParaRPr>
            </a:p>
          </p:txBody>
        </p:sp>
        <p:sp>
          <p:nvSpPr>
            <p:cNvPr id="1048631" name="Freeform 211"/>
            <p:cNvSpPr>
              <a:spLocks noEditPoints="1"/>
            </p:cNvSpPr>
            <p:nvPr/>
          </p:nvSpPr>
          <p:spPr bwMode="auto">
            <a:xfrm>
              <a:off x="17396209" y="11936358"/>
              <a:ext cx="95250" cy="104775"/>
            </a:xfrm>
            <a:custGeom>
              <a:avLst/>
              <a:gdLst>
                <a:gd name="T0" fmla="*/ 1 w 10"/>
                <a:gd name="T1" fmla="*/ 11 h 11"/>
                <a:gd name="T2" fmla="*/ 9 w 10"/>
                <a:gd name="T3" fmla="*/ 11 h 11"/>
                <a:gd name="T4" fmla="*/ 10 w 10"/>
                <a:gd name="T5" fmla="*/ 10 h 11"/>
                <a:gd name="T6" fmla="*/ 10 w 10"/>
                <a:gd name="T7" fmla="*/ 1 h 11"/>
                <a:gd name="T8" fmla="*/ 9 w 10"/>
                <a:gd name="T9" fmla="*/ 0 h 11"/>
                <a:gd name="T10" fmla="*/ 1 w 10"/>
                <a:gd name="T11" fmla="*/ 0 h 11"/>
                <a:gd name="T12" fmla="*/ 0 w 10"/>
                <a:gd name="T13" fmla="*/ 1 h 11"/>
                <a:gd name="T14" fmla="*/ 0 w 10"/>
                <a:gd name="T15" fmla="*/ 10 h 11"/>
                <a:gd name="T16" fmla="*/ 1 w 10"/>
                <a:gd name="T17" fmla="*/ 11 h 11"/>
                <a:gd name="T18" fmla="*/ 2 w 10"/>
                <a:gd name="T19" fmla="*/ 3 h 11"/>
                <a:gd name="T20" fmla="*/ 8 w 10"/>
                <a:gd name="T21" fmla="*/ 3 h 11"/>
                <a:gd name="T22" fmla="*/ 8 w 10"/>
                <a:gd name="T23" fmla="*/ 9 h 11"/>
                <a:gd name="T24" fmla="*/ 2 w 10"/>
                <a:gd name="T25" fmla="*/ 9 h 11"/>
                <a:gd name="T26" fmla="*/ 2 w 10"/>
                <a:gd name="T27" fmla="*/ 3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0" h="11">
                  <a:moveTo>
                    <a:pt x="1" y="11"/>
                  </a:moveTo>
                  <a:cubicBezTo>
                    <a:pt x="9" y="11"/>
                    <a:pt x="9" y="11"/>
                    <a:pt x="9" y="11"/>
                  </a:cubicBezTo>
                  <a:cubicBezTo>
                    <a:pt x="10" y="11"/>
                    <a:pt x="10" y="10"/>
                    <a:pt x="10" y="10"/>
                  </a:cubicBezTo>
                  <a:cubicBezTo>
                    <a:pt x="10" y="1"/>
                    <a:pt x="10" y="1"/>
                    <a:pt x="10" y="1"/>
                  </a:cubicBezTo>
                  <a:cubicBezTo>
                    <a:pt x="10" y="1"/>
                    <a:pt x="10" y="0"/>
                    <a:pt x="9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0" y="0"/>
                    <a:pt x="0" y="1"/>
                    <a:pt x="0" y="1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0" y="10"/>
                    <a:pt x="0" y="11"/>
                    <a:pt x="1" y="11"/>
                  </a:cubicBezTo>
                  <a:close/>
                  <a:moveTo>
                    <a:pt x="2" y="3"/>
                  </a:moveTo>
                  <a:cubicBezTo>
                    <a:pt x="8" y="3"/>
                    <a:pt x="8" y="3"/>
                    <a:pt x="8" y="3"/>
                  </a:cubicBezTo>
                  <a:cubicBezTo>
                    <a:pt x="8" y="9"/>
                    <a:pt x="8" y="9"/>
                    <a:pt x="8" y="9"/>
                  </a:cubicBezTo>
                  <a:cubicBezTo>
                    <a:pt x="2" y="9"/>
                    <a:pt x="2" y="9"/>
                    <a:pt x="2" y="9"/>
                  </a:cubicBezTo>
                  <a:lnTo>
                    <a:pt x="2" y="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anchor="t" anchorCtr="0" bIns="22860" compatLnSpc="1" lIns="45720" numCol="1" rIns="45720" tIns="22860" vert="horz" wrap="square"/>
            <a:p>
              <a:endParaRPr sz="900" lang="th-TH">
                <a:ea typeface="Calibri" panose="020F0502020204030204" charset="0"/>
              </a:endParaRPr>
            </a:p>
          </p:txBody>
        </p:sp>
        <p:sp>
          <p:nvSpPr>
            <p:cNvPr id="1048632" name="Freeform 212"/>
            <p:cNvSpPr>
              <a:spLocks noEditPoints="1"/>
            </p:cNvSpPr>
            <p:nvPr/>
          </p:nvSpPr>
          <p:spPr bwMode="auto">
            <a:xfrm>
              <a:off x="17529559" y="11936358"/>
              <a:ext cx="104775" cy="104775"/>
            </a:xfrm>
            <a:custGeom>
              <a:avLst/>
              <a:gdLst>
                <a:gd name="T0" fmla="*/ 2 w 11"/>
                <a:gd name="T1" fmla="*/ 11 h 11"/>
                <a:gd name="T2" fmla="*/ 10 w 11"/>
                <a:gd name="T3" fmla="*/ 11 h 11"/>
                <a:gd name="T4" fmla="*/ 11 w 11"/>
                <a:gd name="T5" fmla="*/ 10 h 11"/>
                <a:gd name="T6" fmla="*/ 11 w 11"/>
                <a:gd name="T7" fmla="*/ 1 h 11"/>
                <a:gd name="T8" fmla="*/ 10 w 11"/>
                <a:gd name="T9" fmla="*/ 0 h 11"/>
                <a:gd name="T10" fmla="*/ 2 w 11"/>
                <a:gd name="T11" fmla="*/ 0 h 11"/>
                <a:gd name="T12" fmla="*/ 0 w 11"/>
                <a:gd name="T13" fmla="*/ 1 h 11"/>
                <a:gd name="T14" fmla="*/ 0 w 11"/>
                <a:gd name="T15" fmla="*/ 10 h 11"/>
                <a:gd name="T16" fmla="*/ 2 w 11"/>
                <a:gd name="T17" fmla="*/ 11 h 11"/>
                <a:gd name="T18" fmla="*/ 3 w 11"/>
                <a:gd name="T19" fmla="*/ 3 h 11"/>
                <a:gd name="T20" fmla="*/ 9 w 11"/>
                <a:gd name="T21" fmla="*/ 3 h 11"/>
                <a:gd name="T22" fmla="*/ 9 w 11"/>
                <a:gd name="T23" fmla="*/ 9 h 11"/>
                <a:gd name="T24" fmla="*/ 3 w 11"/>
                <a:gd name="T25" fmla="*/ 9 h 11"/>
                <a:gd name="T26" fmla="*/ 3 w 11"/>
                <a:gd name="T27" fmla="*/ 3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1" h="11">
                  <a:moveTo>
                    <a:pt x="2" y="11"/>
                  </a:moveTo>
                  <a:cubicBezTo>
                    <a:pt x="10" y="11"/>
                    <a:pt x="10" y="11"/>
                    <a:pt x="10" y="11"/>
                  </a:cubicBezTo>
                  <a:cubicBezTo>
                    <a:pt x="10" y="11"/>
                    <a:pt x="11" y="10"/>
                    <a:pt x="11" y="10"/>
                  </a:cubicBezTo>
                  <a:cubicBezTo>
                    <a:pt x="11" y="1"/>
                    <a:pt x="11" y="1"/>
                    <a:pt x="11" y="1"/>
                  </a:cubicBezTo>
                  <a:cubicBezTo>
                    <a:pt x="11" y="1"/>
                    <a:pt x="10" y="0"/>
                    <a:pt x="10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1" y="0"/>
                    <a:pt x="0" y="1"/>
                    <a:pt x="0" y="1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0" y="10"/>
                    <a:pt x="1" y="11"/>
                    <a:pt x="2" y="11"/>
                  </a:cubicBezTo>
                  <a:close/>
                  <a:moveTo>
                    <a:pt x="3" y="3"/>
                  </a:moveTo>
                  <a:cubicBezTo>
                    <a:pt x="9" y="3"/>
                    <a:pt x="9" y="3"/>
                    <a:pt x="9" y="3"/>
                  </a:cubicBezTo>
                  <a:cubicBezTo>
                    <a:pt x="9" y="9"/>
                    <a:pt x="9" y="9"/>
                    <a:pt x="9" y="9"/>
                  </a:cubicBezTo>
                  <a:cubicBezTo>
                    <a:pt x="3" y="9"/>
                    <a:pt x="3" y="9"/>
                    <a:pt x="3" y="9"/>
                  </a:cubicBezTo>
                  <a:lnTo>
                    <a:pt x="3" y="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anchor="t" anchorCtr="0" bIns="22860" compatLnSpc="1" lIns="45720" numCol="1" rIns="45720" tIns="22860" vert="horz" wrap="square"/>
            <a:p>
              <a:endParaRPr sz="900" lang="th-TH">
                <a:ea typeface="Calibri" panose="020F0502020204030204" charset="0"/>
              </a:endParaRPr>
            </a:p>
          </p:txBody>
        </p:sp>
        <p:sp>
          <p:nvSpPr>
            <p:cNvPr id="1048633" name="Freeform 213"/>
            <p:cNvSpPr>
              <a:spLocks noEditPoints="1"/>
            </p:cNvSpPr>
            <p:nvPr/>
          </p:nvSpPr>
          <p:spPr bwMode="auto">
            <a:xfrm>
              <a:off x="17253334" y="11803008"/>
              <a:ext cx="104775" cy="95250"/>
            </a:xfrm>
            <a:custGeom>
              <a:avLst/>
              <a:gdLst>
                <a:gd name="T0" fmla="*/ 1 w 11"/>
                <a:gd name="T1" fmla="*/ 10 h 10"/>
                <a:gd name="T2" fmla="*/ 10 w 11"/>
                <a:gd name="T3" fmla="*/ 10 h 10"/>
                <a:gd name="T4" fmla="*/ 11 w 11"/>
                <a:gd name="T5" fmla="*/ 9 h 10"/>
                <a:gd name="T6" fmla="*/ 11 w 11"/>
                <a:gd name="T7" fmla="*/ 1 h 10"/>
                <a:gd name="T8" fmla="*/ 10 w 11"/>
                <a:gd name="T9" fmla="*/ 0 h 10"/>
                <a:gd name="T10" fmla="*/ 1 w 11"/>
                <a:gd name="T11" fmla="*/ 0 h 10"/>
                <a:gd name="T12" fmla="*/ 0 w 11"/>
                <a:gd name="T13" fmla="*/ 1 h 10"/>
                <a:gd name="T14" fmla="*/ 0 w 11"/>
                <a:gd name="T15" fmla="*/ 9 h 10"/>
                <a:gd name="T16" fmla="*/ 1 w 11"/>
                <a:gd name="T17" fmla="*/ 10 h 10"/>
                <a:gd name="T18" fmla="*/ 3 w 11"/>
                <a:gd name="T19" fmla="*/ 2 h 10"/>
                <a:gd name="T20" fmla="*/ 8 w 11"/>
                <a:gd name="T21" fmla="*/ 2 h 10"/>
                <a:gd name="T22" fmla="*/ 8 w 11"/>
                <a:gd name="T23" fmla="*/ 8 h 10"/>
                <a:gd name="T24" fmla="*/ 3 w 11"/>
                <a:gd name="T25" fmla="*/ 8 h 10"/>
                <a:gd name="T26" fmla="*/ 3 w 11"/>
                <a:gd name="T27" fmla="*/ 2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1" h="10">
                  <a:moveTo>
                    <a:pt x="1" y="10"/>
                  </a:moveTo>
                  <a:cubicBezTo>
                    <a:pt x="10" y="10"/>
                    <a:pt x="10" y="10"/>
                    <a:pt x="10" y="10"/>
                  </a:cubicBezTo>
                  <a:cubicBezTo>
                    <a:pt x="10" y="10"/>
                    <a:pt x="11" y="10"/>
                    <a:pt x="11" y="9"/>
                  </a:cubicBezTo>
                  <a:cubicBezTo>
                    <a:pt x="11" y="1"/>
                    <a:pt x="11" y="1"/>
                    <a:pt x="11" y="1"/>
                  </a:cubicBezTo>
                  <a:cubicBezTo>
                    <a:pt x="11" y="0"/>
                    <a:pt x="10" y="0"/>
                    <a:pt x="10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0" y="0"/>
                    <a:pt x="0" y="1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10"/>
                    <a:pt x="1" y="10"/>
                    <a:pt x="1" y="10"/>
                  </a:cubicBezTo>
                  <a:close/>
                  <a:moveTo>
                    <a:pt x="3" y="2"/>
                  </a:moveTo>
                  <a:cubicBezTo>
                    <a:pt x="8" y="2"/>
                    <a:pt x="8" y="2"/>
                    <a:pt x="8" y="2"/>
                  </a:cubicBezTo>
                  <a:cubicBezTo>
                    <a:pt x="8" y="8"/>
                    <a:pt x="8" y="8"/>
                    <a:pt x="8" y="8"/>
                  </a:cubicBezTo>
                  <a:cubicBezTo>
                    <a:pt x="3" y="8"/>
                    <a:pt x="3" y="8"/>
                    <a:pt x="3" y="8"/>
                  </a:cubicBezTo>
                  <a:lnTo>
                    <a:pt x="3" y="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anchor="t" anchorCtr="0" bIns="22860" compatLnSpc="1" lIns="45720" numCol="1" rIns="45720" tIns="22860" vert="horz" wrap="square"/>
            <a:p>
              <a:endParaRPr sz="900" lang="th-TH">
                <a:ea typeface="Calibri" panose="020F0502020204030204" charset="0"/>
              </a:endParaRPr>
            </a:p>
          </p:txBody>
        </p:sp>
        <p:sp>
          <p:nvSpPr>
            <p:cNvPr id="1048634" name="Freeform 214"/>
            <p:cNvSpPr>
              <a:spLocks noEditPoints="1"/>
            </p:cNvSpPr>
            <p:nvPr/>
          </p:nvSpPr>
          <p:spPr bwMode="auto">
            <a:xfrm>
              <a:off x="17396209" y="11803008"/>
              <a:ext cx="95250" cy="95250"/>
            </a:xfrm>
            <a:custGeom>
              <a:avLst/>
              <a:gdLst>
                <a:gd name="T0" fmla="*/ 1 w 10"/>
                <a:gd name="T1" fmla="*/ 10 h 10"/>
                <a:gd name="T2" fmla="*/ 9 w 10"/>
                <a:gd name="T3" fmla="*/ 10 h 10"/>
                <a:gd name="T4" fmla="*/ 10 w 10"/>
                <a:gd name="T5" fmla="*/ 9 h 10"/>
                <a:gd name="T6" fmla="*/ 10 w 10"/>
                <a:gd name="T7" fmla="*/ 1 h 10"/>
                <a:gd name="T8" fmla="*/ 9 w 10"/>
                <a:gd name="T9" fmla="*/ 0 h 10"/>
                <a:gd name="T10" fmla="*/ 1 w 10"/>
                <a:gd name="T11" fmla="*/ 0 h 10"/>
                <a:gd name="T12" fmla="*/ 0 w 10"/>
                <a:gd name="T13" fmla="*/ 1 h 10"/>
                <a:gd name="T14" fmla="*/ 0 w 10"/>
                <a:gd name="T15" fmla="*/ 9 h 10"/>
                <a:gd name="T16" fmla="*/ 1 w 10"/>
                <a:gd name="T17" fmla="*/ 10 h 10"/>
                <a:gd name="T18" fmla="*/ 2 w 10"/>
                <a:gd name="T19" fmla="*/ 2 h 10"/>
                <a:gd name="T20" fmla="*/ 8 w 10"/>
                <a:gd name="T21" fmla="*/ 2 h 10"/>
                <a:gd name="T22" fmla="*/ 8 w 10"/>
                <a:gd name="T23" fmla="*/ 8 h 10"/>
                <a:gd name="T24" fmla="*/ 2 w 10"/>
                <a:gd name="T25" fmla="*/ 8 h 10"/>
                <a:gd name="T26" fmla="*/ 2 w 10"/>
                <a:gd name="T27" fmla="*/ 2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0" h="10">
                  <a:moveTo>
                    <a:pt x="1" y="10"/>
                  </a:moveTo>
                  <a:cubicBezTo>
                    <a:pt x="9" y="10"/>
                    <a:pt x="9" y="10"/>
                    <a:pt x="9" y="10"/>
                  </a:cubicBezTo>
                  <a:cubicBezTo>
                    <a:pt x="10" y="10"/>
                    <a:pt x="10" y="10"/>
                    <a:pt x="10" y="9"/>
                  </a:cubicBezTo>
                  <a:cubicBezTo>
                    <a:pt x="10" y="1"/>
                    <a:pt x="10" y="1"/>
                    <a:pt x="10" y="1"/>
                  </a:cubicBezTo>
                  <a:cubicBezTo>
                    <a:pt x="10" y="0"/>
                    <a:pt x="10" y="0"/>
                    <a:pt x="9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0" y="0"/>
                    <a:pt x="0" y="0"/>
                    <a:pt x="0" y="1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10"/>
                    <a:pt x="0" y="10"/>
                    <a:pt x="1" y="10"/>
                  </a:cubicBezTo>
                  <a:close/>
                  <a:moveTo>
                    <a:pt x="2" y="2"/>
                  </a:moveTo>
                  <a:cubicBezTo>
                    <a:pt x="8" y="2"/>
                    <a:pt x="8" y="2"/>
                    <a:pt x="8" y="2"/>
                  </a:cubicBezTo>
                  <a:cubicBezTo>
                    <a:pt x="8" y="8"/>
                    <a:pt x="8" y="8"/>
                    <a:pt x="8" y="8"/>
                  </a:cubicBezTo>
                  <a:cubicBezTo>
                    <a:pt x="2" y="8"/>
                    <a:pt x="2" y="8"/>
                    <a:pt x="2" y="8"/>
                  </a:cubicBezTo>
                  <a:lnTo>
                    <a:pt x="2" y="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anchor="t" anchorCtr="0" bIns="22860" compatLnSpc="1" lIns="45720" numCol="1" rIns="45720" tIns="22860" vert="horz" wrap="square"/>
            <a:p>
              <a:endParaRPr sz="900" lang="th-TH">
                <a:ea typeface="Calibri" panose="020F0502020204030204" charset="0"/>
              </a:endParaRPr>
            </a:p>
          </p:txBody>
        </p:sp>
        <p:sp>
          <p:nvSpPr>
            <p:cNvPr id="1048635" name="Freeform 215"/>
            <p:cNvSpPr>
              <a:spLocks noEditPoints="1"/>
            </p:cNvSpPr>
            <p:nvPr/>
          </p:nvSpPr>
          <p:spPr bwMode="auto">
            <a:xfrm>
              <a:off x="17529559" y="11803008"/>
              <a:ext cx="104775" cy="95250"/>
            </a:xfrm>
            <a:custGeom>
              <a:avLst/>
              <a:gdLst>
                <a:gd name="T0" fmla="*/ 2 w 11"/>
                <a:gd name="T1" fmla="*/ 10 h 10"/>
                <a:gd name="T2" fmla="*/ 10 w 11"/>
                <a:gd name="T3" fmla="*/ 10 h 10"/>
                <a:gd name="T4" fmla="*/ 11 w 11"/>
                <a:gd name="T5" fmla="*/ 9 h 10"/>
                <a:gd name="T6" fmla="*/ 11 w 11"/>
                <a:gd name="T7" fmla="*/ 1 h 10"/>
                <a:gd name="T8" fmla="*/ 10 w 11"/>
                <a:gd name="T9" fmla="*/ 0 h 10"/>
                <a:gd name="T10" fmla="*/ 2 w 11"/>
                <a:gd name="T11" fmla="*/ 0 h 10"/>
                <a:gd name="T12" fmla="*/ 0 w 11"/>
                <a:gd name="T13" fmla="*/ 1 h 10"/>
                <a:gd name="T14" fmla="*/ 0 w 11"/>
                <a:gd name="T15" fmla="*/ 9 h 10"/>
                <a:gd name="T16" fmla="*/ 2 w 11"/>
                <a:gd name="T17" fmla="*/ 10 h 10"/>
                <a:gd name="T18" fmla="*/ 3 w 11"/>
                <a:gd name="T19" fmla="*/ 2 h 10"/>
                <a:gd name="T20" fmla="*/ 9 w 11"/>
                <a:gd name="T21" fmla="*/ 2 h 10"/>
                <a:gd name="T22" fmla="*/ 9 w 11"/>
                <a:gd name="T23" fmla="*/ 8 h 10"/>
                <a:gd name="T24" fmla="*/ 3 w 11"/>
                <a:gd name="T25" fmla="*/ 8 h 10"/>
                <a:gd name="T26" fmla="*/ 3 w 11"/>
                <a:gd name="T27" fmla="*/ 2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1" h="10">
                  <a:moveTo>
                    <a:pt x="2" y="10"/>
                  </a:moveTo>
                  <a:cubicBezTo>
                    <a:pt x="10" y="10"/>
                    <a:pt x="10" y="10"/>
                    <a:pt x="10" y="10"/>
                  </a:cubicBezTo>
                  <a:cubicBezTo>
                    <a:pt x="10" y="10"/>
                    <a:pt x="11" y="10"/>
                    <a:pt x="11" y="9"/>
                  </a:cubicBezTo>
                  <a:cubicBezTo>
                    <a:pt x="11" y="1"/>
                    <a:pt x="11" y="1"/>
                    <a:pt x="11" y="1"/>
                  </a:cubicBezTo>
                  <a:cubicBezTo>
                    <a:pt x="11" y="0"/>
                    <a:pt x="10" y="0"/>
                    <a:pt x="10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1" y="0"/>
                    <a:pt x="0" y="0"/>
                    <a:pt x="0" y="1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10"/>
                    <a:pt x="1" y="10"/>
                    <a:pt x="2" y="10"/>
                  </a:cubicBezTo>
                  <a:close/>
                  <a:moveTo>
                    <a:pt x="3" y="2"/>
                  </a:moveTo>
                  <a:cubicBezTo>
                    <a:pt x="9" y="2"/>
                    <a:pt x="9" y="2"/>
                    <a:pt x="9" y="2"/>
                  </a:cubicBezTo>
                  <a:cubicBezTo>
                    <a:pt x="9" y="8"/>
                    <a:pt x="9" y="8"/>
                    <a:pt x="9" y="8"/>
                  </a:cubicBezTo>
                  <a:cubicBezTo>
                    <a:pt x="3" y="8"/>
                    <a:pt x="3" y="8"/>
                    <a:pt x="3" y="8"/>
                  </a:cubicBezTo>
                  <a:lnTo>
                    <a:pt x="3" y="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anchor="t" anchorCtr="0" bIns="22860" compatLnSpc="1" lIns="45720" numCol="1" rIns="45720" tIns="22860" vert="horz" wrap="square"/>
            <a:p>
              <a:endParaRPr sz="900" lang="th-TH">
                <a:ea typeface="Calibri" panose="020F0502020204030204" charset="0"/>
              </a:endParaRPr>
            </a:p>
          </p:txBody>
        </p:sp>
      </p:grpSp>
      <p:sp>
        <p:nvSpPr>
          <p:cNvPr id="1048636" name="Freeform 7"/>
          <p:cNvSpPr>
            <a:spLocks noEditPoints="1"/>
          </p:cNvSpPr>
          <p:nvPr/>
        </p:nvSpPr>
        <p:spPr bwMode="auto">
          <a:xfrm>
            <a:off x="7760852" y="2110544"/>
            <a:ext cx="2848476" cy="2831258"/>
          </a:xfrm>
          <a:custGeom>
            <a:avLst/>
            <a:gdLst>
              <a:gd name="T0" fmla="*/ 806 w 806"/>
              <a:gd name="T1" fmla="*/ 401 h 806"/>
              <a:gd name="T2" fmla="*/ 733 w 806"/>
              <a:gd name="T3" fmla="*/ 336 h 806"/>
              <a:gd name="T4" fmla="*/ 776 w 806"/>
              <a:gd name="T5" fmla="*/ 248 h 806"/>
              <a:gd name="T6" fmla="*/ 684 w 806"/>
              <a:gd name="T7" fmla="*/ 217 h 806"/>
              <a:gd name="T8" fmla="*/ 687 w 806"/>
              <a:gd name="T9" fmla="*/ 116 h 806"/>
              <a:gd name="T10" fmla="*/ 590 w 806"/>
              <a:gd name="T11" fmla="*/ 122 h 806"/>
              <a:gd name="T12" fmla="*/ 558 w 806"/>
              <a:gd name="T13" fmla="*/ 30 h 806"/>
              <a:gd name="T14" fmla="*/ 470 w 806"/>
              <a:gd name="T15" fmla="*/ 73 h 806"/>
              <a:gd name="T16" fmla="*/ 401 w 806"/>
              <a:gd name="T17" fmla="*/ 0 h 806"/>
              <a:gd name="T18" fmla="*/ 337 w 806"/>
              <a:gd name="T19" fmla="*/ 73 h 806"/>
              <a:gd name="T20" fmla="*/ 249 w 806"/>
              <a:gd name="T21" fmla="*/ 30 h 806"/>
              <a:gd name="T22" fmla="*/ 217 w 806"/>
              <a:gd name="T23" fmla="*/ 122 h 806"/>
              <a:gd name="T24" fmla="*/ 116 w 806"/>
              <a:gd name="T25" fmla="*/ 120 h 806"/>
              <a:gd name="T26" fmla="*/ 123 w 806"/>
              <a:gd name="T27" fmla="*/ 216 h 806"/>
              <a:gd name="T28" fmla="*/ 31 w 806"/>
              <a:gd name="T29" fmla="*/ 248 h 806"/>
              <a:gd name="T30" fmla="*/ 73 w 806"/>
              <a:gd name="T31" fmla="*/ 336 h 806"/>
              <a:gd name="T32" fmla="*/ 0 w 806"/>
              <a:gd name="T33" fmla="*/ 405 h 806"/>
              <a:gd name="T34" fmla="*/ 73 w 806"/>
              <a:gd name="T35" fmla="*/ 469 h 806"/>
              <a:gd name="T36" fmla="*/ 30 w 806"/>
              <a:gd name="T37" fmla="*/ 557 h 806"/>
              <a:gd name="T38" fmla="*/ 122 w 806"/>
              <a:gd name="T39" fmla="*/ 589 h 806"/>
              <a:gd name="T40" fmla="*/ 120 w 806"/>
              <a:gd name="T41" fmla="*/ 690 h 806"/>
              <a:gd name="T42" fmla="*/ 217 w 806"/>
              <a:gd name="T43" fmla="*/ 684 h 806"/>
              <a:gd name="T44" fmla="*/ 249 w 806"/>
              <a:gd name="T45" fmla="*/ 775 h 806"/>
              <a:gd name="T46" fmla="*/ 336 w 806"/>
              <a:gd name="T47" fmla="*/ 733 h 806"/>
              <a:gd name="T48" fmla="*/ 406 w 806"/>
              <a:gd name="T49" fmla="*/ 806 h 806"/>
              <a:gd name="T50" fmla="*/ 470 w 806"/>
              <a:gd name="T51" fmla="*/ 733 h 806"/>
              <a:gd name="T52" fmla="*/ 558 w 806"/>
              <a:gd name="T53" fmla="*/ 776 h 806"/>
              <a:gd name="T54" fmla="*/ 589 w 806"/>
              <a:gd name="T55" fmla="*/ 684 h 806"/>
              <a:gd name="T56" fmla="*/ 690 w 806"/>
              <a:gd name="T57" fmla="*/ 686 h 806"/>
              <a:gd name="T58" fmla="*/ 684 w 806"/>
              <a:gd name="T59" fmla="*/ 589 h 806"/>
              <a:gd name="T60" fmla="*/ 776 w 806"/>
              <a:gd name="T61" fmla="*/ 557 h 806"/>
              <a:gd name="T62" fmla="*/ 733 w 806"/>
              <a:gd name="T63" fmla="*/ 470 h 806"/>
              <a:gd name="T64" fmla="*/ 170 w 806"/>
              <a:gd name="T65" fmla="*/ 517 h 806"/>
              <a:gd name="T66" fmla="*/ 636 w 806"/>
              <a:gd name="T67" fmla="*/ 289 h 806"/>
              <a:gd name="T68" fmla="*/ 170 w 806"/>
              <a:gd name="T69" fmla="*/ 517 h 8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806" h="806">
                <a:moveTo>
                  <a:pt x="740" y="423"/>
                </a:moveTo>
                <a:cubicBezTo>
                  <a:pt x="806" y="401"/>
                  <a:pt x="806" y="401"/>
                  <a:pt x="806" y="401"/>
                </a:cubicBezTo>
                <a:cubicBezTo>
                  <a:pt x="803" y="349"/>
                  <a:pt x="803" y="349"/>
                  <a:pt x="803" y="349"/>
                </a:cubicBezTo>
                <a:cubicBezTo>
                  <a:pt x="733" y="336"/>
                  <a:pt x="733" y="336"/>
                  <a:pt x="733" y="336"/>
                </a:cubicBezTo>
                <a:cubicBezTo>
                  <a:pt x="731" y="322"/>
                  <a:pt x="727" y="309"/>
                  <a:pt x="722" y="295"/>
                </a:cubicBezTo>
                <a:cubicBezTo>
                  <a:pt x="776" y="248"/>
                  <a:pt x="776" y="248"/>
                  <a:pt x="776" y="248"/>
                </a:cubicBezTo>
                <a:cubicBezTo>
                  <a:pt x="754" y="202"/>
                  <a:pt x="754" y="202"/>
                  <a:pt x="754" y="202"/>
                </a:cubicBezTo>
                <a:cubicBezTo>
                  <a:pt x="684" y="217"/>
                  <a:pt x="684" y="217"/>
                  <a:pt x="684" y="217"/>
                </a:cubicBezTo>
                <a:cubicBezTo>
                  <a:pt x="675" y="204"/>
                  <a:pt x="666" y="191"/>
                  <a:pt x="655" y="179"/>
                </a:cubicBezTo>
                <a:cubicBezTo>
                  <a:pt x="687" y="116"/>
                  <a:pt x="687" y="116"/>
                  <a:pt x="687" y="116"/>
                </a:cubicBezTo>
                <a:cubicBezTo>
                  <a:pt x="648" y="82"/>
                  <a:pt x="648" y="82"/>
                  <a:pt x="648" y="82"/>
                </a:cubicBezTo>
                <a:cubicBezTo>
                  <a:pt x="590" y="122"/>
                  <a:pt x="590" y="122"/>
                  <a:pt x="590" y="122"/>
                </a:cubicBezTo>
                <a:cubicBezTo>
                  <a:pt x="578" y="114"/>
                  <a:pt x="565" y="107"/>
                  <a:pt x="552" y="101"/>
                </a:cubicBezTo>
                <a:cubicBezTo>
                  <a:pt x="558" y="30"/>
                  <a:pt x="558" y="30"/>
                  <a:pt x="558" y="30"/>
                </a:cubicBezTo>
                <a:cubicBezTo>
                  <a:pt x="509" y="14"/>
                  <a:pt x="509" y="14"/>
                  <a:pt x="509" y="14"/>
                </a:cubicBezTo>
                <a:cubicBezTo>
                  <a:pt x="470" y="73"/>
                  <a:pt x="470" y="73"/>
                  <a:pt x="470" y="73"/>
                </a:cubicBezTo>
                <a:cubicBezTo>
                  <a:pt x="455" y="70"/>
                  <a:pt x="439" y="68"/>
                  <a:pt x="423" y="67"/>
                </a:cubicBezTo>
                <a:cubicBezTo>
                  <a:pt x="401" y="0"/>
                  <a:pt x="401" y="0"/>
                  <a:pt x="401" y="0"/>
                </a:cubicBezTo>
                <a:cubicBezTo>
                  <a:pt x="350" y="3"/>
                  <a:pt x="350" y="3"/>
                  <a:pt x="350" y="3"/>
                </a:cubicBezTo>
                <a:cubicBezTo>
                  <a:pt x="337" y="73"/>
                  <a:pt x="337" y="73"/>
                  <a:pt x="337" y="73"/>
                </a:cubicBezTo>
                <a:cubicBezTo>
                  <a:pt x="323" y="75"/>
                  <a:pt x="309" y="79"/>
                  <a:pt x="295" y="84"/>
                </a:cubicBezTo>
                <a:cubicBezTo>
                  <a:pt x="249" y="30"/>
                  <a:pt x="249" y="30"/>
                  <a:pt x="249" y="30"/>
                </a:cubicBezTo>
                <a:cubicBezTo>
                  <a:pt x="203" y="52"/>
                  <a:pt x="203" y="52"/>
                  <a:pt x="203" y="52"/>
                </a:cubicBezTo>
                <a:cubicBezTo>
                  <a:pt x="217" y="122"/>
                  <a:pt x="217" y="122"/>
                  <a:pt x="217" y="122"/>
                </a:cubicBezTo>
                <a:cubicBezTo>
                  <a:pt x="204" y="131"/>
                  <a:pt x="191" y="140"/>
                  <a:pt x="179" y="151"/>
                </a:cubicBezTo>
                <a:cubicBezTo>
                  <a:pt x="116" y="120"/>
                  <a:pt x="116" y="120"/>
                  <a:pt x="116" y="120"/>
                </a:cubicBezTo>
                <a:cubicBezTo>
                  <a:pt x="83" y="158"/>
                  <a:pt x="83" y="158"/>
                  <a:pt x="83" y="158"/>
                </a:cubicBezTo>
                <a:cubicBezTo>
                  <a:pt x="123" y="216"/>
                  <a:pt x="123" y="216"/>
                  <a:pt x="123" y="216"/>
                </a:cubicBezTo>
                <a:cubicBezTo>
                  <a:pt x="115" y="228"/>
                  <a:pt x="107" y="241"/>
                  <a:pt x="101" y="254"/>
                </a:cubicBezTo>
                <a:cubicBezTo>
                  <a:pt x="31" y="248"/>
                  <a:pt x="31" y="248"/>
                  <a:pt x="31" y="248"/>
                </a:cubicBezTo>
                <a:cubicBezTo>
                  <a:pt x="14" y="297"/>
                  <a:pt x="14" y="297"/>
                  <a:pt x="14" y="297"/>
                </a:cubicBezTo>
                <a:cubicBezTo>
                  <a:pt x="73" y="336"/>
                  <a:pt x="73" y="336"/>
                  <a:pt x="73" y="336"/>
                </a:cubicBezTo>
                <a:cubicBezTo>
                  <a:pt x="70" y="351"/>
                  <a:pt x="68" y="367"/>
                  <a:pt x="67" y="383"/>
                </a:cubicBezTo>
                <a:cubicBezTo>
                  <a:pt x="0" y="405"/>
                  <a:pt x="0" y="405"/>
                  <a:pt x="0" y="405"/>
                </a:cubicBezTo>
                <a:cubicBezTo>
                  <a:pt x="4" y="456"/>
                  <a:pt x="4" y="456"/>
                  <a:pt x="4" y="456"/>
                </a:cubicBezTo>
                <a:cubicBezTo>
                  <a:pt x="73" y="469"/>
                  <a:pt x="73" y="469"/>
                  <a:pt x="73" y="469"/>
                </a:cubicBezTo>
                <a:cubicBezTo>
                  <a:pt x="76" y="483"/>
                  <a:pt x="79" y="497"/>
                  <a:pt x="84" y="511"/>
                </a:cubicBezTo>
                <a:cubicBezTo>
                  <a:pt x="30" y="557"/>
                  <a:pt x="30" y="557"/>
                  <a:pt x="30" y="557"/>
                </a:cubicBezTo>
                <a:cubicBezTo>
                  <a:pt x="52" y="603"/>
                  <a:pt x="52" y="603"/>
                  <a:pt x="52" y="603"/>
                </a:cubicBezTo>
                <a:cubicBezTo>
                  <a:pt x="122" y="589"/>
                  <a:pt x="122" y="589"/>
                  <a:pt x="122" y="589"/>
                </a:cubicBezTo>
                <a:cubicBezTo>
                  <a:pt x="131" y="602"/>
                  <a:pt x="141" y="615"/>
                  <a:pt x="151" y="627"/>
                </a:cubicBezTo>
                <a:cubicBezTo>
                  <a:pt x="120" y="690"/>
                  <a:pt x="120" y="690"/>
                  <a:pt x="120" y="690"/>
                </a:cubicBezTo>
                <a:cubicBezTo>
                  <a:pt x="158" y="723"/>
                  <a:pt x="158" y="723"/>
                  <a:pt x="158" y="723"/>
                </a:cubicBezTo>
                <a:cubicBezTo>
                  <a:pt x="217" y="684"/>
                  <a:pt x="217" y="684"/>
                  <a:pt x="217" y="684"/>
                </a:cubicBezTo>
                <a:cubicBezTo>
                  <a:pt x="229" y="692"/>
                  <a:pt x="241" y="699"/>
                  <a:pt x="254" y="705"/>
                </a:cubicBezTo>
                <a:cubicBezTo>
                  <a:pt x="249" y="775"/>
                  <a:pt x="249" y="775"/>
                  <a:pt x="249" y="775"/>
                </a:cubicBezTo>
                <a:cubicBezTo>
                  <a:pt x="297" y="792"/>
                  <a:pt x="297" y="792"/>
                  <a:pt x="297" y="792"/>
                </a:cubicBezTo>
                <a:cubicBezTo>
                  <a:pt x="336" y="733"/>
                  <a:pt x="336" y="733"/>
                  <a:pt x="336" y="733"/>
                </a:cubicBezTo>
                <a:cubicBezTo>
                  <a:pt x="352" y="736"/>
                  <a:pt x="367" y="738"/>
                  <a:pt x="383" y="739"/>
                </a:cubicBezTo>
                <a:cubicBezTo>
                  <a:pt x="406" y="806"/>
                  <a:pt x="406" y="806"/>
                  <a:pt x="406" y="806"/>
                </a:cubicBezTo>
                <a:cubicBezTo>
                  <a:pt x="457" y="803"/>
                  <a:pt x="457" y="803"/>
                  <a:pt x="457" y="803"/>
                </a:cubicBezTo>
                <a:cubicBezTo>
                  <a:pt x="470" y="733"/>
                  <a:pt x="470" y="733"/>
                  <a:pt x="470" y="733"/>
                </a:cubicBezTo>
                <a:cubicBezTo>
                  <a:pt x="484" y="730"/>
                  <a:pt x="498" y="727"/>
                  <a:pt x="511" y="722"/>
                </a:cubicBezTo>
                <a:cubicBezTo>
                  <a:pt x="558" y="776"/>
                  <a:pt x="558" y="776"/>
                  <a:pt x="558" y="776"/>
                </a:cubicBezTo>
                <a:cubicBezTo>
                  <a:pt x="604" y="754"/>
                  <a:pt x="604" y="754"/>
                  <a:pt x="604" y="754"/>
                </a:cubicBezTo>
                <a:cubicBezTo>
                  <a:pt x="589" y="684"/>
                  <a:pt x="589" y="684"/>
                  <a:pt x="589" y="684"/>
                </a:cubicBezTo>
                <a:cubicBezTo>
                  <a:pt x="603" y="675"/>
                  <a:pt x="615" y="665"/>
                  <a:pt x="627" y="655"/>
                </a:cubicBezTo>
                <a:cubicBezTo>
                  <a:pt x="690" y="686"/>
                  <a:pt x="690" y="686"/>
                  <a:pt x="690" y="686"/>
                </a:cubicBezTo>
                <a:cubicBezTo>
                  <a:pt x="724" y="648"/>
                  <a:pt x="724" y="648"/>
                  <a:pt x="724" y="648"/>
                </a:cubicBezTo>
                <a:cubicBezTo>
                  <a:pt x="684" y="589"/>
                  <a:pt x="684" y="589"/>
                  <a:pt x="684" y="589"/>
                </a:cubicBezTo>
                <a:cubicBezTo>
                  <a:pt x="692" y="577"/>
                  <a:pt x="699" y="565"/>
                  <a:pt x="705" y="552"/>
                </a:cubicBezTo>
                <a:cubicBezTo>
                  <a:pt x="776" y="557"/>
                  <a:pt x="776" y="557"/>
                  <a:pt x="776" y="557"/>
                </a:cubicBezTo>
                <a:cubicBezTo>
                  <a:pt x="792" y="509"/>
                  <a:pt x="792" y="509"/>
                  <a:pt x="792" y="509"/>
                </a:cubicBezTo>
                <a:cubicBezTo>
                  <a:pt x="733" y="470"/>
                  <a:pt x="733" y="470"/>
                  <a:pt x="733" y="470"/>
                </a:cubicBezTo>
                <a:cubicBezTo>
                  <a:pt x="736" y="455"/>
                  <a:pt x="739" y="439"/>
                  <a:pt x="740" y="423"/>
                </a:cubicBezTo>
                <a:close/>
                <a:moveTo>
                  <a:pt x="170" y="517"/>
                </a:moveTo>
                <a:cubicBezTo>
                  <a:pt x="107" y="388"/>
                  <a:pt x="161" y="233"/>
                  <a:pt x="289" y="170"/>
                </a:cubicBezTo>
                <a:cubicBezTo>
                  <a:pt x="418" y="107"/>
                  <a:pt x="573" y="160"/>
                  <a:pt x="636" y="289"/>
                </a:cubicBezTo>
                <a:cubicBezTo>
                  <a:pt x="699" y="417"/>
                  <a:pt x="646" y="573"/>
                  <a:pt x="517" y="636"/>
                </a:cubicBezTo>
                <a:cubicBezTo>
                  <a:pt x="389" y="699"/>
                  <a:pt x="233" y="646"/>
                  <a:pt x="170" y="517"/>
                </a:cubicBezTo>
                <a:close/>
              </a:path>
            </a:pathLst>
          </a:custGeom>
          <a:solidFill>
            <a:srgbClr val="5CBFBC"/>
          </a:solidFill>
          <a:ln>
            <a:noFill/>
          </a:ln>
        </p:spPr>
        <p:txBody>
          <a:bodyPr anchor="t" anchorCtr="0" bIns="22860" compatLnSpc="1" lIns="45720" numCol="1" rIns="45720" tIns="22860" vert="horz" wrap="square"/>
          <a:p>
            <a:endParaRPr sz="900" lang="th-TH">
              <a:ea typeface="Calibri" panose="020F0502020204030204" charset="0"/>
            </a:endParaRPr>
          </a:p>
        </p:txBody>
      </p:sp>
      <p:grpSp>
        <p:nvGrpSpPr>
          <p:cNvPr id="42" name="กลุ่ม 117"/>
          <p:cNvGrpSpPr/>
          <p:nvPr/>
        </p:nvGrpSpPr>
        <p:grpSpPr>
          <a:xfrm>
            <a:off x="8972917" y="3179018"/>
            <a:ext cx="428025" cy="639003"/>
            <a:chOff x="9260948" y="10553700"/>
            <a:chExt cx="447675" cy="668338"/>
          </a:xfrm>
          <a:solidFill>
            <a:srgbClr val="5CBFBC"/>
          </a:solidFill>
        </p:grpSpPr>
        <p:sp>
          <p:nvSpPr>
            <p:cNvPr id="1048637" name="Freeform 220"/>
            <p:cNvSpPr>
              <a:spLocks noEditPoints="1"/>
            </p:cNvSpPr>
            <p:nvPr/>
          </p:nvSpPr>
          <p:spPr bwMode="auto">
            <a:xfrm>
              <a:off x="9260948" y="10553700"/>
              <a:ext cx="447675" cy="668338"/>
            </a:xfrm>
            <a:custGeom>
              <a:avLst/>
              <a:gdLst>
                <a:gd name="T0" fmla="*/ 43 w 47"/>
                <a:gd name="T1" fmla="*/ 12 h 70"/>
                <a:gd name="T2" fmla="*/ 47 w 47"/>
                <a:gd name="T3" fmla="*/ 10 h 70"/>
                <a:gd name="T4" fmla="*/ 45 w 47"/>
                <a:gd name="T5" fmla="*/ 0 h 70"/>
                <a:gd name="T6" fmla="*/ 0 w 47"/>
                <a:gd name="T7" fmla="*/ 2 h 70"/>
                <a:gd name="T8" fmla="*/ 1 w 47"/>
                <a:gd name="T9" fmla="*/ 12 h 70"/>
                <a:gd name="T10" fmla="*/ 4 w 47"/>
                <a:gd name="T11" fmla="*/ 14 h 70"/>
                <a:gd name="T12" fmla="*/ 17 w 47"/>
                <a:gd name="T13" fmla="*/ 36 h 70"/>
                <a:gd name="T14" fmla="*/ 4 w 47"/>
                <a:gd name="T15" fmla="*/ 59 h 70"/>
                <a:gd name="T16" fmla="*/ 0 w 47"/>
                <a:gd name="T17" fmla="*/ 60 h 70"/>
                <a:gd name="T18" fmla="*/ 1 w 47"/>
                <a:gd name="T19" fmla="*/ 70 h 70"/>
                <a:gd name="T20" fmla="*/ 47 w 47"/>
                <a:gd name="T21" fmla="*/ 69 h 70"/>
                <a:gd name="T22" fmla="*/ 45 w 47"/>
                <a:gd name="T23" fmla="*/ 59 h 70"/>
                <a:gd name="T24" fmla="*/ 43 w 47"/>
                <a:gd name="T25" fmla="*/ 56 h 70"/>
                <a:gd name="T26" fmla="*/ 30 w 47"/>
                <a:gd name="T27" fmla="*/ 35 h 70"/>
                <a:gd name="T28" fmla="*/ 3 w 47"/>
                <a:gd name="T29" fmla="*/ 8 h 70"/>
                <a:gd name="T30" fmla="*/ 43 w 47"/>
                <a:gd name="T31" fmla="*/ 3 h 70"/>
                <a:gd name="T32" fmla="*/ 3 w 47"/>
                <a:gd name="T33" fmla="*/ 8 h 70"/>
                <a:gd name="T34" fmla="*/ 43 w 47"/>
                <a:gd name="T35" fmla="*/ 62 h 70"/>
                <a:gd name="T36" fmla="*/ 3 w 47"/>
                <a:gd name="T37" fmla="*/ 67 h 70"/>
                <a:gd name="T38" fmla="*/ 6 w 47"/>
                <a:gd name="T39" fmla="*/ 62 h 70"/>
                <a:gd name="T40" fmla="*/ 41 w 47"/>
                <a:gd name="T41" fmla="*/ 62 h 70"/>
                <a:gd name="T42" fmla="*/ 39 w 47"/>
                <a:gd name="T43" fmla="*/ 56 h 70"/>
                <a:gd name="T44" fmla="*/ 7 w 47"/>
                <a:gd name="T45" fmla="*/ 59 h 70"/>
                <a:gd name="T46" fmla="*/ 8 w 47"/>
                <a:gd name="T47" fmla="*/ 51 h 70"/>
                <a:gd name="T48" fmla="*/ 39 w 47"/>
                <a:gd name="T49" fmla="*/ 56 h 70"/>
                <a:gd name="T50" fmla="*/ 37 w 47"/>
                <a:gd name="T51" fmla="*/ 48 h 70"/>
                <a:gd name="T52" fmla="*/ 19 w 47"/>
                <a:gd name="T53" fmla="*/ 39 h 70"/>
                <a:gd name="T54" fmla="*/ 20 w 47"/>
                <a:gd name="T55" fmla="*/ 33 h 70"/>
                <a:gd name="T56" fmla="*/ 7 w 47"/>
                <a:gd name="T57" fmla="*/ 14 h 70"/>
                <a:gd name="T58" fmla="*/ 9 w 47"/>
                <a:gd name="T59" fmla="*/ 12 h 70"/>
                <a:gd name="T60" fmla="*/ 38 w 47"/>
                <a:gd name="T61" fmla="*/ 12 h 70"/>
                <a:gd name="T62" fmla="*/ 39 w 47"/>
                <a:gd name="T63" fmla="*/ 14 h 70"/>
                <a:gd name="T64" fmla="*/ 27 w 47"/>
                <a:gd name="T65" fmla="*/ 33 h 70"/>
                <a:gd name="T66" fmla="*/ 28 w 47"/>
                <a:gd name="T67" fmla="*/ 39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7" h="70">
                  <a:moveTo>
                    <a:pt x="43" y="14"/>
                  </a:moveTo>
                  <a:cubicBezTo>
                    <a:pt x="43" y="12"/>
                    <a:pt x="43" y="12"/>
                    <a:pt x="43" y="12"/>
                  </a:cubicBezTo>
                  <a:cubicBezTo>
                    <a:pt x="45" y="12"/>
                    <a:pt x="45" y="12"/>
                    <a:pt x="45" y="12"/>
                  </a:cubicBezTo>
                  <a:cubicBezTo>
                    <a:pt x="46" y="12"/>
                    <a:pt x="47" y="11"/>
                    <a:pt x="47" y="10"/>
                  </a:cubicBezTo>
                  <a:cubicBezTo>
                    <a:pt x="47" y="2"/>
                    <a:pt x="47" y="2"/>
                    <a:pt x="47" y="2"/>
                  </a:cubicBezTo>
                  <a:cubicBezTo>
                    <a:pt x="47" y="1"/>
                    <a:pt x="46" y="0"/>
                    <a:pt x="45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0" y="1"/>
                    <a:pt x="0" y="2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0" y="11"/>
                    <a:pt x="1" y="12"/>
                    <a:pt x="1" y="12"/>
                  </a:cubicBezTo>
                  <a:cubicBezTo>
                    <a:pt x="4" y="12"/>
                    <a:pt x="4" y="12"/>
                    <a:pt x="4" y="12"/>
                  </a:cubicBezTo>
                  <a:cubicBezTo>
                    <a:pt x="4" y="14"/>
                    <a:pt x="4" y="14"/>
                    <a:pt x="4" y="14"/>
                  </a:cubicBezTo>
                  <a:cubicBezTo>
                    <a:pt x="4" y="23"/>
                    <a:pt x="9" y="31"/>
                    <a:pt x="17" y="35"/>
                  </a:cubicBezTo>
                  <a:cubicBezTo>
                    <a:pt x="17" y="36"/>
                    <a:pt x="17" y="36"/>
                    <a:pt x="17" y="36"/>
                  </a:cubicBezTo>
                  <a:cubicBezTo>
                    <a:pt x="9" y="40"/>
                    <a:pt x="4" y="48"/>
                    <a:pt x="4" y="56"/>
                  </a:cubicBezTo>
                  <a:cubicBezTo>
                    <a:pt x="4" y="59"/>
                    <a:pt x="4" y="59"/>
                    <a:pt x="4" y="59"/>
                  </a:cubicBezTo>
                  <a:cubicBezTo>
                    <a:pt x="1" y="59"/>
                    <a:pt x="1" y="59"/>
                    <a:pt x="1" y="59"/>
                  </a:cubicBezTo>
                  <a:cubicBezTo>
                    <a:pt x="1" y="59"/>
                    <a:pt x="0" y="59"/>
                    <a:pt x="0" y="60"/>
                  </a:cubicBezTo>
                  <a:cubicBezTo>
                    <a:pt x="0" y="69"/>
                    <a:pt x="0" y="69"/>
                    <a:pt x="0" y="69"/>
                  </a:cubicBezTo>
                  <a:cubicBezTo>
                    <a:pt x="0" y="70"/>
                    <a:pt x="1" y="70"/>
                    <a:pt x="1" y="70"/>
                  </a:cubicBezTo>
                  <a:cubicBezTo>
                    <a:pt x="45" y="70"/>
                    <a:pt x="45" y="70"/>
                    <a:pt x="45" y="70"/>
                  </a:cubicBezTo>
                  <a:cubicBezTo>
                    <a:pt x="46" y="70"/>
                    <a:pt x="47" y="70"/>
                    <a:pt x="47" y="69"/>
                  </a:cubicBezTo>
                  <a:cubicBezTo>
                    <a:pt x="47" y="60"/>
                    <a:pt x="47" y="60"/>
                    <a:pt x="47" y="60"/>
                  </a:cubicBezTo>
                  <a:cubicBezTo>
                    <a:pt x="47" y="59"/>
                    <a:pt x="46" y="59"/>
                    <a:pt x="45" y="59"/>
                  </a:cubicBezTo>
                  <a:cubicBezTo>
                    <a:pt x="43" y="59"/>
                    <a:pt x="43" y="59"/>
                    <a:pt x="43" y="59"/>
                  </a:cubicBezTo>
                  <a:cubicBezTo>
                    <a:pt x="43" y="56"/>
                    <a:pt x="43" y="56"/>
                    <a:pt x="43" y="56"/>
                  </a:cubicBezTo>
                  <a:cubicBezTo>
                    <a:pt x="43" y="48"/>
                    <a:pt x="38" y="40"/>
                    <a:pt x="30" y="36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38" y="31"/>
                    <a:pt x="43" y="23"/>
                    <a:pt x="43" y="14"/>
                  </a:cubicBezTo>
                  <a:close/>
                  <a:moveTo>
                    <a:pt x="3" y="8"/>
                  </a:moveTo>
                  <a:cubicBezTo>
                    <a:pt x="3" y="3"/>
                    <a:pt x="3" y="3"/>
                    <a:pt x="3" y="3"/>
                  </a:cubicBezTo>
                  <a:cubicBezTo>
                    <a:pt x="43" y="3"/>
                    <a:pt x="43" y="3"/>
                    <a:pt x="43" y="3"/>
                  </a:cubicBezTo>
                  <a:cubicBezTo>
                    <a:pt x="43" y="8"/>
                    <a:pt x="43" y="8"/>
                    <a:pt x="43" y="8"/>
                  </a:cubicBezTo>
                  <a:lnTo>
                    <a:pt x="3" y="8"/>
                  </a:lnTo>
                  <a:close/>
                  <a:moveTo>
                    <a:pt x="41" y="62"/>
                  </a:moveTo>
                  <a:cubicBezTo>
                    <a:pt x="43" y="62"/>
                    <a:pt x="43" y="62"/>
                    <a:pt x="43" y="62"/>
                  </a:cubicBezTo>
                  <a:cubicBezTo>
                    <a:pt x="43" y="67"/>
                    <a:pt x="43" y="67"/>
                    <a:pt x="43" y="67"/>
                  </a:cubicBezTo>
                  <a:cubicBezTo>
                    <a:pt x="3" y="67"/>
                    <a:pt x="3" y="67"/>
                    <a:pt x="3" y="67"/>
                  </a:cubicBezTo>
                  <a:cubicBezTo>
                    <a:pt x="3" y="62"/>
                    <a:pt x="3" y="62"/>
                    <a:pt x="3" y="62"/>
                  </a:cubicBezTo>
                  <a:cubicBezTo>
                    <a:pt x="6" y="62"/>
                    <a:pt x="6" y="62"/>
                    <a:pt x="6" y="62"/>
                  </a:cubicBezTo>
                  <a:cubicBezTo>
                    <a:pt x="6" y="62"/>
                    <a:pt x="6" y="62"/>
                    <a:pt x="6" y="62"/>
                  </a:cubicBezTo>
                  <a:cubicBezTo>
                    <a:pt x="41" y="62"/>
                    <a:pt x="41" y="62"/>
                    <a:pt x="41" y="62"/>
                  </a:cubicBezTo>
                  <a:cubicBezTo>
                    <a:pt x="41" y="62"/>
                    <a:pt x="41" y="62"/>
                    <a:pt x="41" y="62"/>
                  </a:cubicBezTo>
                  <a:close/>
                  <a:moveTo>
                    <a:pt x="39" y="56"/>
                  </a:moveTo>
                  <a:cubicBezTo>
                    <a:pt x="39" y="59"/>
                    <a:pt x="39" y="59"/>
                    <a:pt x="39" y="59"/>
                  </a:cubicBezTo>
                  <a:cubicBezTo>
                    <a:pt x="7" y="59"/>
                    <a:pt x="7" y="59"/>
                    <a:pt x="7" y="59"/>
                  </a:cubicBezTo>
                  <a:cubicBezTo>
                    <a:pt x="7" y="56"/>
                    <a:pt x="7" y="56"/>
                    <a:pt x="7" y="56"/>
                  </a:cubicBezTo>
                  <a:cubicBezTo>
                    <a:pt x="7" y="55"/>
                    <a:pt x="8" y="53"/>
                    <a:pt x="8" y="51"/>
                  </a:cubicBezTo>
                  <a:cubicBezTo>
                    <a:pt x="39" y="51"/>
                    <a:pt x="39" y="51"/>
                    <a:pt x="39" y="51"/>
                  </a:cubicBezTo>
                  <a:cubicBezTo>
                    <a:pt x="39" y="53"/>
                    <a:pt x="39" y="55"/>
                    <a:pt x="39" y="56"/>
                  </a:cubicBezTo>
                  <a:close/>
                  <a:moveTo>
                    <a:pt x="28" y="39"/>
                  </a:moveTo>
                  <a:cubicBezTo>
                    <a:pt x="32" y="40"/>
                    <a:pt x="35" y="44"/>
                    <a:pt x="37" y="48"/>
                  </a:cubicBezTo>
                  <a:cubicBezTo>
                    <a:pt x="9" y="48"/>
                    <a:pt x="9" y="48"/>
                    <a:pt x="9" y="48"/>
                  </a:cubicBezTo>
                  <a:cubicBezTo>
                    <a:pt x="11" y="44"/>
                    <a:pt x="15" y="40"/>
                    <a:pt x="19" y="39"/>
                  </a:cubicBezTo>
                  <a:cubicBezTo>
                    <a:pt x="20" y="38"/>
                    <a:pt x="20" y="38"/>
                    <a:pt x="20" y="37"/>
                  </a:cubicBezTo>
                  <a:cubicBezTo>
                    <a:pt x="20" y="33"/>
                    <a:pt x="20" y="33"/>
                    <a:pt x="20" y="33"/>
                  </a:cubicBezTo>
                  <a:cubicBezTo>
                    <a:pt x="20" y="33"/>
                    <a:pt x="20" y="32"/>
                    <a:pt x="19" y="32"/>
                  </a:cubicBezTo>
                  <a:cubicBezTo>
                    <a:pt x="12" y="29"/>
                    <a:pt x="7" y="22"/>
                    <a:pt x="7" y="14"/>
                  </a:cubicBezTo>
                  <a:cubicBezTo>
                    <a:pt x="7" y="12"/>
                    <a:pt x="7" y="12"/>
                    <a:pt x="7" y="12"/>
                  </a:cubicBezTo>
                  <a:cubicBezTo>
                    <a:pt x="9" y="12"/>
                    <a:pt x="9" y="12"/>
                    <a:pt x="9" y="12"/>
                  </a:cubicBezTo>
                  <a:cubicBezTo>
                    <a:pt x="38" y="12"/>
                    <a:pt x="38" y="12"/>
                    <a:pt x="38" y="12"/>
                  </a:cubicBezTo>
                  <a:cubicBezTo>
                    <a:pt x="38" y="12"/>
                    <a:pt x="38" y="12"/>
                    <a:pt x="38" y="12"/>
                  </a:cubicBezTo>
                  <a:cubicBezTo>
                    <a:pt x="39" y="12"/>
                    <a:pt x="39" y="12"/>
                    <a:pt x="39" y="12"/>
                  </a:cubicBezTo>
                  <a:cubicBezTo>
                    <a:pt x="39" y="14"/>
                    <a:pt x="39" y="14"/>
                    <a:pt x="39" y="14"/>
                  </a:cubicBezTo>
                  <a:cubicBezTo>
                    <a:pt x="39" y="22"/>
                    <a:pt x="35" y="29"/>
                    <a:pt x="28" y="32"/>
                  </a:cubicBezTo>
                  <a:cubicBezTo>
                    <a:pt x="27" y="32"/>
                    <a:pt x="27" y="33"/>
                    <a:pt x="27" y="33"/>
                  </a:cubicBezTo>
                  <a:cubicBezTo>
                    <a:pt x="27" y="37"/>
                    <a:pt x="27" y="37"/>
                    <a:pt x="27" y="37"/>
                  </a:cubicBezTo>
                  <a:cubicBezTo>
                    <a:pt x="27" y="38"/>
                    <a:pt x="27" y="38"/>
                    <a:pt x="28" y="3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anchor="t" anchorCtr="0" bIns="22860" compatLnSpc="1" lIns="45720" numCol="1" rIns="45720" tIns="22860" vert="horz" wrap="square"/>
            <a:p>
              <a:endParaRPr sz="900" lang="th-TH">
                <a:ea typeface="Calibri" panose="020F0502020204030204" charset="0"/>
              </a:endParaRPr>
            </a:p>
          </p:txBody>
        </p:sp>
        <p:sp>
          <p:nvSpPr>
            <p:cNvPr id="1048638" name="Oval 221"/>
            <p:cNvSpPr>
              <a:spLocks noChangeArrowheads="1"/>
            </p:cNvSpPr>
            <p:nvPr/>
          </p:nvSpPr>
          <p:spPr bwMode="auto">
            <a:xfrm>
              <a:off x="9508598" y="10726737"/>
              <a:ext cx="66675" cy="66675"/>
            </a:xfrm>
            <a:prstGeom prst="ellipse"/>
            <a:grpFill/>
            <a:ln>
              <a:noFill/>
            </a:ln>
          </p:spPr>
          <p:txBody>
            <a:bodyPr anchor="t" anchorCtr="0" bIns="22860" compatLnSpc="1" lIns="45720" numCol="1" rIns="45720" tIns="22860" vert="horz" wrap="square"/>
            <a:p>
              <a:endParaRPr sz="900" lang="th-TH">
                <a:ea typeface="Calibri" panose="020F0502020204030204" charset="0"/>
              </a:endParaRPr>
            </a:p>
          </p:txBody>
        </p:sp>
        <p:sp>
          <p:nvSpPr>
            <p:cNvPr id="1048639" name="Oval 222"/>
            <p:cNvSpPr>
              <a:spLocks noChangeArrowheads="1"/>
            </p:cNvSpPr>
            <p:nvPr/>
          </p:nvSpPr>
          <p:spPr bwMode="auto">
            <a:xfrm>
              <a:off x="9480023" y="10793412"/>
              <a:ext cx="38100" cy="38100"/>
            </a:xfrm>
            <a:prstGeom prst="ellipse"/>
            <a:grpFill/>
            <a:ln>
              <a:noFill/>
            </a:ln>
          </p:spPr>
          <p:txBody>
            <a:bodyPr anchor="t" anchorCtr="0" bIns="22860" compatLnSpc="1" lIns="45720" numCol="1" rIns="45720" tIns="22860" vert="horz" wrap="square"/>
            <a:p>
              <a:endParaRPr sz="900" lang="th-TH">
                <a:ea typeface="Calibri" panose="020F0502020204030204" charset="0"/>
              </a:endParaRPr>
            </a:p>
          </p:txBody>
        </p:sp>
        <p:sp>
          <p:nvSpPr>
            <p:cNvPr id="1048640" name="Oval 223"/>
            <p:cNvSpPr>
              <a:spLocks noChangeArrowheads="1"/>
            </p:cNvSpPr>
            <p:nvPr/>
          </p:nvSpPr>
          <p:spPr bwMode="auto">
            <a:xfrm>
              <a:off x="9499073" y="10936287"/>
              <a:ext cx="28575" cy="38100"/>
            </a:xfrm>
            <a:prstGeom prst="ellipse"/>
            <a:grpFill/>
            <a:ln>
              <a:noFill/>
            </a:ln>
          </p:spPr>
          <p:txBody>
            <a:bodyPr anchor="t" anchorCtr="0" bIns="22860" compatLnSpc="1" lIns="45720" numCol="1" rIns="45720" tIns="22860" vert="horz" wrap="square"/>
            <a:p>
              <a:endParaRPr sz="900" lang="th-TH">
                <a:ea typeface="Calibri" panose="020F0502020204030204" charset="0"/>
              </a:endParaRPr>
            </a:p>
          </p:txBody>
        </p:sp>
      </p:grpSp>
      <p:grpSp>
        <p:nvGrpSpPr>
          <p:cNvPr id="43" name="组合 34"/>
          <p:cNvGrpSpPr/>
          <p:nvPr/>
        </p:nvGrpSpPr>
        <p:grpSpPr>
          <a:xfrm rot="10800000" flipV="1">
            <a:off x="7982576" y="4975701"/>
            <a:ext cx="3835438" cy="1868507"/>
            <a:chOff x="1370300" y="2349127"/>
            <a:chExt cx="2748648" cy="571176"/>
          </a:xfrm>
        </p:grpSpPr>
        <p:sp>
          <p:nvSpPr>
            <p:cNvPr id="1048641" name="文本框 35"/>
            <p:cNvSpPr txBox="1"/>
            <p:nvPr/>
          </p:nvSpPr>
          <p:spPr>
            <a:xfrm>
              <a:off x="1806000" y="2349127"/>
              <a:ext cx="2133781" cy="307472"/>
            </a:xfrm>
            <a:prstGeom prst="rect"/>
            <a:noFill/>
          </p:spPr>
          <p:txBody>
            <a:bodyPr rtlCol="0" wrap="square">
              <a:spAutoFit/>
              <a:scene3d>
                <a:camera prst="orthographicFront"/>
                <a:lightRig dir="t" rig="threePt"/>
              </a:scene3d>
              <a:sp3d contourW="12700"/>
            </a:bodyPr>
            <a:p>
              <a:pPr algn="ctr"/>
              <a:r>
                <a:rPr altLang="zh-CN" b="1" dirty="0" sz="2000" lang="en-US">
                  <a:latin typeface="Calibri" panose="020F0502020204030204" charset="0"/>
                  <a:cs typeface="Calibri" panose="020F0502020204030204" charset="0"/>
                </a:rPr>
                <a:t>Improves GK and C Programming Knowledge</a:t>
              </a:r>
              <a:endParaRPr altLang="en-US" b="1" dirty="0" sz="1600" lang="zh-CN">
                <a:latin typeface="Calibri" panose="020F0502020204030204" charset="0"/>
                <a:cs typeface="Calibri" panose="020F0502020204030204" charset="0"/>
              </a:endParaRPr>
            </a:p>
          </p:txBody>
        </p:sp>
        <p:sp>
          <p:nvSpPr>
            <p:cNvPr id="1048642" name="文本框 36"/>
            <p:cNvSpPr txBox="1"/>
            <p:nvPr/>
          </p:nvSpPr>
          <p:spPr>
            <a:xfrm>
              <a:off x="1370300" y="2609104"/>
              <a:ext cx="2748648" cy="311199"/>
            </a:xfrm>
            <a:prstGeom prst="rect"/>
            <a:noFill/>
          </p:spPr>
          <p:txBody>
            <a:bodyPr rtlCol="0" wrap="square">
              <a:spAutoFit/>
              <a:scene3d>
                <a:camera prst="orthographicFront"/>
                <a:lightRig dir="t" rig="threePt"/>
              </a:scene3d>
              <a:sp3d contourW="12700"/>
            </a:bodyPr>
            <a:p>
              <a:pPr algn="ctr">
                <a:lnSpc>
                  <a:spcPct val="114000"/>
                </a:lnSpc>
              </a:pPr>
              <a:r>
                <a:rPr altLang="zh-CN" dirty="0" sz="1400" lang="en-US">
                  <a:latin typeface="Calibri" panose="020F0502020204030204" charset="0"/>
                  <a:ea typeface="+mj-ea"/>
                  <a:cs typeface="Calibri" panose="020F0502020204030204" charset="0"/>
                </a:rPr>
                <a:t>Helps users learn general knowledge and C concepts interactively.
Makes learning more interesting through a game-based approach.</a:t>
              </a:r>
            </a:p>
          </p:txBody>
        </p:sp>
      </p:grpSp>
      <p:grpSp>
        <p:nvGrpSpPr>
          <p:cNvPr id="44" name="组合 37"/>
          <p:cNvGrpSpPr/>
          <p:nvPr/>
        </p:nvGrpSpPr>
        <p:grpSpPr>
          <a:xfrm>
            <a:off x="848350" y="4882531"/>
            <a:ext cx="3337999" cy="1738629"/>
            <a:chOff x="1626835" y="2349127"/>
            <a:chExt cx="2492110" cy="816851"/>
          </a:xfrm>
        </p:grpSpPr>
        <p:sp>
          <p:nvSpPr>
            <p:cNvPr id="1048643" name="文本框 38"/>
            <p:cNvSpPr txBox="1"/>
            <p:nvPr/>
          </p:nvSpPr>
          <p:spPr>
            <a:xfrm>
              <a:off x="1806000" y="2349127"/>
              <a:ext cx="2133781" cy="329366"/>
            </a:xfrm>
            <a:prstGeom prst="rect"/>
            <a:noFill/>
          </p:spPr>
          <p:txBody>
            <a:bodyPr rtlCol="0" wrap="square">
              <a:spAutoFit/>
              <a:scene3d>
                <a:camera prst="orthographicFront"/>
                <a:lightRig dir="t" rig="threePt"/>
              </a:scene3d>
              <a:sp3d contourW="12700"/>
            </a:bodyPr>
            <a:p>
              <a:pPr algn="ctr"/>
              <a:r>
                <a:rPr altLang="zh-CN" b="1" dirty="0" sz="2000" lang="en-US">
                  <a:solidFill>
                    <a:schemeClr val="tx1">
                      <a:lumMod val="75000"/>
                      <a:lumOff val="25000"/>
                    </a:schemeClr>
                  </a:solidFill>
                  <a:latin typeface="Calibri" panose="020F0502020204030204" charset="0"/>
                  <a:cs typeface="Calibri" panose="020F0502020204030204" charset="0"/>
                </a:rPr>
                <a:t>Enhances Logical Thinking</a:t>
              </a:r>
              <a:endParaRPr altLang="en-US" b="1" dirty="0" sz="1600" lang="zh-CN">
                <a:latin typeface="Calibri" panose="020F0502020204030204" charset="0"/>
                <a:cs typeface="Calibri" panose="020F0502020204030204" charset="0"/>
              </a:endParaRPr>
            </a:p>
          </p:txBody>
        </p:sp>
        <p:sp>
          <p:nvSpPr>
            <p:cNvPr id="1048644" name="文本框 39"/>
            <p:cNvSpPr txBox="1"/>
            <p:nvPr/>
          </p:nvSpPr>
          <p:spPr>
            <a:xfrm>
              <a:off x="1626835" y="2687681"/>
              <a:ext cx="2492110" cy="478297"/>
            </a:xfrm>
            <a:prstGeom prst="rect"/>
            <a:noFill/>
          </p:spPr>
          <p:txBody>
            <a:bodyPr rtlCol="0" wrap="square">
              <a:spAutoFit/>
              <a:scene3d>
                <a:camera prst="orthographicFront"/>
                <a:lightRig dir="t" rig="threePt"/>
              </a:scene3d>
              <a:sp3d contourW="12700"/>
            </a:bodyPr>
            <a:p>
              <a:pPr algn="ctr">
                <a:lnSpc>
                  <a:spcPct val="114000"/>
                </a:lnSpc>
              </a:pPr>
              <a:r>
                <a:rPr altLang="zh-CN" dirty="0" sz="1400" lang="en-US">
                  <a:latin typeface="Calibri" panose="020F0502020204030204" charset="0"/>
                  <a:ea typeface="+mj-ea"/>
                  <a:cs typeface="Calibri" panose="020F0502020204030204" charset="0"/>
                </a:rPr>
                <a:t>Encourages users to think logically to guess the correct word.
Improves problem-solving and analytical skills.</a:t>
              </a:r>
            </a:p>
          </p:txBody>
        </p:sp>
      </p:grpSp>
    </p:spTree>
  </p:cSld>
  <p:clrMapOvr>
    <a:masterClrMapping/>
  </p:clrMapOvr>
  <p:timing>
    <p:tnLst>
      <p:par>
        <p:cTn dur="indefinite" id="1" nodeType="tmRoot" restart="never">
          <p:childTnLst>
            <p:seq concurrent="1" nextAc="seek">
              <p:cTn dur="indefinite" id="2" nodeType="mainSeq">
                <p:childTnLst>
                  <p:par>
                    <p:cTn fill="hold" id="3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 id="4">
                            <p:stCondLst>
                              <p:cond delay="0"/>
                            </p:stCondLst>
                            <p:childTnLst>
                              <p:par>
                                <p:cTn decel="100000" fill="hold" grpId="0" id="5" nodeType="afterEffect" presetClass="entr" presetID="5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6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dur="1000" fill="hold" id="7"/>
                                        <p:tgtEl>
                                          <p:spTgt spid="10486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ur="1000" fill="hold" id="8"/>
                                        <p:tgtEl>
                                          <p:spTgt spid="10486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dur="1000" id="9"/>
                                        <p:tgtEl>
                                          <p:spTgt spid="10486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 id="10">
                            <p:stCondLst>
                              <p:cond delay="1000"/>
                            </p:stCondLst>
                            <p:childTnLst>
                              <p:par>
                                <p:cTn fill="hold" id="11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12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dur="500" id="13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 id="14">
                            <p:stCondLst>
                              <p:cond delay="1500"/>
                            </p:stCondLst>
                            <p:childTnLst>
                              <p:par>
                                <p:cTn fill="hold" id="15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16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dur="500" id="17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8624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52" name="图片 2"/>
          <p:cNvPicPr>
            <a:picLocks noChangeAspect="1"/>
          </p:cNvPicPr>
          <p:nvPr/>
        </p:nvPicPr>
        <p:blipFill rotWithShape="1">
          <a:blip xmlns:r="http://schemas.openxmlformats.org/officeDocument/2006/relationships" r:embed="rId1" cstate="print"/>
          <a:srcRect l="49956"/>
          <a:stretch>
            <a:fillRect/>
          </a:stretch>
        </p:blipFill>
        <p:spPr>
          <a:xfrm rot="5400000" flipV="1">
            <a:off x="1781714" y="-3552286"/>
            <a:ext cx="8628571" cy="12192000"/>
          </a:xfrm>
          <a:prstGeom prst="rect"/>
        </p:spPr>
      </p:pic>
      <p:sp>
        <p:nvSpPr>
          <p:cNvPr id="1048584" name="文本框 3" descr="e7d195523061f1c0deeec63e560781cfd59afb0ea006f2a87ABB68BF51EA6619813959095094C18C62A12F549504892A4AAA8C1554C6663626E05CA27F281A14E6983772AFC3FB97135759321DEA3D7004FB075A8443E283A7673BBBDBFD88DFA513D62253E27B7E9FFF4379D8121322A85C7E16198ADF129F152EEF5340DE1ED504E252F53EAD1F847BC471C6326134"/>
          <p:cNvSpPr txBox="1"/>
          <p:nvPr/>
        </p:nvSpPr>
        <p:spPr>
          <a:xfrm rot="2706841" flipH="1">
            <a:off x="266065" y="2591434"/>
            <a:ext cx="5841365" cy="815342"/>
          </a:xfrm>
          <a:prstGeom prst="rect"/>
          <a:noFill/>
        </p:spPr>
        <p:txBody>
          <a:bodyPr rtlCol="0" wrap="square">
            <a:spAutoFit/>
          </a:bodyPr>
          <a:p>
            <a:r>
              <a:rPr altLang="zh-CN" b="1" dirty="0" sz="4800" lang="en-US">
                <a:solidFill>
                  <a:srgbClr val="0D141B"/>
                </a:solidFill>
                <a:latin typeface="Calibri" panose="020F0502020204030204" charset="0"/>
                <a:ea typeface="Calibri" panose="020F0502020204030204" charset="0"/>
                <a:cs typeface="Calibri" panose="020F0502020204030204" charset="0"/>
              </a:rPr>
              <a:t>Conclusion </a:t>
            </a:r>
            <a:endParaRPr altLang="en-US" b="1" dirty="0" sz="7200" lang="zh-CN">
              <a:solidFill>
                <a:srgbClr val="0D141B"/>
              </a:solidFill>
              <a:latin typeface="Calibri" panose="020F0502020204030204" charset="0"/>
              <a:ea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1048585" name="文本框 5" descr="e7d195523061f1c0deeec63e560781cfd59afb0ea006f2a87ABB68BF51EA6619813959095094C18C62A12F549504892A4AAA8C1554C6663626E05CA27F281A14E6983772AFC3FB97135759321DEA3D7004FB075A8443E283A7673BBBDBFD88DFA513D62253E27B7E9FFF4379D8121322A85C7E16198ADF129F152EEF5340DE1ED504E252F53EAD1F847BC471C6326134"/>
          <p:cNvSpPr txBox="1"/>
          <p:nvPr/>
        </p:nvSpPr>
        <p:spPr>
          <a:xfrm rot="19013637" flipH="1">
            <a:off x="5362088" y="2520975"/>
            <a:ext cx="5679344" cy="1285241"/>
          </a:xfrm>
          <a:prstGeom prst="rect"/>
          <a:noFill/>
        </p:spPr>
        <p:txBody>
          <a:bodyPr rtlCol="0" wrap="square">
            <a:spAutoFit/>
          </a:bodyPr>
          <a:p>
            <a:r>
              <a:rPr altLang="zh-CN" b="1" dirty="0" sz="4000" lang="en-US">
                <a:solidFill>
                  <a:srgbClr val="5EC1BE"/>
                </a:solidFill>
                <a:latin typeface="Calibri" panose="020F0502020204030204" charset="0"/>
                <a:ea typeface="Calibri" panose="020F0502020204030204" charset="0"/>
                <a:cs typeface="Calibri" panose="020F0502020204030204" charset="0"/>
              </a:rPr>
              <a:t>FINAL PART OF </a:t>
            </a:r>
          </a:p>
          <a:p>
            <a:r>
              <a:rPr altLang="zh-CN" b="1" dirty="0" sz="4000" lang="en-US">
                <a:solidFill>
                  <a:srgbClr val="5EC1BE"/>
                </a:solidFill>
                <a:latin typeface="Calibri" panose="020F0502020204030204" charset="0"/>
                <a:ea typeface="Calibri" panose="020F0502020204030204" charset="0"/>
                <a:cs typeface="Calibri" panose="020F0502020204030204" charset="0"/>
              </a:rPr>
              <a:t>                    PROJECT </a:t>
            </a:r>
          </a:p>
        </p:txBody>
      </p:sp>
    </p:spTree>
  </p:cSld>
  <p:clrMapOvr>
    <a:masterClrMapping/>
  </p:clrMapOvr>
  <p:timing>
    <p:tnLst>
      <p:par>
        <p:cTn dur="indefinite" id="1" nodeType="tmRoot" restart="never">
          <p:childTnLst>
            <p:seq concurrent="1" nextAc="seek">
              <p:cTn dur="indefinite" id="2" nodeType="mainSeq">
                <p:childTnLst>
                  <p:par>
                    <p:cTn fill="hold" id="3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 id="4">
                            <p:stCondLst>
                              <p:cond delay="1000"/>
                            </p:stCondLst>
                            <p:childTnLst>
                              <p:par>
                                <p:cTn fill="hold" grpId="0" id="5" nodeType="afterEffect" presetClass="entr" presetID="5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6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5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dur="750" fill="hold" id="7"/>
                                        <p:tgtEl>
                                          <p:spTgt spid="104858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ur="750" fill="hold" id="8"/>
                                        <p:tgtEl>
                                          <p:spTgt spid="104858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dur="750" id="9"/>
                                        <p:tgtEl>
                                          <p:spTgt spid="10485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8585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53" name="图片 2"/>
          <p:cNvPicPr>
            <a:picLocks noChangeAspect="1"/>
          </p:cNvPicPr>
          <p:nvPr/>
        </p:nvPicPr>
        <p:blipFill rotWithShape="1">
          <a:blip xmlns:r="http://schemas.openxmlformats.org/officeDocument/2006/relationships" r:embed="rId1" cstate="print"/>
          <a:srcRect l="58734" r="33532"/>
          <a:stretch>
            <a:fillRect/>
          </a:stretch>
        </p:blipFill>
        <p:spPr>
          <a:xfrm rot="5400000" flipV="1">
            <a:off x="5429250" y="-5467350"/>
            <a:ext cx="1333500" cy="12192000"/>
          </a:xfrm>
          <a:prstGeom prst="rect"/>
        </p:spPr>
      </p:pic>
      <p:sp>
        <p:nvSpPr>
          <p:cNvPr id="1048586" name="文本框 13"/>
          <p:cNvSpPr txBox="1"/>
          <p:nvPr/>
        </p:nvSpPr>
        <p:spPr>
          <a:xfrm>
            <a:off x="2452418" y="303810"/>
            <a:ext cx="8323579" cy="815341"/>
          </a:xfrm>
          <a:prstGeom prst="rect"/>
          <a:noFill/>
        </p:spPr>
        <p:txBody>
          <a:bodyPr rtlCol="0" wrap="none">
            <a:spAutoFit/>
          </a:bodyPr>
          <a:p>
            <a:r>
              <a:rPr altLang="zh-CN" b="1" dirty="0" sz="4800" lang="en-US">
                <a:solidFill>
                  <a:srgbClr val="5EC1BE"/>
                </a:solidFill>
                <a:latin typeface="Calibri" panose="020F0502020204030204" charset="0"/>
                <a:ea typeface="Calibri" panose="020F0502020204030204" charset="0"/>
                <a:cs typeface="Calibri" panose="020F0502020204030204" charset="0"/>
              </a:rPr>
              <a:t>PROGRAM DEMONSTRATE </a:t>
            </a:r>
            <a:endParaRPr altLang="en-US" b="1" dirty="0" sz="4800" lang="zh-CN">
              <a:solidFill>
                <a:srgbClr val="5EC1BE"/>
              </a:solidFill>
              <a:latin typeface="Calibri" panose="020F0502020204030204" charset="0"/>
              <a:ea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1048587" name="Freeform: Shape 76"/>
          <p:cNvSpPr/>
          <p:nvPr/>
        </p:nvSpPr>
        <p:spPr>
          <a:xfrm>
            <a:off x="0" y="2368927"/>
            <a:ext cx="9566032" cy="2992830"/>
          </a:xfrm>
          <a:custGeom>
            <a:avLst/>
            <a:gdLst>
              <a:gd name="connsiteX0" fmla="*/ 0 w 8317523"/>
              <a:gd name="connsiteY0" fmla="*/ 1248508 h 3592276"/>
              <a:gd name="connsiteX1" fmla="*/ 2250831 w 8317523"/>
              <a:gd name="connsiteY1" fmla="*/ 3569677 h 3592276"/>
              <a:gd name="connsiteX2" fmla="*/ 8317523 w 8317523"/>
              <a:gd name="connsiteY2" fmla="*/ 0 h 3592276"/>
              <a:gd name="connsiteX3" fmla="*/ 8317523 w 8317523"/>
              <a:gd name="connsiteY3" fmla="*/ 0 h 3592276"/>
              <a:gd name="connsiteX0-1" fmla="*/ 0 w 9583615"/>
              <a:gd name="connsiteY0-2" fmla="*/ 316523 h 3570679"/>
              <a:gd name="connsiteX1-3" fmla="*/ 3516923 w 9583615"/>
              <a:gd name="connsiteY1-4" fmla="*/ 3569677 h 3570679"/>
              <a:gd name="connsiteX2-5" fmla="*/ 9583615 w 9583615"/>
              <a:gd name="connsiteY2-6" fmla="*/ 0 h 3570679"/>
              <a:gd name="connsiteX3-7" fmla="*/ 9583615 w 9583615"/>
              <a:gd name="connsiteY3-8" fmla="*/ 0 h 3570679"/>
              <a:gd name="connsiteX0-9" fmla="*/ 0 w 9583615"/>
              <a:gd name="connsiteY0-10" fmla="*/ 316523 h 2393799"/>
              <a:gd name="connsiteX1-11" fmla="*/ 4536831 w 9583615"/>
              <a:gd name="connsiteY1-12" fmla="*/ 2391508 h 2393799"/>
              <a:gd name="connsiteX2-13" fmla="*/ 9583615 w 9583615"/>
              <a:gd name="connsiteY2-14" fmla="*/ 0 h 2393799"/>
              <a:gd name="connsiteX3-15" fmla="*/ 9583615 w 9583615"/>
              <a:gd name="connsiteY3-16" fmla="*/ 0 h 2393799"/>
              <a:gd name="connsiteX0-17" fmla="*/ 0 w 9530862"/>
              <a:gd name="connsiteY0-18" fmla="*/ 0 h 2815295"/>
              <a:gd name="connsiteX1-19" fmla="*/ 4484078 w 9530862"/>
              <a:gd name="connsiteY1-20" fmla="*/ 2813539 h 2815295"/>
              <a:gd name="connsiteX2-21" fmla="*/ 9530862 w 9530862"/>
              <a:gd name="connsiteY2-22" fmla="*/ 422031 h 2815295"/>
              <a:gd name="connsiteX3-23" fmla="*/ 9530862 w 9530862"/>
              <a:gd name="connsiteY3-24" fmla="*/ 422031 h 2815295"/>
              <a:gd name="connsiteX0-25" fmla="*/ 0 w 9601201"/>
              <a:gd name="connsiteY0-26" fmla="*/ 0 h 2850760"/>
              <a:gd name="connsiteX1-27" fmla="*/ 4554417 w 9601201"/>
              <a:gd name="connsiteY1-28" fmla="*/ 2848709 h 2850760"/>
              <a:gd name="connsiteX2-29" fmla="*/ 9601201 w 9601201"/>
              <a:gd name="connsiteY2-30" fmla="*/ 457201 h 2850760"/>
              <a:gd name="connsiteX3-31" fmla="*/ 9601201 w 9601201"/>
              <a:gd name="connsiteY3-32" fmla="*/ 457201 h 2850760"/>
              <a:gd name="connsiteX0-33" fmla="*/ 0 w 9566032"/>
              <a:gd name="connsiteY0-34" fmla="*/ 0 h 2992830"/>
              <a:gd name="connsiteX1-35" fmla="*/ 4519248 w 9566032"/>
              <a:gd name="connsiteY1-36" fmla="*/ 2989386 h 2992830"/>
              <a:gd name="connsiteX2-37" fmla="*/ 9566032 w 9566032"/>
              <a:gd name="connsiteY2-38" fmla="*/ 597878 h 2992830"/>
              <a:gd name="connsiteX3-39" fmla="*/ 9566032 w 9566032"/>
              <a:gd name="connsiteY3-40" fmla="*/ 597878 h 299283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9566032" h="2992830">
                <a:moveTo>
                  <a:pt x="0" y="0"/>
                </a:moveTo>
                <a:cubicBezTo>
                  <a:pt x="432288" y="1264627"/>
                  <a:pt x="2924909" y="2889740"/>
                  <a:pt x="4519248" y="2989386"/>
                </a:cubicBezTo>
                <a:cubicBezTo>
                  <a:pt x="6113587" y="3089032"/>
                  <a:pt x="8724901" y="996463"/>
                  <a:pt x="9566032" y="597878"/>
                </a:cubicBezTo>
                <a:lnTo>
                  <a:pt x="9566032" y="597878"/>
                </a:lnTo>
              </a:path>
            </a:pathLst>
          </a:custGeom>
          <a:noFill/>
          <a:ln w="19050">
            <a:solidFill>
              <a:schemeClr val="bg1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  <a:endParaRPr lang="en-US">
              <a:ea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1048588" name="Freeform 1273"/>
          <p:cNvSpPr/>
          <p:nvPr/>
        </p:nvSpPr>
        <p:spPr bwMode="auto">
          <a:xfrm>
            <a:off x="9738724" y="2322711"/>
            <a:ext cx="190020" cy="192729"/>
          </a:xfrm>
          <a:custGeom>
            <a:avLst/>
            <a:gdLst>
              <a:gd name="T0" fmla="*/ 980 w 980"/>
              <a:gd name="T1" fmla="*/ 0 h 996"/>
              <a:gd name="T2" fmla="*/ 952 w 980"/>
              <a:gd name="T3" fmla="*/ 46 h 996"/>
              <a:gd name="T4" fmla="*/ 921 w 980"/>
              <a:gd name="T5" fmla="*/ 94 h 996"/>
              <a:gd name="T6" fmla="*/ 890 w 980"/>
              <a:gd name="T7" fmla="*/ 145 h 996"/>
              <a:gd name="T8" fmla="*/ 856 w 980"/>
              <a:gd name="T9" fmla="*/ 198 h 996"/>
              <a:gd name="T10" fmla="*/ 819 w 980"/>
              <a:gd name="T11" fmla="*/ 255 h 996"/>
              <a:gd name="T12" fmla="*/ 781 w 980"/>
              <a:gd name="T13" fmla="*/ 314 h 996"/>
              <a:gd name="T14" fmla="*/ 740 w 980"/>
              <a:gd name="T15" fmla="*/ 376 h 996"/>
              <a:gd name="T16" fmla="*/ 696 w 980"/>
              <a:gd name="T17" fmla="*/ 444 h 996"/>
              <a:gd name="T18" fmla="*/ 649 w 980"/>
              <a:gd name="T19" fmla="*/ 514 h 996"/>
              <a:gd name="T20" fmla="*/ 599 w 980"/>
              <a:gd name="T21" fmla="*/ 588 h 996"/>
              <a:gd name="T22" fmla="*/ 546 w 980"/>
              <a:gd name="T23" fmla="*/ 665 h 996"/>
              <a:gd name="T24" fmla="*/ 491 w 980"/>
              <a:gd name="T25" fmla="*/ 748 h 996"/>
              <a:gd name="T26" fmla="*/ 431 w 980"/>
              <a:gd name="T27" fmla="*/ 834 h 996"/>
              <a:gd name="T28" fmla="*/ 369 w 980"/>
              <a:gd name="T29" fmla="*/ 926 h 996"/>
              <a:gd name="T30" fmla="*/ 347 w 980"/>
              <a:gd name="T31" fmla="*/ 960 h 996"/>
              <a:gd name="T32" fmla="*/ 331 w 980"/>
              <a:gd name="T33" fmla="*/ 996 h 996"/>
              <a:gd name="T34" fmla="*/ 0 w 980"/>
              <a:gd name="T35" fmla="*/ 666 h 996"/>
              <a:gd name="T36" fmla="*/ 2 w 980"/>
              <a:gd name="T37" fmla="*/ 664 h 996"/>
              <a:gd name="T38" fmla="*/ 8 w 980"/>
              <a:gd name="T39" fmla="*/ 657 h 996"/>
              <a:gd name="T40" fmla="*/ 18 w 980"/>
              <a:gd name="T41" fmla="*/ 645 h 996"/>
              <a:gd name="T42" fmla="*/ 30 w 980"/>
              <a:gd name="T43" fmla="*/ 629 h 996"/>
              <a:gd name="T44" fmla="*/ 47 w 980"/>
              <a:gd name="T45" fmla="*/ 609 h 996"/>
              <a:gd name="T46" fmla="*/ 66 w 980"/>
              <a:gd name="T47" fmla="*/ 588 h 996"/>
              <a:gd name="T48" fmla="*/ 89 w 980"/>
              <a:gd name="T49" fmla="*/ 561 h 996"/>
              <a:gd name="T50" fmla="*/ 115 w 980"/>
              <a:gd name="T51" fmla="*/ 533 h 996"/>
              <a:gd name="T52" fmla="*/ 144 w 980"/>
              <a:gd name="T53" fmla="*/ 503 h 996"/>
              <a:gd name="T54" fmla="*/ 174 w 980"/>
              <a:gd name="T55" fmla="*/ 471 h 996"/>
              <a:gd name="T56" fmla="*/ 208 w 980"/>
              <a:gd name="T57" fmla="*/ 438 h 996"/>
              <a:gd name="T58" fmla="*/ 244 w 980"/>
              <a:gd name="T59" fmla="*/ 403 h 996"/>
              <a:gd name="T60" fmla="*/ 283 w 980"/>
              <a:gd name="T61" fmla="*/ 368 h 996"/>
              <a:gd name="T62" fmla="*/ 324 w 980"/>
              <a:gd name="T63" fmla="*/ 332 h 996"/>
              <a:gd name="T64" fmla="*/ 366 w 980"/>
              <a:gd name="T65" fmla="*/ 296 h 996"/>
              <a:gd name="T66" fmla="*/ 410 w 980"/>
              <a:gd name="T67" fmla="*/ 261 h 996"/>
              <a:gd name="T68" fmla="*/ 457 w 980"/>
              <a:gd name="T69" fmla="*/ 226 h 996"/>
              <a:gd name="T70" fmla="*/ 504 w 980"/>
              <a:gd name="T71" fmla="*/ 192 h 996"/>
              <a:gd name="T72" fmla="*/ 554 w 980"/>
              <a:gd name="T73" fmla="*/ 160 h 996"/>
              <a:gd name="T74" fmla="*/ 603 w 980"/>
              <a:gd name="T75" fmla="*/ 130 h 996"/>
              <a:gd name="T76" fmla="*/ 655 w 980"/>
              <a:gd name="T77" fmla="*/ 102 h 996"/>
              <a:gd name="T78" fmla="*/ 707 w 980"/>
              <a:gd name="T79" fmla="*/ 76 h 996"/>
              <a:gd name="T80" fmla="*/ 761 w 980"/>
              <a:gd name="T81" fmla="*/ 54 h 996"/>
              <a:gd name="T82" fmla="*/ 815 w 980"/>
              <a:gd name="T83" fmla="*/ 35 h 996"/>
              <a:gd name="T84" fmla="*/ 870 w 980"/>
              <a:gd name="T85" fmla="*/ 19 h 996"/>
              <a:gd name="T86" fmla="*/ 925 w 980"/>
              <a:gd name="T87" fmla="*/ 7 h 996"/>
              <a:gd name="T88" fmla="*/ 980 w 980"/>
              <a:gd name="T89" fmla="*/ 0 h 99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</a:cxnLst>
            <a:rect l="0" t="0" r="r" b="b"/>
            <a:pathLst>
              <a:path w="980" h="996">
                <a:moveTo>
                  <a:pt x="980" y="0"/>
                </a:moveTo>
                <a:lnTo>
                  <a:pt x="952" y="46"/>
                </a:lnTo>
                <a:lnTo>
                  <a:pt x="921" y="94"/>
                </a:lnTo>
                <a:lnTo>
                  <a:pt x="890" y="145"/>
                </a:lnTo>
                <a:lnTo>
                  <a:pt x="856" y="198"/>
                </a:lnTo>
                <a:lnTo>
                  <a:pt x="819" y="255"/>
                </a:lnTo>
                <a:lnTo>
                  <a:pt x="781" y="314"/>
                </a:lnTo>
                <a:lnTo>
                  <a:pt x="740" y="376"/>
                </a:lnTo>
                <a:lnTo>
                  <a:pt x="696" y="444"/>
                </a:lnTo>
                <a:lnTo>
                  <a:pt x="649" y="514"/>
                </a:lnTo>
                <a:lnTo>
                  <a:pt x="599" y="588"/>
                </a:lnTo>
                <a:lnTo>
                  <a:pt x="546" y="665"/>
                </a:lnTo>
                <a:lnTo>
                  <a:pt x="491" y="748"/>
                </a:lnTo>
                <a:lnTo>
                  <a:pt x="431" y="834"/>
                </a:lnTo>
                <a:lnTo>
                  <a:pt x="369" y="926"/>
                </a:lnTo>
                <a:lnTo>
                  <a:pt x="347" y="960"/>
                </a:lnTo>
                <a:lnTo>
                  <a:pt x="331" y="996"/>
                </a:lnTo>
                <a:lnTo>
                  <a:pt x="0" y="666"/>
                </a:lnTo>
                <a:lnTo>
                  <a:pt x="2" y="664"/>
                </a:lnTo>
                <a:lnTo>
                  <a:pt x="8" y="657"/>
                </a:lnTo>
                <a:lnTo>
                  <a:pt x="18" y="645"/>
                </a:lnTo>
                <a:lnTo>
                  <a:pt x="30" y="629"/>
                </a:lnTo>
                <a:lnTo>
                  <a:pt x="47" y="609"/>
                </a:lnTo>
                <a:lnTo>
                  <a:pt x="66" y="588"/>
                </a:lnTo>
                <a:lnTo>
                  <a:pt x="89" y="561"/>
                </a:lnTo>
                <a:lnTo>
                  <a:pt x="115" y="533"/>
                </a:lnTo>
                <a:lnTo>
                  <a:pt x="144" y="503"/>
                </a:lnTo>
                <a:lnTo>
                  <a:pt x="174" y="471"/>
                </a:lnTo>
                <a:lnTo>
                  <a:pt x="208" y="438"/>
                </a:lnTo>
                <a:lnTo>
                  <a:pt x="244" y="403"/>
                </a:lnTo>
                <a:lnTo>
                  <a:pt x="283" y="368"/>
                </a:lnTo>
                <a:lnTo>
                  <a:pt x="324" y="332"/>
                </a:lnTo>
                <a:lnTo>
                  <a:pt x="366" y="296"/>
                </a:lnTo>
                <a:lnTo>
                  <a:pt x="410" y="261"/>
                </a:lnTo>
                <a:lnTo>
                  <a:pt x="457" y="226"/>
                </a:lnTo>
                <a:lnTo>
                  <a:pt x="504" y="192"/>
                </a:lnTo>
                <a:lnTo>
                  <a:pt x="554" y="160"/>
                </a:lnTo>
                <a:lnTo>
                  <a:pt x="603" y="130"/>
                </a:lnTo>
                <a:lnTo>
                  <a:pt x="655" y="102"/>
                </a:lnTo>
                <a:lnTo>
                  <a:pt x="707" y="76"/>
                </a:lnTo>
                <a:lnTo>
                  <a:pt x="761" y="54"/>
                </a:lnTo>
                <a:lnTo>
                  <a:pt x="815" y="35"/>
                </a:lnTo>
                <a:lnTo>
                  <a:pt x="870" y="19"/>
                </a:lnTo>
                <a:lnTo>
                  <a:pt x="925" y="7"/>
                </a:lnTo>
                <a:lnTo>
                  <a:pt x="980" y="0"/>
                </a:lnTo>
                <a:close/>
              </a:path>
            </a:pathLst>
          </a:custGeom>
          <a:solidFill>
            <a:srgbClr val="5CBFBC"/>
          </a:solidFill>
          <a:ln w="0">
            <a:noFill/>
            <a:prstDash val="solid"/>
            <a:round/>
          </a:ln>
        </p:spPr>
        <p:txBody>
          <a:bodyPr anchor="t" anchorCtr="0" bIns="45720" compatLnSpc="1" lIns="91440" numCol="1" rIns="91440" tIns="45720" vert="horz" wrap="square"/>
          <a:p>
            <a:endParaRPr lang="en-US">
              <a:ea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1048589" name="Freeform 1274"/>
          <p:cNvSpPr/>
          <p:nvPr/>
        </p:nvSpPr>
        <p:spPr bwMode="auto">
          <a:xfrm>
            <a:off x="10059939" y="2646247"/>
            <a:ext cx="192729" cy="189245"/>
          </a:xfrm>
          <a:custGeom>
            <a:avLst/>
            <a:gdLst>
              <a:gd name="T0" fmla="*/ 998 w 998"/>
              <a:gd name="T1" fmla="*/ 0 h 979"/>
              <a:gd name="T2" fmla="*/ 990 w 998"/>
              <a:gd name="T3" fmla="*/ 55 h 979"/>
              <a:gd name="T4" fmla="*/ 978 w 998"/>
              <a:gd name="T5" fmla="*/ 111 h 979"/>
              <a:gd name="T6" fmla="*/ 963 w 998"/>
              <a:gd name="T7" fmla="*/ 165 h 979"/>
              <a:gd name="T8" fmla="*/ 943 w 998"/>
              <a:gd name="T9" fmla="*/ 220 h 979"/>
              <a:gd name="T10" fmla="*/ 920 w 998"/>
              <a:gd name="T11" fmla="*/ 273 h 979"/>
              <a:gd name="T12" fmla="*/ 895 w 998"/>
              <a:gd name="T13" fmla="*/ 326 h 979"/>
              <a:gd name="T14" fmla="*/ 867 w 998"/>
              <a:gd name="T15" fmla="*/ 377 h 979"/>
              <a:gd name="T16" fmla="*/ 837 w 998"/>
              <a:gd name="T17" fmla="*/ 427 h 979"/>
              <a:gd name="T18" fmla="*/ 804 w 998"/>
              <a:gd name="T19" fmla="*/ 477 h 979"/>
              <a:gd name="T20" fmla="*/ 770 w 998"/>
              <a:gd name="T21" fmla="*/ 524 h 979"/>
              <a:gd name="T22" fmla="*/ 736 w 998"/>
              <a:gd name="T23" fmla="*/ 570 h 979"/>
              <a:gd name="T24" fmla="*/ 700 w 998"/>
              <a:gd name="T25" fmla="*/ 614 h 979"/>
              <a:gd name="T26" fmla="*/ 665 w 998"/>
              <a:gd name="T27" fmla="*/ 657 h 979"/>
              <a:gd name="T28" fmla="*/ 629 w 998"/>
              <a:gd name="T29" fmla="*/ 698 h 979"/>
              <a:gd name="T30" fmla="*/ 594 w 998"/>
              <a:gd name="T31" fmla="*/ 736 h 979"/>
              <a:gd name="T32" fmla="*/ 559 w 998"/>
              <a:gd name="T33" fmla="*/ 771 h 979"/>
              <a:gd name="T34" fmla="*/ 525 w 998"/>
              <a:gd name="T35" fmla="*/ 805 h 979"/>
              <a:gd name="T36" fmla="*/ 494 w 998"/>
              <a:gd name="T37" fmla="*/ 837 h 979"/>
              <a:gd name="T38" fmla="*/ 463 w 998"/>
              <a:gd name="T39" fmla="*/ 866 h 979"/>
              <a:gd name="T40" fmla="*/ 434 w 998"/>
              <a:gd name="T41" fmla="*/ 891 h 979"/>
              <a:gd name="T42" fmla="*/ 409 w 998"/>
              <a:gd name="T43" fmla="*/ 914 h 979"/>
              <a:gd name="T44" fmla="*/ 386 w 998"/>
              <a:gd name="T45" fmla="*/ 933 h 979"/>
              <a:gd name="T46" fmla="*/ 367 w 998"/>
              <a:gd name="T47" fmla="*/ 949 h 979"/>
              <a:gd name="T48" fmla="*/ 351 w 998"/>
              <a:gd name="T49" fmla="*/ 962 h 979"/>
              <a:gd name="T50" fmla="*/ 340 w 998"/>
              <a:gd name="T51" fmla="*/ 972 h 979"/>
              <a:gd name="T52" fmla="*/ 333 w 998"/>
              <a:gd name="T53" fmla="*/ 978 h 979"/>
              <a:gd name="T54" fmla="*/ 330 w 998"/>
              <a:gd name="T55" fmla="*/ 979 h 979"/>
              <a:gd name="T56" fmla="*/ 0 w 998"/>
              <a:gd name="T57" fmla="*/ 649 h 979"/>
              <a:gd name="T58" fmla="*/ 35 w 998"/>
              <a:gd name="T59" fmla="*/ 633 h 979"/>
              <a:gd name="T60" fmla="*/ 70 w 998"/>
              <a:gd name="T61" fmla="*/ 612 h 979"/>
              <a:gd name="T62" fmla="*/ 161 w 998"/>
              <a:gd name="T63" fmla="*/ 549 h 979"/>
              <a:gd name="T64" fmla="*/ 248 w 998"/>
              <a:gd name="T65" fmla="*/ 490 h 979"/>
              <a:gd name="T66" fmla="*/ 330 w 998"/>
              <a:gd name="T67" fmla="*/ 433 h 979"/>
              <a:gd name="T68" fmla="*/ 409 w 998"/>
              <a:gd name="T69" fmla="*/ 381 h 979"/>
              <a:gd name="T70" fmla="*/ 483 w 998"/>
              <a:gd name="T71" fmla="*/ 332 h 979"/>
              <a:gd name="T72" fmla="*/ 553 w 998"/>
              <a:gd name="T73" fmla="*/ 285 h 979"/>
              <a:gd name="T74" fmla="*/ 619 w 998"/>
              <a:gd name="T75" fmla="*/ 241 h 979"/>
              <a:gd name="T76" fmla="*/ 682 w 998"/>
              <a:gd name="T77" fmla="*/ 200 h 979"/>
              <a:gd name="T78" fmla="*/ 743 w 998"/>
              <a:gd name="T79" fmla="*/ 162 h 979"/>
              <a:gd name="T80" fmla="*/ 799 w 998"/>
              <a:gd name="T81" fmla="*/ 125 h 979"/>
              <a:gd name="T82" fmla="*/ 853 w 998"/>
              <a:gd name="T83" fmla="*/ 92 h 979"/>
              <a:gd name="T84" fmla="*/ 903 w 998"/>
              <a:gd name="T85" fmla="*/ 59 h 979"/>
              <a:gd name="T86" fmla="*/ 952 w 998"/>
              <a:gd name="T87" fmla="*/ 29 h 979"/>
              <a:gd name="T88" fmla="*/ 998 w 998"/>
              <a:gd name="T89" fmla="*/ 0 h 97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</a:cxnLst>
            <a:rect l="0" t="0" r="r" b="b"/>
            <a:pathLst>
              <a:path w="998" h="979">
                <a:moveTo>
                  <a:pt x="998" y="0"/>
                </a:moveTo>
                <a:lnTo>
                  <a:pt x="990" y="55"/>
                </a:lnTo>
                <a:lnTo>
                  <a:pt x="978" y="111"/>
                </a:lnTo>
                <a:lnTo>
                  <a:pt x="963" y="165"/>
                </a:lnTo>
                <a:lnTo>
                  <a:pt x="943" y="220"/>
                </a:lnTo>
                <a:lnTo>
                  <a:pt x="920" y="273"/>
                </a:lnTo>
                <a:lnTo>
                  <a:pt x="895" y="326"/>
                </a:lnTo>
                <a:lnTo>
                  <a:pt x="867" y="377"/>
                </a:lnTo>
                <a:lnTo>
                  <a:pt x="837" y="427"/>
                </a:lnTo>
                <a:lnTo>
                  <a:pt x="804" y="477"/>
                </a:lnTo>
                <a:lnTo>
                  <a:pt x="770" y="524"/>
                </a:lnTo>
                <a:lnTo>
                  <a:pt x="736" y="570"/>
                </a:lnTo>
                <a:lnTo>
                  <a:pt x="700" y="614"/>
                </a:lnTo>
                <a:lnTo>
                  <a:pt x="665" y="657"/>
                </a:lnTo>
                <a:lnTo>
                  <a:pt x="629" y="698"/>
                </a:lnTo>
                <a:lnTo>
                  <a:pt x="594" y="736"/>
                </a:lnTo>
                <a:lnTo>
                  <a:pt x="559" y="771"/>
                </a:lnTo>
                <a:lnTo>
                  <a:pt x="525" y="805"/>
                </a:lnTo>
                <a:lnTo>
                  <a:pt x="494" y="837"/>
                </a:lnTo>
                <a:lnTo>
                  <a:pt x="463" y="866"/>
                </a:lnTo>
                <a:lnTo>
                  <a:pt x="434" y="891"/>
                </a:lnTo>
                <a:lnTo>
                  <a:pt x="409" y="914"/>
                </a:lnTo>
                <a:lnTo>
                  <a:pt x="386" y="933"/>
                </a:lnTo>
                <a:lnTo>
                  <a:pt x="367" y="949"/>
                </a:lnTo>
                <a:lnTo>
                  <a:pt x="351" y="962"/>
                </a:lnTo>
                <a:lnTo>
                  <a:pt x="340" y="972"/>
                </a:lnTo>
                <a:lnTo>
                  <a:pt x="333" y="978"/>
                </a:lnTo>
                <a:lnTo>
                  <a:pt x="330" y="979"/>
                </a:lnTo>
                <a:lnTo>
                  <a:pt x="0" y="649"/>
                </a:lnTo>
                <a:lnTo>
                  <a:pt x="35" y="633"/>
                </a:lnTo>
                <a:lnTo>
                  <a:pt x="70" y="612"/>
                </a:lnTo>
                <a:lnTo>
                  <a:pt x="161" y="549"/>
                </a:lnTo>
                <a:lnTo>
                  <a:pt x="248" y="490"/>
                </a:lnTo>
                <a:lnTo>
                  <a:pt x="330" y="433"/>
                </a:lnTo>
                <a:lnTo>
                  <a:pt x="409" y="381"/>
                </a:lnTo>
                <a:lnTo>
                  <a:pt x="483" y="332"/>
                </a:lnTo>
                <a:lnTo>
                  <a:pt x="553" y="285"/>
                </a:lnTo>
                <a:lnTo>
                  <a:pt x="619" y="241"/>
                </a:lnTo>
                <a:lnTo>
                  <a:pt x="682" y="200"/>
                </a:lnTo>
                <a:lnTo>
                  <a:pt x="743" y="162"/>
                </a:lnTo>
                <a:lnTo>
                  <a:pt x="799" y="125"/>
                </a:lnTo>
                <a:lnTo>
                  <a:pt x="853" y="92"/>
                </a:lnTo>
                <a:lnTo>
                  <a:pt x="903" y="59"/>
                </a:lnTo>
                <a:lnTo>
                  <a:pt x="952" y="29"/>
                </a:lnTo>
                <a:lnTo>
                  <a:pt x="998" y="0"/>
                </a:lnTo>
                <a:close/>
              </a:path>
            </a:pathLst>
          </a:custGeom>
          <a:solidFill>
            <a:srgbClr val="5CBFBC"/>
          </a:solidFill>
          <a:ln w="0">
            <a:noFill/>
            <a:prstDash val="solid"/>
            <a:round/>
          </a:ln>
        </p:spPr>
        <p:txBody>
          <a:bodyPr anchor="t" anchorCtr="0" bIns="45720" compatLnSpc="1" lIns="91440" numCol="1" rIns="91440" tIns="45720" vert="horz" wrap="square"/>
          <a:p>
            <a:endParaRPr lang="en-US">
              <a:ea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1048590" name="Freeform 1275"/>
          <p:cNvSpPr/>
          <p:nvPr/>
        </p:nvSpPr>
        <p:spPr bwMode="auto">
          <a:xfrm>
            <a:off x="9735628" y="2600194"/>
            <a:ext cx="239169" cy="239169"/>
          </a:xfrm>
          <a:custGeom>
            <a:avLst/>
            <a:gdLst>
              <a:gd name="T0" fmla="*/ 496 w 1237"/>
              <a:gd name="T1" fmla="*/ 0 h 1235"/>
              <a:gd name="T2" fmla="*/ 532 w 1237"/>
              <a:gd name="T3" fmla="*/ 36 h 1235"/>
              <a:gd name="T4" fmla="*/ 502 w 1237"/>
              <a:gd name="T5" fmla="*/ 104 h 1235"/>
              <a:gd name="T6" fmla="*/ 474 w 1237"/>
              <a:gd name="T7" fmla="*/ 173 h 1235"/>
              <a:gd name="T8" fmla="*/ 447 w 1237"/>
              <a:gd name="T9" fmla="*/ 248 h 1235"/>
              <a:gd name="T10" fmla="*/ 423 w 1237"/>
              <a:gd name="T11" fmla="*/ 324 h 1235"/>
              <a:gd name="T12" fmla="*/ 403 w 1237"/>
              <a:gd name="T13" fmla="*/ 401 h 1235"/>
              <a:gd name="T14" fmla="*/ 375 w 1237"/>
              <a:gd name="T15" fmla="*/ 522 h 1235"/>
              <a:gd name="T16" fmla="*/ 353 w 1237"/>
              <a:gd name="T17" fmla="*/ 644 h 1235"/>
              <a:gd name="T18" fmla="*/ 335 w 1237"/>
              <a:gd name="T19" fmla="*/ 767 h 1235"/>
              <a:gd name="T20" fmla="*/ 323 w 1237"/>
              <a:gd name="T21" fmla="*/ 890 h 1235"/>
              <a:gd name="T22" fmla="*/ 320 w 1237"/>
              <a:gd name="T23" fmla="*/ 915 h 1235"/>
              <a:gd name="T24" fmla="*/ 423 w 1237"/>
              <a:gd name="T25" fmla="*/ 906 h 1235"/>
              <a:gd name="T26" fmla="*/ 526 w 1237"/>
              <a:gd name="T27" fmla="*/ 893 h 1235"/>
              <a:gd name="T28" fmla="*/ 647 w 1237"/>
              <a:gd name="T29" fmla="*/ 874 h 1235"/>
              <a:gd name="T30" fmla="*/ 766 w 1237"/>
              <a:gd name="T31" fmla="*/ 849 h 1235"/>
              <a:gd name="T32" fmla="*/ 885 w 1237"/>
              <a:gd name="T33" fmla="*/ 820 h 1235"/>
              <a:gd name="T34" fmla="*/ 1002 w 1237"/>
              <a:gd name="T35" fmla="*/ 784 h 1235"/>
              <a:gd name="T36" fmla="*/ 1060 w 1237"/>
              <a:gd name="T37" fmla="*/ 763 h 1235"/>
              <a:gd name="T38" fmla="*/ 1117 w 1237"/>
              <a:gd name="T39" fmla="*/ 740 h 1235"/>
              <a:gd name="T40" fmla="*/ 1173 w 1237"/>
              <a:gd name="T41" fmla="*/ 717 h 1235"/>
              <a:gd name="T42" fmla="*/ 1200 w 1237"/>
              <a:gd name="T43" fmla="*/ 704 h 1235"/>
              <a:gd name="T44" fmla="*/ 1237 w 1237"/>
              <a:gd name="T45" fmla="*/ 740 h 1235"/>
              <a:gd name="T46" fmla="*/ 1194 w 1237"/>
              <a:gd name="T47" fmla="*/ 797 h 1235"/>
              <a:gd name="T48" fmla="*/ 1147 w 1237"/>
              <a:gd name="T49" fmla="*/ 851 h 1235"/>
              <a:gd name="T50" fmla="*/ 1095 w 1237"/>
              <a:gd name="T51" fmla="*/ 901 h 1235"/>
              <a:gd name="T52" fmla="*/ 1041 w 1237"/>
              <a:gd name="T53" fmla="*/ 947 h 1235"/>
              <a:gd name="T54" fmla="*/ 983 w 1237"/>
              <a:gd name="T55" fmla="*/ 989 h 1235"/>
              <a:gd name="T56" fmla="*/ 922 w 1237"/>
              <a:gd name="T57" fmla="*/ 1027 h 1235"/>
              <a:gd name="T58" fmla="*/ 858 w 1237"/>
              <a:gd name="T59" fmla="*/ 1062 h 1235"/>
              <a:gd name="T60" fmla="*/ 794 w 1237"/>
              <a:gd name="T61" fmla="*/ 1094 h 1235"/>
              <a:gd name="T62" fmla="*/ 728 w 1237"/>
              <a:gd name="T63" fmla="*/ 1123 h 1235"/>
              <a:gd name="T64" fmla="*/ 661 w 1237"/>
              <a:gd name="T65" fmla="*/ 1147 h 1235"/>
              <a:gd name="T66" fmla="*/ 594 w 1237"/>
              <a:gd name="T67" fmla="*/ 1169 h 1235"/>
              <a:gd name="T68" fmla="*/ 491 w 1237"/>
              <a:gd name="T69" fmla="*/ 1196 h 1235"/>
              <a:gd name="T70" fmla="*/ 386 w 1237"/>
              <a:gd name="T71" fmla="*/ 1217 h 1235"/>
              <a:gd name="T72" fmla="*/ 280 w 1237"/>
              <a:gd name="T73" fmla="*/ 1229 h 1235"/>
              <a:gd name="T74" fmla="*/ 174 w 1237"/>
              <a:gd name="T75" fmla="*/ 1235 h 1235"/>
              <a:gd name="T76" fmla="*/ 151 w 1237"/>
              <a:gd name="T77" fmla="*/ 1235 h 1235"/>
              <a:gd name="T78" fmla="*/ 128 w 1237"/>
              <a:gd name="T79" fmla="*/ 1233 h 1235"/>
              <a:gd name="T80" fmla="*/ 106 w 1237"/>
              <a:gd name="T81" fmla="*/ 1228 h 1235"/>
              <a:gd name="T82" fmla="*/ 80 w 1237"/>
              <a:gd name="T83" fmla="*/ 1217 h 1235"/>
              <a:gd name="T84" fmla="*/ 57 w 1237"/>
              <a:gd name="T85" fmla="*/ 1201 h 1235"/>
              <a:gd name="T86" fmla="*/ 36 w 1237"/>
              <a:gd name="T87" fmla="*/ 1182 h 1235"/>
              <a:gd name="T88" fmla="*/ 21 w 1237"/>
              <a:gd name="T89" fmla="*/ 1159 h 1235"/>
              <a:gd name="T90" fmla="*/ 8 w 1237"/>
              <a:gd name="T91" fmla="*/ 1134 h 1235"/>
              <a:gd name="T92" fmla="*/ 1 w 1237"/>
              <a:gd name="T93" fmla="*/ 1106 h 1235"/>
              <a:gd name="T94" fmla="*/ 0 w 1237"/>
              <a:gd name="T95" fmla="*/ 1073 h 1235"/>
              <a:gd name="T96" fmla="*/ 0 w 1237"/>
              <a:gd name="T97" fmla="*/ 1041 h 1235"/>
              <a:gd name="T98" fmla="*/ 6 w 1237"/>
              <a:gd name="T99" fmla="*/ 947 h 1235"/>
              <a:gd name="T100" fmla="*/ 18 w 1237"/>
              <a:gd name="T101" fmla="*/ 855 h 1235"/>
              <a:gd name="T102" fmla="*/ 35 w 1237"/>
              <a:gd name="T103" fmla="*/ 762 h 1235"/>
              <a:gd name="T104" fmla="*/ 57 w 1237"/>
              <a:gd name="T105" fmla="*/ 671 h 1235"/>
              <a:gd name="T106" fmla="*/ 85 w 1237"/>
              <a:gd name="T107" fmla="*/ 582 h 1235"/>
              <a:gd name="T108" fmla="*/ 115 w 1237"/>
              <a:gd name="T109" fmla="*/ 501 h 1235"/>
              <a:gd name="T110" fmla="*/ 150 w 1237"/>
              <a:gd name="T111" fmla="*/ 421 h 1235"/>
              <a:gd name="T112" fmla="*/ 190 w 1237"/>
              <a:gd name="T113" fmla="*/ 345 h 1235"/>
              <a:gd name="T114" fmla="*/ 235 w 1237"/>
              <a:gd name="T115" fmla="*/ 270 h 1235"/>
              <a:gd name="T116" fmla="*/ 285 w 1237"/>
              <a:gd name="T117" fmla="*/ 200 h 1235"/>
              <a:gd name="T118" fmla="*/ 331 w 1237"/>
              <a:gd name="T119" fmla="*/ 144 h 1235"/>
              <a:gd name="T120" fmla="*/ 382 w 1237"/>
              <a:gd name="T121" fmla="*/ 92 h 1235"/>
              <a:gd name="T122" fmla="*/ 438 w 1237"/>
              <a:gd name="T123" fmla="*/ 44 h 1235"/>
              <a:gd name="T124" fmla="*/ 496 w 1237"/>
              <a:gd name="T125" fmla="*/ 0 h 123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1237" h="1235">
                <a:moveTo>
                  <a:pt x="496" y="0"/>
                </a:moveTo>
                <a:lnTo>
                  <a:pt x="532" y="36"/>
                </a:lnTo>
                <a:lnTo>
                  <a:pt x="502" y="104"/>
                </a:lnTo>
                <a:lnTo>
                  <a:pt x="474" y="173"/>
                </a:lnTo>
                <a:lnTo>
                  <a:pt x="447" y="248"/>
                </a:lnTo>
                <a:lnTo>
                  <a:pt x="423" y="324"/>
                </a:lnTo>
                <a:lnTo>
                  <a:pt x="403" y="401"/>
                </a:lnTo>
                <a:lnTo>
                  <a:pt x="375" y="522"/>
                </a:lnTo>
                <a:lnTo>
                  <a:pt x="353" y="644"/>
                </a:lnTo>
                <a:lnTo>
                  <a:pt x="335" y="767"/>
                </a:lnTo>
                <a:lnTo>
                  <a:pt x="323" y="890"/>
                </a:lnTo>
                <a:lnTo>
                  <a:pt x="320" y="915"/>
                </a:lnTo>
                <a:lnTo>
                  <a:pt x="423" y="906"/>
                </a:lnTo>
                <a:lnTo>
                  <a:pt x="526" y="893"/>
                </a:lnTo>
                <a:lnTo>
                  <a:pt x="647" y="874"/>
                </a:lnTo>
                <a:lnTo>
                  <a:pt x="766" y="849"/>
                </a:lnTo>
                <a:lnTo>
                  <a:pt x="885" y="820"/>
                </a:lnTo>
                <a:lnTo>
                  <a:pt x="1002" y="784"/>
                </a:lnTo>
                <a:lnTo>
                  <a:pt x="1060" y="763"/>
                </a:lnTo>
                <a:lnTo>
                  <a:pt x="1117" y="740"/>
                </a:lnTo>
                <a:lnTo>
                  <a:pt x="1173" y="717"/>
                </a:lnTo>
                <a:lnTo>
                  <a:pt x="1200" y="704"/>
                </a:lnTo>
                <a:lnTo>
                  <a:pt x="1237" y="740"/>
                </a:lnTo>
                <a:lnTo>
                  <a:pt x="1194" y="797"/>
                </a:lnTo>
                <a:lnTo>
                  <a:pt x="1147" y="851"/>
                </a:lnTo>
                <a:lnTo>
                  <a:pt x="1095" y="901"/>
                </a:lnTo>
                <a:lnTo>
                  <a:pt x="1041" y="947"/>
                </a:lnTo>
                <a:lnTo>
                  <a:pt x="983" y="989"/>
                </a:lnTo>
                <a:lnTo>
                  <a:pt x="922" y="1027"/>
                </a:lnTo>
                <a:lnTo>
                  <a:pt x="858" y="1062"/>
                </a:lnTo>
                <a:lnTo>
                  <a:pt x="794" y="1094"/>
                </a:lnTo>
                <a:lnTo>
                  <a:pt x="728" y="1123"/>
                </a:lnTo>
                <a:lnTo>
                  <a:pt x="661" y="1147"/>
                </a:lnTo>
                <a:lnTo>
                  <a:pt x="594" y="1169"/>
                </a:lnTo>
                <a:lnTo>
                  <a:pt x="491" y="1196"/>
                </a:lnTo>
                <a:lnTo>
                  <a:pt x="386" y="1217"/>
                </a:lnTo>
                <a:lnTo>
                  <a:pt x="280" y="1229"/>
                </a:lnTo>
                <a:lnTo>
                  <a:pt x="174" y="1235"/>
                </a:lnTo>
                <a:lnTo>
                  <a:pt x="151" y="1235"/>
                </a:lnTo>
                <a:lnTo>
                  <a:pt x="128" y="1233"/>
                </a:lnTo>
                <a:lnTo>
                  <a:pt x="106" y="1228"/>
                </a:lnTo>
                <a:lnTo>
                  <a:pt x="80" y="1217"/>
                </a:lnTo>
                <a:lnTo>
                  <a:pt x="57" y="1201"/>
                </a:lnTo>
                <a:lnTo>
                  <a:pt x="36" y="1182"/>
                </a:lnTo>
                <a:lnTo>
                  <a:pt x="21" y="1159"/>
                </a:lnTo>
                <a:lnTo>
                  <a:pt x="8" y="1134"/>
                </a:lnTo>
                <a:lnTo>
                  <a:pt x="1" y="1106"/>
                </a:lnTo>
                <a:lnTo>
                  <a:pt x="0" y="1073"/>
                </a:lnTo>
                <a:lnTo>
                  <a:pt x="0" y="1041"/>
                </a:lnTo>
                <a:lnTo>
                  <a:pt x="6" y="947"/>
                </a:lnTo>
                <a:lnTo>
                  <a:pt x="18" y="855"/>
                </a:lnTo>
                <a:lnTo>
                  <a:pt x="35" y="762"/>
                </a:lnTo>
                <a:lnTo>
                  <a:pt x="57" y="671"/>
                </a:lnTo>
                <a:lnTo>
                  <a:pt x="85" y="582"/>
                </a:lnTo>
                <a:lnTo>
                  <a:pt x="115" y="501"/>
                </a:lnTo>
                <a:lnTo>
                  <a:pt x="150" y="421"/>
                </a:lnTo>
                <a:lnTo>
                  <a:pt x="190" y="345"/>
                </a:lnTo>
                <a:lnTo>
                  <a:pt x="235" y="270"/>
                </a:lnTo>
                <a:lnTo>
                  <a:pt x="285" y="200"/>
                </a:lnTo>
                <a:lnTo>
                  <a:pt x="331" y="144"/>
                </a:lnTo>
                <a:lnTo>
                  <a:pt x="382" y="92"/>
                </a:lnTo>
                <a:lnTo>
                  <a:pt x="438" y="44"/>
                </a:lnTo>
                <a:lnTo>
                  <a:pt x="496" y="0"/>
                </a:lnTo>
                <a:close/>
              </a:path>
            </a:pathLst>
          </a:custGeom>
          <a:solidFill>
            <a:srgbClr val="5CBFBC"/>
          </a:solidFill>
          <a:ln w="0">
            <a:noFill/>
            <a:prstDash val="solid"/>
            <a:round/>
          </a:ln>
        </p:spPr>
        <p:txBody>
          <a:bodyPr anchor="t" anchorCtr="0" bIns="45720" compatLnSpc="1" lIns="91440" numCol="1" rIns="91440" tIns="45720" vert="horz" wrap="square"/>
          <a:p>
            <a:endParaRPr lang="en-US">
              <a:ea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1048591" name="Freeform 1276"/>
          <p:cNvSpPr>
            <a:spLocks noEditPoints="1"/>
          </p:cNvSpPr>
          <p:nvPr/>
        </p:nvSpPr>
        <p:spPr bwMode="auto">
          <a:xfrm>
            <a:off x="9832379" y="2073480"/>
            <a:ext cx="669907" cy="669132"/>
          </a:xfrm>
          <a:custGeom>
            <a:avLst/>
            <a:gdLst>
              <a:gd name="T0" fmla="*/ 1977 w 3461"/>
              <a:gd name="T1" fmla="*/ 939 h 3456"/>
              <a:gd name="T2" fmla="*/ 1837 w 3461"/>
              <a:gd name="T3" fmla="*/ 996 h 3456"/>
              <a:gd name="T4" fmla="*/ 1719 w 3461"/>
              <a:gd name="T5" fmla="*/ 1101 h 3456"/>
              <a:gd name="T6" fmla="*/ 1646 w 3461"/>
              <a:gd name="T7" fmla="*/ 1235 h 3456"/>
              <a:gd name="T8" fmla="*/ 1621 w 3461"/>
              <a:gd name="T9" fmla="*/ 1382 h 3456"/>
              <a:gd name="T10" fmla="*/ 1646 w 3461"/>
              <a:gd name="T11" fmla="*/ 1529 h 3456"/>
              <a:gd name="T12" fmla="*/ 1719 w 3461"/>
              <a:gd name="T13" fmla="*/ 1665 h 3456"/>
              <a:gd name="T14" fmla="*/ 1837 w 3461"/>
              <a:gd name="T15" fmla="*/ 1770 h 3456"/>
              <a:gd name="T16" fmla="*/ 1977 w 3461"/>
              <a:gd name="T17" fmla="*/ 1826 h 3456"/>
              <a:gd name="T18" fmla="*/ 2127 w 3461"/>
              <a:gd name="T19" fmla="*/ 1835 h 3456"/>
              <a:gd name="T20" fmla="*/ 2270 w 3461"/>
              <a:gd name="T21" fmla="*/ 1794 h 3456"/>
              <a:gd name="T22" fmla="*/ 2399 w 3461"/>
              <a:gd name="T23" fmla="*/ 1705 h 3456"/>
              <a:gd name="T24" fmla="*/ 2488 w 3461"/>
              <a:gd name="T25" fmla="*/ 1577 h 3456"/>
              <a:gd name="T26" fmla="*/ 2529 w 3461"/>
              <a:gd name="T27" fmla="*/ 1433 h 3456"/>
              <a:gd name="T28" fmla="*/ 2521 w 3461"/>
              <a:gd name="T29" fmla="*/ 1283 h 3456"/>
              <a:gd name="T30" fmla="*/ 2464 w 3461"/>
              <a:gd name="T31" fmla="*/ 1143 h 3456"/>
              <a:gd name="T32" fmla="*/ 2359 w 3461"/>
              <a:gd name="T33" fmla="*/ 1026 h 3456"/>
              <a:gd name="T34" fmla="*/ 2225 w 3461"/>
              <a:gd name="T35" fmla="*/ 952 h 3456"/>
              <a:gd name="T36" fmla="*/ 2076 w 3461"/>
              <a:gd name="T37" fmla="*/ 928 h 3456"/>
              <a:gd name="T38" fmla="*/ 3351 w 3461"/>
              <a:gd name="T39" fmla="*/ 2 h 3456"/>
              <a:gd name="T40" fmla="*/ 3421 w 3461"/>
              <a:gd name="T41" fmla="*/ 40 h 3456"/>
              <a:gd name="T42" fmla="*/ 3459 w 3461"/>
              <a:gd name="T43" fmla="*/ 111 h 3456"/>
              <a:gd name="T44" fmla="*/ 3457 w 3461"/>
              <a:gd name="T45" fmla="*/ 256 h 3456"/>
              <a:gd name="T46" fmla="*/ 3444 w 3461"/>
              <a:gd name="T47" fmla="*/ 471 h 3456"/>
              <a:gd name="T48" fmla="*/ 3416 w 3461"/>
              <a:gd name="T49" fmla="*/ 722 h 3456"/>
              <a:gd name="T50" fmla="*/ 3372 w 3461"/>
              <a:gd name="T51" fmla="*/ 997 h 3456"/>
              <a:gd name="T52" fmla="*/ 3304 w 3461"/>
              <a:gd name="T53" fmla="*/ 1283 h 3456"/>
              <a:gd name="T54" fmla="*/ 3210 w 3461"/>
              <a:gd name="T55" fmla="*/ 1569 h 3456"/>
              <a:gd name="T56" fmla="*/ 3083 w 3461"/>
              <a:gd name="T57" fmla="*/ 1845 h 3456"/>
              <a:gd name="T58" fmla="*/ 2922 w 3461"/>
              <a:gd name="T59" fmla="*/ 2094 h 3456"/>
              <a:gd name="T60" fmla="*/ 2738 w 3461"/>
              <a:gd name="T61" fmla="*/ 2296 h 3456"/>
              <a:gd name="T62" fmla="*/ 2592 w 3461"/>
              <a:gd name="T63" fmla="*/ 2431 h 3456"/>
              <a:gd name="T64" fmla="*/ 2457 w 3461"/>
              <a:gd name="T65" fmla="*/ 2538 h 3456"/>
              <a:gd name="T66" fmla="*/ 2318 w 3461"/>
              <a:gd name="T67" fmla="*/ 2635 h 3456"/>
              <a:gd name="T68" fmla="*/ 2156 w 3461"/>
              <a:gd name="T69" fmla="*/ 2738 h 3456"/>
              <a:gd name="T70" fmla="*/ 2003 w 3461"/>
              <a:gd name="T71" fmla="*/ 2833 h 3456"/>
              <a:gd name="T72" fmla="*/ 1849 w 3461"/>
              <a:gd name="T73" fmla="*/ 2931 h 3456"/>
              <a:gd name="T74" fmla="*/ 1665 w 3461"/>
              <a:gd name="T75" fmla="*/ 3049 h 3456"/>
              <a:gd name="T76" fmla="*/ 1449 w 3461"/>
              <a:gd name="T77" fmla="*/ 3193 h 3456"/>
              <a:gd name="T78" fmla="*/ 1193 w 3461"/>
              <a:gd name="T79" fmla="*/ 3366 h 3456"/>
              <a:gd name="T80" fmla="*/ 1048 w 3461"/>
              <a:gd name="T81" fmla="*/ 3453 h 3456"/>
              <a:gd name="T82" fmla="*/ 969 w 3461"/>
              <a:gd name="T83" fmla="*/ 3445 h 3456"/>
              <a:gd name="T84" fmla="*/ 40 w 3461"/>
              <a:gd name="T85" fmla="*/ 2534 h 3456"/>
              <a:gd name="T86" fmla="*/ 3 w 3461"/>
              <a:gd name="T87" fmla="*/ 2463 h 3456"/>
              <a:gd name="T88" fmla="*/ 11 w 3461"/>
              <a:gd name="T89" fmla="*/ 2383 h 3456"/>
              <a:gd name="T90" fmla="*/ 152 w 3461"/>
              <a:gd name="T91" fmla="*/ 2175 h 3456"/>
              <a:gd name="T92" fmla="*/ 315 w 3461"/>
              <a:gd name="T93" fmla="*/ 1934 h 3456"/>
              <a:gd name="T94" fmla="*/ 449 w 3461"/>
              <a:gd name="T95" fmla="*/ 1729 h 3456"/>
              <a:gd name="T96" fmla="*/ 560 w 3461"/>
              <a:gd name="T97" fmla="*/ 1556 h 3456"/>
              <a:gd name="T98" fmla="*/ 653 w 3461"/>
              <a:gd name="T99" fmla="*/ 1409 h 3456"/>
              <a:gd name="T100" fmla="*/ 755 w 3461"/>
              <a:gd name="T101" fmla="*/ 1246 h 3456"/>
              <a:gd name="T102" fmla="*/ 855 w 3461"/>
              <a:gd name="T103" fmla="*/ 1094 h 3456"/>
              <a:gd name="T104" fmla="*/ 953 w 3461"/>
              <a:gd name="T105" fmla="*/ 957 h 3456"/>
              <a:gd name="T106" fmla="*/ 1068 w 3461"/>
              <a:gd name="T107" fmla="*/ 822 h 3456"/>
              <a:gd name="T108" fmla="*/ 1215 w 3461"/>
              <a:gd name="T109" fmla="*/ 667 h 3456"/>
              <a:gd name="T110" fmla="*/ 1442 w 3461"/>
              <a:gd name="T111" fmla="*/ 480 h 3456"/>
              <a:gd name="T112" fmla="*/ 1704 w 3461"/>
              <a:gd name="T113" fmla="*/ 332 h 3456"/>
              <a:gd name="T114" fmla="*/ 1983 w 3461"/>
              <a:gd name="T115" fmla="*/ 217 h 3456"/>
              <a:gd name="T116" fmla="*/ 2272 w 3461"/>
              <a:gd name="T117" fmla="*/ 131 h 3456"/>
              <a:gd name="T118" fmla="*/ 2556 w 3461"/>
              <a:gd name="T119" fmla="*/ 72 h 3456"/>
              <a:gd name="T120" fmla="*/ 2824 w 3461"/>
              <a:gd name="T121" fmla="*/ 34 h 3456"/>
              <a:gd name="T122" fmla="*/ 3065 w 3461"/>
              <a:gd name="T123" fmla="*/ 11 h 3456"/>
              <a:gd name="T124" fmla="*/ 3265 w 3461"/>
              <a:gd name="T125" fmla="*/ 1 h 34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3461" h="3456">
                <a:moveTo>
                  <a:pt x="2076" y="928"/>
                </a:moveTo>
                <a:lnTo>
                  <a:pt x="2026" y="931"/>
                </a:lnTo>
                <a:lnTo>
                  <a:pt x="1977" y="939"/>
                </a:lnTo>
                <a:lnTo>
                  <a:pt x="1928" y="952"/>
                </a:lnTo>
                <a:lnTo>
                  <a:pt x="1881" y="972"/>
                </a:lnTo>
                <a:lnTo>
                  <a:pt x="1837" y="996"/>
                </a:lnTo>
                <a:lnTo>
                  <a:pt x="1794" y="1026"/>
                </a:lnTo>
                <a:lnTo>
                  <a:pt x="1754" y="1061"/>
                </a:lnTo>
                <a:lnTo>
                  <a:pt x="1719" y="1101"/>
                </a:lnTo>
                <a:lnTo>
                  <a:pt x="1689" y="1143"/>
                </a:lnTo>
                <a:lnTo>
                  <a:pt x="1665" y="1188"/>
                </a:lnTo>
                <a:lnTo>
                  <a:pt x="1646" y="1235"/>
                </a:lnTo>
                <a:lnTo>
                  <a:pt x="1632" y="1283"/>
                </a:lnTo>
                <a:lnTo>
                  <a:pt x="1624" y="1333"/>
                </a:lnTo>
                <a:lnTo>
                  <a:pt x="1621" y="1382"/>
                </a:lnTo>
                <a:lnTo>
                  <a:pt x="1624" y="1433"/>
                </a:lnTo>
                <a:lnTo>
                  <a:pt x="1632" y="1481"/>
                </a:lnTo>
                <a:lnTo>
                  <a:pt x="1646" y="1529"/>
                </a:lnTo>
                <a:lnTo>
                  <a:pt x="1665" y="1577"/>
                </a:lnTo>
                <a:lnTo>
                  <a:pt x="1689" y="1622"/>
                </a:lnTo>
                <a:lnTo>
                  <a:pt x="1719" y="1665"/>
                </a:lnTo>
                <a:lnTo>
                  <a:pt x="1754" y="1705"/>
                </a:lnTo>
                <a:lnTo>
                  <a:pt x="1794" y="1740"/>
                </a:lnTo>
                <a:lnTo>
                  <a:pt x="1837" y="1770"/>
                </a:lnTo>
                <a:lnTo>
                  <a:pt x="1881" y="1794"/>
                </a:lnTo>
                <a:lnTo>
                  <a:pt x="1928" y="1813"/>
                </a:lnTo>
                <a:lnTo>
                  <a:pt x="1977" y="1826"/>
                </a:lnTo>
                <a:lnTo>
                  <a:pt x="2026" y="1835"/>
                </a:lnTo>
                <a:lnTo>
                  <a:pt x="2076" y="1837"/>
                </a:lnTo>
                <a:lnTo>
                  <a:pt x="2127" y="1835"/>
                </a:lnTo>
                <a:lnTo>
                  <a:pt x="2175" y="1826"/>
                </a:lnTo>
                <a:lnTo>
                  <a:pt x="2225" y="1813"/>
                </a:lnTo>
                <a:lnTo>
                  <a:pt x="2270" y="1794"/>
                </a:lnTo>
                <a:lnTo>
                  <a:pt x="2316" y="1770"/>
                </a:lnTo>
                <a:lnTo>
                  <a:pt x="2359" y="1740"/>
                </a:lnTo>
                <a:lnTo>
                  <a:pt x="2399" y="1705"/>
                </a:lnTo>
                <a:lnTo>
                  <a:pt x="2434" y="1665"/>
                </a:lnTo>
                <a:lnTo>
                  <a:pt x="2464" y="1622"/>
                </a:lnTo>
                <a:lnTo>
                  <a:pt x="2488" y="1577"/>
                </a:lnTo>
                <a:lnTo>
                  <a:pt x="2507" y="1529"/>
                </a:lnTo>
                <a:lnTo>
                  <a:pt x="2521" y="1481"/>
                </a:lnTo>
                <a:lnTo>
                  <a:pt x="2529" y="1433"/>
                </a:lnTo>
                <a:lnTo>
                  <a:pt x="2532" y="1382"/>
                </a:lnTo>
                <a:lnTo>
                  <a:pt x="2529" y="1333"/>
                </a:lnTo>
                <a:lnTo>
                  <a:pt x="2521" y="1283"/>
                </a:lnTo>
                <a:lnTo>
                  <a:pt x="2507" y="1235"/>
                </a:lnTo>
                <a:lnTo>
                  <a:pt x="2488" y="1188"/>
                </a:lnTo>
                <a:lnTo>
                  <a:pt x="2464" y="1143"/>
                </a:lnTo>
                <a:lnTo>
                  <a:pt x="2434" y="1101"/>
                </a:lnTo>
                <a:lnTo>
                  <a:pt x="2399" y="1061"/>
                </a:lnTo>
                <a:lnTo>
                  <a:pt x="2359" y="1026"/>
                </a:lnTo>
                <a:lnTo>
                  <a:pt x="2316" y="996"/>
                </a:lnTo>
                <a:lnTo>
                  <a:pt x="2270" y="972"/>
                </a:lnTo>
                <a:lnTo>
                  <a:pt x="2225" y="952"/>
                </a:lnTo>
                <a:lnTo>
                  <a:pt x="2175" y="939"/>
                </a:lnTo>
                <a:lnTo>
                  <a:pt x="2127" y="931"/>
                </a:lnTo>
                <a:lnTo>
                  <a:pt x="2076" y="928"/>
                </a:lnTo>
                <a:close/>
                <a:moveTo>
                  <a:pt x="3322" y="0"/>
                </a:moveTo>
                <a:lnTo>
                  <a:pt x="3325" y="0"/>
                </a:lnTo>
                <a:lnTo>
                  <a:pt x="3351" y="2"/>
                </a:lnTo>
                <a:lnTo>
                  <a:pt x="3377" y="10"/>
                </a:lnTo>
                <a:lnTo>
                  <a:pt x="3401" y="23"/>
                </a:lnTo>
                <a:lnTo>
                  <a:pt x="3421" y="40"/>
                </a:lnTo>
                <a:lnTo>
                  <a:pt x="3438" y="60"/>
                </a:lnTo>
                <a:lnTo>
                  <a:pt x="3451" y="86"/>
                </a:lnTo>
                <a:lnTo>
                  <a:pt x="3459" y="111"/>
                </a:lnTo>
                <a:lnTo>
                  <a:pt x="3461" y="139"/>
                </a:lnTo>
                <a:lnTo>
                  <a:pt x="3460" y="194"/>
                </a:lnTo>
                <a:lnTo>
                  <a:pt x="3457" y="256"/>
                </a:lnTo>
                <a:lnTo>
                  <a:pt x="3454" y="323"/>
                </a:lnTo>
                <a:lnTo>
                  <a:pt x="3450" y="395"/>
                </a:lnTo>
                <a:lnTo>
                  <a:pt x="3444" y="471"/>
                </a:lnTo>
                <a:lnTo>
                  <a:pt x="3437" y="552"/>
                </a:lnTo>
                <a:lnTo>
                  <a:pt x="3427" y="635"/>
                </a:lnTo>
                <a:lnTo>
                  <a:pt x="3416" y="722"/>
                </a:lnTo>
                <a:lnTo>
                  <a:pt x="3404" y="811"/>
                </a:lnTo>
                <a:lnTo>
                  <a:pt x="3389" y="903"/>
                </a:lnTo>
                <a:lnTo>
                  <a:pt x="3372" y="997"/>
                </a:lnTo>
                <a:lnTo>
                  <a:pt x="3351" y="1091"/>
                </a:lnTo>
                <a:lnTo>
                  <a:pt x="3329" y="1187"/>
                </a:lnTo>
                <a:lnTo>
                  <a:pt x="3304" y="1283"/>
                </a:lnTo>
                <a:lnTo>
                  <a:pt x="3275" y="1380"/>
                </a:lnTo>
                <a:lnTo>
                  <a:pt x="3244" y="1475"/>
                </a:lnTo>
                <a:lnTo>
                  <a:pt x="3210" y="1569"/>
                </a:lnTo>
                <a:lnTo>
                  <a:pt x="3171" y="1663"/>
                </a:lnTo>
                <a:lnTo>
                  <a:pt x="3129" y="1755"/>
                </a:lnTo>
                <a:lnTo>
                  <a:pt x="3083" y="1845"/>
                </a:lnTo>
                <a:lnTo>
                  <a:pt x="3033" y="1932"/>
                </a:lnTo>
                <a:lnTo>
                  <a:pt x="2980" y="2015"/>
                </a:lnTo>
                <a:lnTo>
                  <a:pt x="2922" y="2094"/>
                </a:lnTo>
                <a:lnTo>
                  <a:pt x="2859" y="2172"/>
                </a:lnTo>
                <a:lnTo>
                  <a:pt x="2793" y="2243"/>
                </a:lnTo>
                <a:lnTo>
                  <a:pt x="2738" y="2296"/>
                </a:lnTo>
                <a:lnTo>
                  <a:pt x="2686" y="2346"/>
                </a:lnTo>
                <a:lnTo>
                  <a:pt x="2638" y="2390"/>
                </a:lnTo>
                <a:lnTo>
                  <a:pt x="2592" y="2431"/>
                </a:lnTo>
                <a:lnTo>
                  <a:pt x="2546" y="2469"/>
                </a:lnTo>
                <a:lnTo>
                  <a:pt x="2501" y="2504"/>
                </a:lnTo>
                <a:lnTo>
                  <a:pt x="2457" y="2538"/>
                </a:lnTo>
                <a:lnTo>
                  <a:pt x="2412" y="2571"/>
                </a:lnTo>
                <a:lnTo>
                  <a:pt x="2366" y="2603"/>
                </a:lnTo>
                <a:lnTo>
                  <a:pt x="2318" y="2635"/>
                </a:lnTo>
                <a:lnTo>
                  <a:pt x="2267" y="2668"/>
                </a:lnTo>
                <a:lnTo>
                  <a:pt x="2214" y="2702"/>
                </a:lnTo>
                <a:lnTo>
                  <a:pt x="2156" y="2738"/>
                </a:lnTo>
                <a:lnTo>
                  <a:pt x="2094" y="2777"/>
                </a:lnTo>
                <a:lnTo>
                  <a:pt x="2050" y="2804"/>
                </a:lnTo>
                <a:lnTo>
                  <a:pt x="2003" y="2833"/>
                </a:lnTo>
                <a:lnTo>
                  <a:pt x="1955" y="2865"/>
                </a:lnTo>
                <a:lnTo>
                  <a:pt x="1903" y="2897"/>
                </a:lnTo>
                <a:lnTo>
                  <a:pt x="1849" y="2931"/>
                </a:lnTo>
                <a:lnTo>
                  <a:pt x="1791" y="2969"/>
                </a:lnTo>
                <a:lnTo>
                  <a:pt x="1729" y="3007"/>
                </a:lnTo>
                <a:lnTo>
                  <a:pt x="1665" y="3049"/>
                </a:lnTo>
                <a:lnTo>
                  <a:pt x="1597" y="3094"/>
                </a:lnTo>
                <a:lnTo>
                  <a:pt x="1525" y="3142"/>
                </a:lnTo>
                <a:lnTo>
                  <a:pt x="1449" y="3193"/>
                </a:lnTo>
                <a:lnTo>
                  <a:pt x="1368" y="3247"/>
                </a:lnTo>
                <a:lnTo>
                  <a:pt x="1283" y="3304"/>
                </a:lnTo>
                <a:lnTo>
                  <a:pt x="1193" y="3366"/>
                </a:lnTo>
                <a:lnTo>
                  <a:pt x="1099" y="3431"/>
                </a:lnTo>
                <a:lnTo>
                  <a:pt x="1074" y="3445"/>
                </a:lnTo>
                <a:lnTo>
                  <a:pt x="1048" y="3453"/>
                </a:lnTo>
                <a:lnTo>
                  <a:pt x="1021" y="3456"/>
                </a:lnTo>
                <a:lnTo>
                  <a:pt x="994" y="3454"/>
                </a:lnTo>
                <a:lnTo>
                  <a:pt x="969" y="3445"/>
                </a:lnTo>
                <a:lnTo>
                  <a:pt x="946" y="3433"/>
                </a:lnTo>
                <a:lnTo>
                  <a:pt x="924" y="3415"/>
                </a:lnTo>
                <a:lnTo>
                  <a:pt x="40" y="2534"/>
                </a:lnTo>
                <a:lnTo>
                  <a:pt x="23" y="2512"/>
                </a:lnTo>
                <a:lnTo>
                  <a:pt x="10" y="2488"/>
                </a:lnTo>
                <a:lnTo>
                  <a:pt x="3" y="2463"/>
                </a:lnTo>
                <a:lnTo>
                  <a:pt x="0" y="2436"/>
                </a:lnTo>
                <a:lnTo>
                  <a:pt x="3" y="2408"/>
                </a:lnTo>
                <a:lnTo>
                  <a:pt x="11" y="2383"/>
                </a:lnTo>
                <a:lnTo>
                  <a:pt x="25" y="2359"/>
                </a:lnTo>
                <a:lnTo>
                  <a:pt x="90" y="2265"/>
                </a:lnTo>
                <a:lnTo>
                  <a:pt x="152" y="2175"/>
                </a:lnTo>
                <a:lnTo>
                  <a:pt x="210" y="2090"/>
                </a:lnTo>
                <a:lnTo>
                  <a:pt x="264" y="2010"/>
                </a:lnTo>
                <a:lnTo>
                  <a:pt x="315" y="1934"/>
                </a:lnTo>
                <a:lnTo>
                  <a:pt x="362" y="1861"/>
                </a:lnTo>
                <a:lnTo>
                  <a:pt x="407" y="1794"/>
                </a:lnTo>
                <a:lnTo>
                  <a:pt x="449" y="1729"/>
                </a:lnTo>
                <a:lnTo>
                  <a:pt x="489" y="1668"/>
                </a:lnTo>
                <a:lnTo>
                  <a:pt x="525" y="1610"/>
                </a:lnTo>
                <a:lnTo>
                  <a:pt x="560" y="1556"/>
                </a:lnTo>
                <a:lnTo>
                  <a:pt x="593" y="1504"/>
                </a:lnTo>
                <a:lnTo>
                  <a:pt x="624" y="1456"/>
                </a:lnTo>
                <a:lnTo>
                  <a:pt x="653" y="1409"/>
                </a:lnTo>
                <a:lnTo>
                  <a:pt x="681" y="1365"/>
                </a:lnTo>
                <a:lnTo>
                  <a:pt x="718" y="1303"/>
                </a:lnTo>
                <a:lnTo>
                  <a:pt x="755" y="1246"/>
                </a:lnTo>
                <a:lnTo>
                  <a:pt x="790" y="1193"/>
                </a:lnTo>
                <a:lnTo>
                  <a:pt x="822" y="1142"/>
                </a:lnTo>
                <a:lnTo>
                  <a:pt x="855" y="1094"/>
                </a:lnTo>
                <a:lnTo>
                  <a:pt x="886" y="1048"/>
                </a:lnTo>
                <a:lnTo>
                  <a:pt x="919" y="1002"/>
                </a:lnTo>
                <a:lnTo>
                  <a:pt x="953" y="957"/>
                </a:lnTo>
                <a:lnTo>
                  <a:pt x="989" y="914"/>
                </a:lnTo>
                <a:lnTo>
                  <a:pt x="1027" y="868"/>
                </a:lnTo>
                <a:lnTo>
                  <a:pt x="1068" y="822"/>
                </a:lnTo>
                <a:lnTo>
                  <a:pt x="1112" y="773"/>
                </a:lnTo>
                <a:lnTo>
                  <a:pt x="1161" y="722"/>
                </a:lnTo>
                <a:lnTo>
                  <a:pt x="1215" y="667"/>
                </a:lnTo>
                <a:lnTo>
                  <a:pt x="1287" y="601"/>
                </a:lnTo>
                <a:lnTo>
                  <a:pt x="1363" y="538"/>
                </a:lnTo>
                <a:lnTo>
                  <a:pt x="1442" y="480"/>
                </a:lnTo>
                <a:lnTo>
                  <a:pt x="1527" y="427"/>
                </a:lnTo>
                <a:lnTo>
                  <a:pt x="1613" y="378"/>
                </a:lnTo>
                <a:lnTo>
                  <a:pt x="1704" y="332"/>
                </a:lnTo>
                <a:lnTo>
                  <a:pt x="1794" y="290"/>
                </a:lnTo>
                <a:lnTo>
                  <a:pt x="1889" y="252"/>
                </a:lnTo>
                <a:lnTo>
                  <a:pt x="1983" y="217"/>
                </a:lnTo>
                <a:lnTo>
                  <a:pt x="2080" y="186"/>
                </a:lnTo>
                <a:lnTo>
                  <a:pt x="2175" y="157"/>
                </a:lnTo>
                <a:lnTo>
                  <a:pt x="2272" y="131"/>
                </a:lnTo>
                <a:lnTo>
                  <a:pt x="2367" y="110"/>
                </a:lnTo>
                <a:lnTo>
                  <a:pt x="2463" y="89"/>
                </a:lnTo>
                <a:lnTo>
                  <a:pt x="2556" y="72"/>
                </a:lnTo>
                <a:lnTo>
                  <a:pt x="2648" y="57"/>
                </a:lnTo>
                <a:lnTo>
                  <a:pt x="2737" y="45"/>
                </a:lnTo>
                <a:lnTo>
                  <a:pt x="2824" y="34"/>
                </a:lnTo>
                <a:lnTo>
                  <a:pt x="2909" y="24"/>
                </a:lnTo>
                <a:lnTo>
                  <a:pt x="2988" y="17"/>
                </a:lnTo>
                <a:lnTo>
                  <a:pt x="3065" y="11"/>
                </a:lnTo>
                <a:lnTo>
                  <a:pt x="3137" y="6"/>
                </a:lnTo>
                <a:lnTo>
                  <a:pt x="3204" y="3"/>
                </a:lnTo>
                <a:lnTo>
                  <a:pt x="3265" y="1"/>
                </a:lnTo>
                <a:lnTo>
                  <a:pt x="3322" y="0"/>
                </a:lnTo>
                <a:close/>
              </a:path>
            </a:pathLst>
          </a:custGeom>
          <a:solidFill>
            <a:srgbClr val="5CBFBC"/>
          </a:solidFill>
          <a:ln w="0">
            <a:noFill/>
            <a:prstDash val="solid"/>
            <a:round/>
          </a:ln>
        </p:spPr>
        <p:txBody>
          <a:bodyPr anchor="t" anchorCtr="0" bIns="45720" compatLnSpc="1" lIns="91440" numCol="1" rIns="91440" tIns="45720" vert="horz" wrap="square"/>
          <a:p>
            <a:endParaRPr lang="en-US">
              <a:ea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1048592" name="Freeform: Shape 82"/>
          <p:cNvSpPr/>
          <p:nvPr/>
        </p:nvSpPr>
        <p:spPr>
          <a:xfrm>
            <a:off x="1717" y="2934262"/>
            <a:ext cx="9583616" cy="3358151"/>
          </a:xfrm>
          <a:custGeom>
            <a:avLst/>
            <a:gdLst>
              <a:gd name="connsiteX0" fmla="*/ 9583616 w 9583616"/>
              <a:gd name="connsiteY0" fmla="*/ 0 h 3358151"/>
              <a:gd name="connsiteX1" fmla="*/ 4976447 w 9583616"/>
              <a:gd name="connsiteY1" fmla="*/ 3200400 h 3358151"/>
              <a:gd name="connsiteX2" fmla="*/ 0 w 9583616"/>
              <a:gd name="connsiteY2" fmla="*/ 2901462 h 3358151"/>
              <a:gd name="connsiteX3" fmla="*/ 0 w 9583616"/>
              <a:gd name="connsiteY3" fmla="*/ 2901462 h 3358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583616" h="3358151">
                <a:moveTo>
                  <a:pt x="9583616" y="0"/>
                </a:moveTo>
                <a:cubicBezTo>
                  <a:pt x="8078666" y="1358411"/>
                  <a:pt x="6573716" y="2716823"/>
                  <a:pt x="4976447" y="3200400"/>
                </a:cubicBezTo>
                <a:cubicBezTo>
                  <a:pt x="3379178" y="3683977"/>
                  <a:pt x="0" y="2901462"/>
                  <a:pt x="0" y="2901462"/>
                </a:cubicBezTo>
                <a:lnTo>
                  <a:pt x="0" y="2901462"/>
                </a:lnTo>
              </a:path>
            </a:pathLst>
          </a:custGeom>
          <a:noFill/>
          <a:ln w="19050">
            <a:solidFill>
              <a:schemeClr val="bg1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  <a:endParaRPr dirty="0" lang="en-US">
              <a:ea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1048593" name="Oval 86"/>
          <p:cNvSpPr/>
          <p:nvPr/>
        </p:nvSpPr>
        <p:spPr>
          <a:xfrm>
            <a:off x="8765810" y="2685475"/>
            <a:ext cx="969818" cy="969818"/>
          </a:xfrm>
          <a:prstGeom prst="ellipse"/>
          <a:solidFill>
            <a:srgbClr val="1B29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  <a:endParaRPr lang="en-US">
              <a:ea typeface="Calibri" panose="020F0502020204030204" charset="0"/>
              <a:cs typeface="Calibri" panose="020F0502020204030204" charset="0"/>
            </a:endParaRPr>
          </a:p>
        </p:txBody>
      </p:sp>
      <p:grpSp>
        <p:nvGrpSpPr>
          <p:cNvPr id="33" name="Group 128"/>
          <p:cNvGrpSpPr/>
          <p:nvPr/>
        </p:nvGrpSpPr>
        <p:grpSpPr>
          <a:xfrm>
            <a:off x="9083668" y="3008198"/>
            <a:ext cx="324399" cy="320369"/>
            <a:chOff x="819150" y="-1422400"/>
            <a:chExt cx="766763" cy="757237"/>
          </a:xfrm>
          <a:solidFill>
            <a:schemeClr val="bg1"/>
          </a:solidFill>
        </p:grpSpPr>
        <p:sp>
          <p:nvSpPr>
            <p:cNvPr id="1048594" name="Freeform 590"/>
            <p:cNvSpPr>
              <a:spLocks noEditPoints="1"/>
            </p:cNvSpPr>
            <p:nvPr/>
          </p:nvSpPr>
          <p:spPr bwMode="auto">
            <a:xfrm>
              <a:off x="1168400" y="-1077913"/>
              <a:ext cx="417513" cy="412750"/>
            </a:xfrm>
            <a:custGeom>
              <a:avLst/>
              <a:gdLst>
                <a:gd name="T0" fmla="*/ 639 w 1839"/>
                <a:gd name="T1" fmla="*/ 284 h 1819"/>
                <a:gd name="T2" fmla="*/ 497 w 1839"/>
                <a:gd name="T3" fmla="*/ 345 h 1819"/>
                <a:gd name="T4" fmla="*/ 378 w 1839"/>
                <a:gd name="T5" fmla="*/ 451 h 1819"/>
                <a:gd name="T6" fmla="*/ 301 w 1839"/>
                <a:gd name="T7" fmla="*/ 585 h 1819"/>
                <a:gd name="T8" fmla="*/ 270 w 1839"/>
                <a:gd name="T9" fmla="*/ 732 h 1819"/>
                <a:gd name="T10" fmla="*/ 286 w 1839"/>
                <a:gd name="T11" fmla="*/ 881 h 1819"/>
                <a:gd name="T12" fmla="*/ 347 w 1839"/>
                <a:gd name="T13" fmla="*/ 1022 h 1819"/>
                <a:gd name="T14" fmla="*/ 455 w 1839"/>
                <a:gd name="T15" fmla="*/ 1140 h 1819"/>
                <a:gd name="T16" fmla="*/ 591 w 1839"/>
                <a:gd name="T17" fmla="*/ 1216 h 1819"/>
                <a:gd name="T18" fmla="*/ 740 w 1839"/>
                <a:gd name="T19" fmla="*/ 1246 h 1819"/>
                <a:gd name="T20" fmla="*/ 891 w 1839"/>
                <a:gd name="T21" fmla="*/ 1231 h 1819"/>
                <a:gd name="T22" fmla="*/ 1033 w 1839"/>
                <a:gd name="T23" fmla="*/ 1170 h 1819"/>
                <a:gd name="T24" fmla="*/ 1152 w 1839"/>
                <a:gd name="T25" fmla="*/ 1064 h 1819"/>
                <a:gd name="T26" fmla="*/ 1229 w 1839"/>
                <a:gd name="T27" fmla="*/ 930 h 1819"/>
                <a:gd name="T28" fmla="*/ 1260 w 1839"/>
                <a:gd name="T29" fmla="*/ 782 h 1819"/>
                <a:gd name="T30" fmla="*/ 1244 w 1839"/>
                <a:gd name="T31" fmla="*/ 633 h 1819"/>
                <a:gd name="T32" fmla="*/ 1183 w 1839"/>
                <a:gd name="T33" fmla="*/ 493 h 1819"/>
                <a:gd name="T34" fmla="*/ 1076 w 1839"/>
                <a:gd name="T35" fmla="*/ 375 h 1819"/>
                <a:gd name="T36" fmla="*/ 939 w 1839"/>
                <a:gd name="T37" fmla="*/ 299 h 1819"/>
                <a:gd name="T38" fmla="*/ 790 w 1839"/>
                <a:gd name="T39" fmla="*/ 268 h 1819"/>
                <a:gd name="T40" fmla="*/ 858 w 1839"/>
                <a:gd name="T41" fmla="*/ 6 h 1819"/>
                <a:gd name="T42" fmla="*/ 1038 w 1839"/>
                <a:gd name="T43" fmla="*/ 49 h 1819"/>
                <a:gd name="T44" fmla="*/ 1207 w 1839"/>
                <a:gd name="T45" fmla="*/ 138 h 1819"/>
                <a:gd name="T46" fmla="*/ 1350 w 1839"/>
                <a:gd name="T47" fmla="*/ 268 h 1819"/>
                <a:gd name="T48" fmla="*/ 1454 w 1839"/>
                <a:gd name="T49" fmla="*/ 425 h 1819"/>
                <a:gd name="T50" fmla="*/ 1513 w 1839"/>
                <a:gd name="T51" fmla="*/ 598 h 1819"/>
                <a:gd name="T52" fmla="*/ 1530 w 1839"/>
                <a:gd name="T53" fmla="*/ 778 h 1819"/>
                <a:gd name="T54" fmla="*/ 1502 w 1839"/>
                <a:gd name="T55" fmla="*/ 956 h 1819"/>
                <a:gd name="T56" fmla="*/ 1760 w 1839"/>
                <a:gd name="T57" fmla="*/ 1368 h 1819"/>
                <a:gd name="T58" fmla="*/ 1818 w 1839"/>
                <a:gd name="T59" fmla="*/ 1454 h 1819"/>
                <a:gd name="T60" fmla="*/ 1839 w 1839"/>
                <a:gd name="T61" fmla="*/ 1555 h 1819"/>
                <a:gd name="T62" fmla="*/ 1818 w 1839"/>
                <a:gd name="T63" fmla="*/ 1656 h 1819"/>
                <a:gd name="T64" fmla="*/ 1760 w 1839"/>
                <a:gd name="T65" fmla="*/ 1743 h 1819"/>
                <a:gd name="T66" fmla="*/ 1663 w 1839"/>
                <a:gd name="T67" fmla="*/ 1804 h 1819"/>
                <a:gd name="T68" fmla="*/ 1553 w 1839"/>
                <a:gd name="T69" fmla="*/ 1819 h 1819"/>
                <a:gd name="T70" fmla="*/ 1445 w 1839"/>
                <a:gd name="T71" fmla="*/ 1788 h 1819"/>
                <a:gd name="T72" fmla="*/ 1082 w 1839"/>
                <a:gd name="T73" fmla="*/ 1446 h 1819"/>
                <a:gd name="T74" fmla="*/ 907 w 1839"/>
                <a:gd name="T75" fmla="*/ 1501 h 1819"/>
                <a:gd name="T76" fmla="*/ 725 w 1839"/>
                <a:gd name="T77" fmla="*/ 1513 h 1819"/>
                <a:gd name="T78" fmla="*/ 545 w 1839"/>
                <a:gd name="T79" fmla="*/ 1482 h 1819"/>
                <a:gd name="T80" fmla="*/ 375 w 1839"/>
                <a:gd name="T81" fmla="*/ 1409 h 1819"/>
                <a:gd name="T82" fmla="*/ 224 w 1839"/>
                <a:gd name="T83" fmla="*/ 1293 h 1819"/>
                <a:gd name="T84" fmla="*/ 105 w 1839"/>
                <a:gd name="T85" fmla="*/ 1141 h 1819"/>
                <a:gd name="T86" fmla="*/ 30 w 1839"/>
                <a:gd name="T87" fmla="*/ 970 h 1819"/>
                <a:gd name="T88" fmla="*/ 0 w 1839"/>
                <a:gd name="T89" fmla="*/ 787 h 1819"/>
                <a:gd name="T90" fmla="*/ 15 w 1839"/>
                <a:gd name="T91" fmla="*/ 604 h 1819"/>
                <a:gd name="T92" fmla="*/ 74 w 1839"/>
                <a:gd name="T93" fmla="*/ 429 h 1819"/>
                <a:gd name="T94" fmla="*/ 179 w 1839"/>
                <a:gd name="T95" fmla="*/ 270 h 1819"/>
                <a:gd name="T96" fmla="*/ 323 w 1839"/>
                <a:gd name="T97" fmla="*/ 138 h 1819"/>
                <a:gd name="T98" fmla="*/ 491 w 1839"/>
                <a:gd name="T99" fmla="*/ 49 h 1819"/>
                <a:gd name="T100" fmla="*/ 672 w 1839"/>
                <a:gd name="T101" fmla="*/ 6 h 18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839" h="1819">
                  <a:moveTo>
                    <a:pt x="740" y="268"/>
                  </a:moveTo>
                  <a:lnTo>
                    <a:pt x="689" y="273"/>
                  </a:lnTo>
                  <a:lnTo>
                    <a:pt x="639" y="284"/>
                  </a:lnTo>
                  <a:lnTo>
                    <a:pt x="591" y="299"/>
                  </a:lnTo>
                  <a:lnTo>
                    <a:pt x="544" y="319"/>
                  </a:lnTo>
                  <a:lnTo>
                    <a:pt x="497" y="345"/>
                  </a:lnTo>
                  <a:lnTo>
                    <a:pt x="455" y="375"/>
                  </a:lnTo>
                  <a:lnTo>
                    <a:pt x="415" y="410"/>
                  </a:lnTo>
                  <a:lnTo>
                    <a:pt x="378" y="451"/>
                  </a:lnTo>
                  <a:lnTo>
                    <a:pt x="347" y="493"/>
                  </a:lnTo>
                  <a:lnTo>
                    <a:pt x="322" y="538"/>
                  </a:lnTo>
                  <a:lnTo>
                    <a:pt x="301" y="585"/>
                  </a:lnTo>
                  <a:lnTo>
                    <a:pt x="286" y="633"/>
                  </a:lnTo>
                  <a:lnTo>
                    <a:pt x="276" y="682"/>
                  </a:lnTo>
                  <a:lnTo>
                    <a:pt x="270" y="732"/>
                  </a:lnTo>
                  <a:lnTo>
                    <a:pt x="270" y="782"/>
                  </a:lnTo>
                  <a:lnTo>
                    <a:pt x="276" y="832"/>
                  </a:lnTo>
                  <a:lnTo>
                    <a:pt x="286" y="881"/>
                  </a:lnTo>
                  <a:lnTo>
                    <a:pt x="301" y="930"/>
                  </a:lnTo>
                  <a:lnTo>
                    <a:pt x="322" y="977"/>
                  </a:lnTo>
                  <a:lnTo>
                    <a:pt x="347" y="1022"/>
                  </a:lnTo>
                  <a:lnTo>
                    <a:pt x="378" y="1064"/>
                  </a:lnTo>
                  <a:lnTo>
                    <a:pt x="415" y="1104"/>
                  </a:lnTo>
                  <a:lnTo>
                    <a:pt x="455" y="1140"/>
                  </a:lnTo>
                  <a:lnTo>
                    <a:pt x="497" y="1170"/>
                  </a:lnTo>
                  <a:lnTo>
                    <a:pt x="544" y="1195"/>
                  </a:lnTo>
                  <a:lnTo>
                    <a:pt x="591" y="1216"/>
                  </a:lnTo>
                  <a:lnTo>
                    <a:pt x="639" y="1231"/>
                  </a:lnTo>
                  <a:lnTo>
                    <a:pt x="689" y="1241"/>
                  </a:lnTo>
                  <a:lnTo>
                    <a:pt x="740" y="1246"/>
                  </a:lnTo>
                  <a:lnTo>
                    <a:pt x="790" y="1246"/>
                  </a:lnTo>
                  <a:lnTo>
                    <a:pt x="841" y="1241"/>
                  </a:lnTo>
                  <a:lnTo>
                    <a:pt x="891" y="1231"/>
                  </a:lnTo>
                  <a:lnTo>
                    <a:pt x="939" y="1216"/>
                  </a:lnTo>
                  <a:lnTo>
                    <a:pt x="986" y="1195"/>
                  </a:lnTo>
                  <a:lnTo>
                    <a:pt x="1033" y="1170"/>
                  </a:lnTo>
                  <a:lnTo>
                    <a:pt x="1076" y="1140"/>
                  </a:lnTo>
                  <a:lnTo>
                    <a:pt x="1115" y="1104"/>
                  </a:lnTo>
                  <a:lnTo>
                    <a:pt x="1152" y="1064"/>
                  </a:lnTo>
                  <a:lnTo>
                    <a:pt x="1183" y="1022"/>
                  </a:lnTo>
                  <a:lnTo>
                    <a:pt x="1208" y="977"/>
                  </a:lnTo>
                  <a:lnTo>
                    <a:pt x="1229" y="930"/>
                  </a:lnTo>
                  <a:lnTo>
                    <a:pt x="1244" y="881"/>
                  </a:lnTo>
                  <a:lnTo>
                    <a:pt x="1254" y="832"/>
                  </a:lnTo>
                  <a:lnTo>
                    <a:pt x="1260" y="782"/>
                  </a:lnTo>
                  <a:lnTo>
                    <a:pt x="1260" y="732"/>
                  </a:lnTo>
                  <a:lnTo>
                    <a:pt x="1254" y="682"/>
                  </a:lnTo>
                  <a:lnTo>
                    <a:pt x="1244" y="633"/>
                  </a:lnTo>
                  <a:lnTo>
                    <a:pt x="1229" y="585"/>
                  </a:lnTo>
                  <a:lnTo>
                    <a:pt x="1208" y="538"/>
                  </a:lnTo>
                  <a:lnTo>
                    <a:pt x="1183" y="493"/>
                  </a:lnTo>
                  <a:lnTo>
                    <a:pt x="1152" y="451"/>
                  </a:lnTo>
                  <a:lnTo>
                    <a:pt x="1115" y="410"/>
                  </a:lnTo>
                  <a:lnTo>
                    <a:pt x="1076" y="375"/>
                  </a:lnTo>
                  <a:lnTo>
                    <a:pt x="1033" y="345"/>
                  </a:lnTo>
                  <a:lnTo>
                    <a:pt x="986" y="319"/>
                  </a:lnTo>
                  <a:lnTo>
                    <a:pt x="939" y="299"/>
                  </a:lnTo>
                  <a:lnTo>
                    <a:pt x="891" y="284"/>
                  </a:lnTo>
                  <a:lnTo>
                    <a:pt x="841" y="273"/>
                  </a:lnTo>
                  <a:lnTo>
                    <a:pt x="790" y="268"/>
                  </a:lnTo>
                  <a:lnTo>
                    <a:pt x="740" y="268"/>
                  </a:lnTo>
                  <a:close/>
                  <a:moveTo>
                    <a:pt x="796" y="0"/>
                  </a:moveTo>
                  <a:lnTo>
                    <a:pt x="858" y="6"/>
                  </a:lnTo>
                  <a:lnTo>
                    <a:pt x="919" y="16"/>
                  </a:lnTo>
                  <a:lnTo>
                    <a:pt x="980" y="30"/>
                  </a:lnTo>
                  <a:lnTo>
                    <a:pt x="1038" y="49"/>
                  </a:lnTo>
                  <a:lnTo>
                    <a:pt x="1097" y="74"/>
                  </a:lnTo>
                  <a:lnTo>
                    <a:pt x="1153" y="104"/>
                  </a:lnTo>
                  <a:lnTo>
                    <a:pt x="1207" y="138"/>
                  </a:lnTo>
                  <a:lnTo>
                    <a:pt x="1257" y="177"/>
                  </a:lnTo>
                  <a:lnTo>
                    <a:pt x="1306" y="221"/>
                  </a:lnTo>
                  <a:lnTo>
                    <a:pt x="1350" y="268"/>
                  </a:lnTo>
                  <a:lnTo>
                    <a:pt x="1390" y="319"/>
                  </a:lnTo>
                  <a:lnTo>
                    <a:pt x="1424" y="371"/>
                  </a:lnTo>
                  <a:lnTo>
                    <a:pt x="1454" y="425"/>
                  </a:lnTo>
                  <a:lnTo>
                    <a:pt x="1478" y="481"/>
                  </a:lnTo>
                  <a:lnTo>
                    <a:pt x="1498" y="539"/>
                  </a:lnTo>
                  <a:lnTo>
                    <a:pt x="1513" y="598"/>
                  </a:lnTo>
                  <a:lnTo>
                    <a:pt x="1523" y="658"/>
                  </a:lnTo>
                  <a:lnTo>
                    <a:pt x="1528" y="718"/>
                  </a:lnTo>
                  <a:lnTo>
                    <a:pt x="1530" y="778"/>
                  </a:lnTo>
                  <a:lnTo>
                    <a:pt x="1525" y="838"/>
                  </a:lnTo>
                  <a:lnTo>
                    <a:pt x="1516" y="898"/>
                  </a:lnTo>
                  <a:lnTo>
                    <a:pt x="1502" y="956"/>
                  </a:lnTo>
                  <a:lnTo>
                    <a:pt x="1483" y="1014"/>
                  </a:lnTo>
                  <a:lnTo>
                    <a:pt x="1460" y="1071"/>
                  </a:lnTo>
                  <a:lnTo>
                    <a:pt x="1760" y="1368"/>
                  </a:lnTo>
                  <a:lnTo>
                    <a:pt x="1784" y="1394"/>
                  </a:lnTo>
                  <a:lnTo>
                    <a:pt x="1803" y="1423"/>
                  </a:lnTo>
                  <a:lnTo>
                    <a:pt x="1818" y="1454"/>
                  </a:lnTo>
                  <a:lnTo>
                    <a:pt x="1830" y="1486"/>
                  </a:lnTo>
                  <a:lnTo>
                    <a:pt x="1837" y="1520"/>
                  </a:lnTo>
                  <a:lnTo>
                    <a:pt x="1839" y="1555"/>
                  </a:lnTo>
                  <a:lnTo>
                    <a:pt x="1837" y="1590"/>
                  </a:lnTo>
                  <a:lnTo>
                    <a:pt x="1830" y="1624"/>
                  </a:lnTo>
                  <a:lnTo>
                    <a:pt x="1818" y="1656"/>
                  </a:lnTo>
                  <a:lnTo>
                    <a:pt x="1803" y="1687"/>
                  </a:lnTo>
                  <a:lnTo>
                    <a:pt x="1784" y="1716"/>
                  </a:lnTo>
                  <a:lnTo>
                    <a:pt x="1760" y="1743"/>
                  </a:lnTo>
                  <a:lnTo>
                    <a:pt x="1730" y="1768"/>
                  </a:lnTo>
                  <a:lnTo>
                    <a:pt x="1698" y="1788"/>
                  </a:lnTo>
                  <a:lnTo>
                    <a:pt x="1663" y="1804"/>
                  </a:lnTo>
                  <a:lnTo>
                    <a:pt x="1626" y="1815"/>
                  </a:lnTo>
                  <a:lnTo>
                    <a:pt x="1590" y="1819"/>
                  </a:lnTo>
                  <a:lnTo>
                    <a:pt x="1553" y="1819"/>
                  </a:lnTo>
                  <a:lnTo>
                    <a:pt x="1515" y="1815"/>
                  </a:lnTo>
                  <a:lnTo>
                    <a:pt x="1479" y="1804"/>
                  </a:lnTo>
                  <a:lnTo>
                    <a:pt x="1445" y="1788"/>
                  </a:lnTo>
                  <a:lnTo>
                    <a:pt x="1412" y="1768"/>
                  </a:lnTo>
                  <a:lnTo>
                    <a:pt x="1382" y="1743"/>
                  </a:lnTo>
                  <a:lnTo>
                    <a:pt x="1082" y="1446"/>
                  </a:lnTo>
                  <a:lnTo>
                    <a:pt x="1025" y="1469"/>
                  </a:lnTo>
                  <a:lnTo>
                    <a:pt x="967" y="1487"/>
                  </a:lnTo>
                  <a:lnTo>
                    <a:pt x="907" y="1501"/>
                  </a:lnTo>
                  <a:lnTo>
                    <a:pt x="847" y="1509"/>
                  </a:lnTo>
                  <a:lnTo>
                    <a:pt x="786" y="1514"/>
                  </a:lnTo>
                  <a:lnTo>
                    <a:pt x="725" y="1513"/>
                  </a:lnTo>
                  <a:lnTo>
                    <a:pt x="665" y="1508"/>
                  </a:lnTo>
                  <a:lnTo>
                    <a:pt x="604" y="1497"/>
                  </a:lnTo>
                  <a:lnTo>
                    <a:pt x="545" y="1482"/>
                  </a:lnTo>
                  <a:lnTo>
                    <a:pt x="486" y="1462"/>
                  </a:lnTo>
                  <a:lnTo>
                    <a:pt x="430" y="1438"/>
                  </a:lnTo>
                  <a:lnTo>
                    <a:pt x="375" y="1409"/>
                  </a:lnTo>
                  <a:lnTo>
                    <a:pt x="322" y="1375"/>
                  </a:lnTo>
                  <a:lnTo>
                    <a:pt x="271" y="1336"/>
                  </a:lnTo>
                  <a:lnTo>
                    <a:pt x="224" y="1293"/>
                  </a:lnTo>
                  <a:lnTo>
                    <a:pt x="179" y="1244"/>
                  </a:lnTo>
                  <a:lnTo>
                    <a:pt x="139" y="1194"/>
                  </a:lnTo>
                  <a:lnTo>
                    <a:pt x="105" y="1141"/>
                  </a:lnTo>
                  <a:lnTo>
                    <a:pt x="75" y="1085"/>
                  </a:lnTo>
                  <a:lnTo>
                    <a:pt x="50" y="1027"/>
                  </a:lnTo>
                  <a:lnTo>
                    <a:pt x="30" y="970"/>
                  </a:lnTo>
                  <a:lnTo>
                    <a:pt x="15" y="910"/>
                  </a:lnTo>
                  <a:lnTo>
                    <a:pt x="5" y="849"/>
                  </a:lnTo>
                  <a:lnTo>
                    <a:pt x="0" y="787"/>
                  </a:lnTo>
                  <a:lnTo>
                    <a:pt x="0" y="726"/>
                  </a:lnTo>
                  <a:lnTo>
                    <a:pt x="5" y="665"/>
                  </a:lnTo>
                  <a:lnTo>
                    <a:pt x="15" y="604"/>
                  </a:lnTo>
                  <a:lnTo>
                    <a:pt x="30" y="545"/>
                  </a:lnTo>
                  <a:lnTo>
                    <a:pt x="50" y="487"/>
                  </a:lnTo>
                  <a:lnTo>
                    <a:pt x="74" y="429"/>
                  </a:lnTo>
                  <a:lnTo>
                    <a:pt x="104" y="374"/>
                  </a:lnTo>
                  <a:lnTo>
                    <a:pt x="139" y="321"/>
                  </a:lnTo>
                  <a:lnTo>
                    <a:pt x="179" y="270"/>
                  </a:lnTo>
                  <a:lnTo>
                    <a:pt x="223" y="222"/>
                  </a:lnTo>
                  <a:lnTo>
                    <a:pt x="271" y="177"/>
                  </a:lnTo>
                  <a:lnTo>
                    <a:pt x="323" y="138"/>
                  </a:lnTo>
                  <a:lnTo>
                    <a:pt x="377" y="104"/>
                  </a:lnTo>
                  <a:lnTo>
                    <a:pt x="433" y="74"/>
                  </a:lnTo>
                  <a:lnTo>
                    <a:pt x="491" y="49"/>
                  </a:lnTo>
                  <a:lnTo>
                    <a:pt x="550" y="30"/>
                  </a:lnTo>
                  <a:lnTo>
                    <a:pt x="611" y="16"/>
                  </a:lnTo>
                  <a:lnTo>
                    <a:pt x="672" y="6"/>
                  </a:lnTo>
                  <a:lnTo>
                    <a:pt x="734" y="0"/>
                  </a:lnTo>
                  <a:lnTo>
                    <a:pt x="796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anchor="t" anchorCtr="0" bIns="45720" compatLnSpc="1" lIns="91440" numCol="1" rIns="91440" tIns="45720" vert="horz" wrap="square"/>
            <a:p>
              <a:endParaRPr lang="en-US">
                <a:ea typeface="Calibri" panose="020F0502020204030204" charset="0"/>
                <a:cs typeface="Calibri" panose="020F0502020204030204" charset="0"/>
              </a:endParaRPr>
            </a:p>
          </p:txBody>
        </p:sp>
        <p:sp>
          <p:nvSpPr>
            <p:cNvPr id="1048595" name="Freeform 591"/>
            <p:cNvSpPr/>
            <p:nvPr/>
          </p:nvSpPr>
          <p:spPr bwMode="auto">
            <a:xfrm>
              <a:off x="1204913" y="-1346200"/>
              <a:ext cx="374650" cy="474663"/>
            </a:xfrm>
            <a:custGeom>
              <a:avLst/>
              <a:gdLst>
                <a:gd name="T0" fmla="*/ 503 w 1655"/>
                <a:gd name="T1" fmla="*/ 30 h 2089"/>
                <a:gd name="T2" fmla="*/ 679 w 1655"/>
                <a:gd name="T3" fmla="*/ 255 h 2089"/>
                <a:gd name="T4" fmla="*/ 922 w 1655"/>
                <a:gd name="T5" fmla="*/ 543 h 2089"/>
                <a:gd name="T6" fmla="*/ 1053 w 1655"/>
                <a:gd name="T7" fmla="*/ 442 h 2089"/>
                <a:gd name="T8" fmla="*/ 1370 w 1655"/>
                <a:gd name="T9" fmla="*/ 402 h 2089"/>
                <a:gd name="T10" fmla="*/ 1470 w 1655"/>
                <a:gd name="T11" fmla="*/ 566 h 2089"/>
                <a:gd name="T12" fmla="*/ 1548 w 1655"/>
                <a:gd name="T13" fmla="*/ 743 h 2089"/>
                <a:gd name="T14" fmla="*/ 1606 w 1655"/>
                <a:gd name="T15" fmla="*/ 929 h 2089"/>
                <a:gd name="T16" fmla="*/ 1643 w 1655"/>
                <a:gd name="T17" fmla="*/ 1125 h 2089"/>
                <a:gd name="T18" fmla="*/ 1655 w 1655"/>
                <a:gd name="T19" fmla="*/ 1326 h 2089"/>
                <a:gd name="T20" fmla="*/ 1643 w 1655"/>
                <a:gd name="T21" fmla="*/ 1530 h 2089"/>
                <a:gd name="T22" fmla="*/ 1605 w 1655"/>
                <a:gd name="T23" fmla="*/ 1725 h 2089"/>
                <a:gd name="T24" fmla="*/ 1546 w 1655"/>
                <a:gd name="T25" fmla="*/ 1913 h 2089"/>
                <a:gd name="T26" fmla="*/ 1466 w 1655"/>
                <a:gd name="T27" fmla="*/ 2089 h 2089"/>
                <a:gd name="T28" fmla="*/ 1480 w 1655"/>
                <a:gd name="T29" fmla="*/ 1951 h 2089"/>
                <a:gd name="T30" fmla="*/ 1471 w 1655"/>
                <a:gd name="T31" fmla="*/ 1814 h 2089"/>
                <a:gd name="T32" fmla="*/ 1440 w 1655"/>
                <a:gd name="T33" fmla="*/ 1680 h 2089"/>
                <a:gd name="T34" fmla="*/ 1389 w 1655"/>
                <a:gd name="T35" fmla="*/ 1552 h 2089"/>
                <a:gd name="T36" fmla="*/ 1318 w 1655"/>
                <a:gd name="T37" fmla="*/ 1433 h 2089"/>
                <a:gd name="T38" fmla="*/ 1225 w 1655"/>
                <a:gd name="T39" fmla="*/ 1325 h 2089"/>
                <a:gd name="T40" fmla="*/ 1120 w 1655"/>
                <a:gd name="T41" fmla="*/ 1237 h 2089"/>
                <a:gd name="T42" fmla="*/ 1004 w 1655"/>
                <a:gd name="T43" fmla="*/ 1166 h 2089"/>
                <a:gd name="T44" fmla="*/ 878 w 1655"/>
                <a:gd name="T45" fmla="*/ 1115 h 2089"/>
                <a:gd name="T46" fmla="*/ 746 w 1655"/>
                <a:gd name="T47" fmla="*/ 1083 h 2089"/>
                <a:gd name="T48" fmla="*/ 607 w 1655"/>
                <a:gd name="T49" fmla="*/ 1072 h 2089"/>
                <a:gd name="T50" fmla="*/ 456 w 1655"/>
                <a:gd name="T51" fmla="*/ 1085 h 2089"/>
                <a:gd name="T52" fmla="*/ 311 w 1655"/>
                <a:gd name="T53" fmla="*/ 1123 h 2089"/>
                <a:gd name="T54" fmla="*/ 175 w 1655"/>
                <a:gd name="T55" fmla="*/ 1186 h 2089"/>
                <a:gd name="T56" fmla="*/ 648 w 1655"/>
                <a:gd name="T57" fmla="*/ 815 h 2089"/>
                <a:gd name="T58" fmla="*/ 824 w 1655"/>
                <a:gd name="T59" fmla="*/ 757 h 2089"/>
                <a:gd name="T60" fmla="*/ 549 w 1655"/>
                <a:gd name="T61" fmla="*/ 408 h 2089"/>
                <a:gd name="T62" fmla="*/ 370 w 1655"/>
                <a:gd name="T63" fmla="*/ 368 h 2089"/>
                <a:gd name="T64" fmla="*/ 192 w 1655"/>
                <a:gd name="T65" fmla="*/ 521 h 2089"/>
                <a:gd name="T66" fmla="*/ 0 w 1655"/>
                <a:gd name="T67" fmla="*/ 377 h 2089"/>
                <a:gd name="T68" fmla="*/ 182 w 1655"/>
                <a:gd name="T69" fmla="*/ 152 h 2089"/>
                <a:gd name="T70" fmla="*/ 315 w 1655"/>
                <a:gd name="T71" fmla="*/ 290 h 2089"/>
                <a:gd name="T72" fmla="*/ 488 w 1655"/>
                <a:gd name="T73" fmla="*/ 353 h 2089"/>
                <a:gd name="T74" fmla="*/ 497 w 1655"/>
                <a:gd name="T75" fmla="*/ 221 h 2089"/>
                <a:gd name="T76" fmla="*/ 346 w 1655"/>
                <a:gd name="T77" fmla="*/ 0 h 20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655" h="2089">
                  <a:moveTo>
                    <a:pt x="346" y="0"/>
                  </a:moveTo>
                  <a:lnTo>
                    <a:pt x="503" y="30"/>
                  </a:lnTo>
                  <a:lnTo>
                    <a:pt x="638" y="150"/>
                  </a:lnTo>
                  <a:lnTo>
                    <a:pt x="679" y="255"/>
                  </a:lnTo>
                  <a:lnTo>
                    <a:pt x="709" y="354"/>
                  </a:lnTo>
                  <a:lnTo>
                    <a:pt x="922" y="543"/>
                  </a:lnTo>
                  <a:lnTo>
                    <a:pt x="977" y="561"/>
                  </a:lnTo>
                  <a:lnTo>
                    <a:pt x="1053" y="442"/>
                  </a:lnTo>
                  <a:lnTo>
                    <a:pt x="1321" y="418"/>
                  </a:lnTo>
                  <a:lnTo>
                    <a:pt x="1370" y="402"/>
                  </a:lnTo>
                  <a:lnTo>
                    <a:pt x="1422" y="482"/>
                  </a:lnTo>
                  <a:lnTo>
                    <a:pt x="1470" y="566"/>
                  </a:lnTo>
                  <a:lnTo>
                    <a:pt x="1511" y="654"/>
                  </a:lnTo>
                  <a:lnTo>
                    <a:pt x="1548" y="743"/>
                  </a:lnTo>
                  <a:lnTo>
                    <a:pt x="1580" y="835"/>
                  </a:lnTo>
                  <a:lnTo>
                    <a:pt x="1606" y="929"/>
                  </a:lnTo>
                  <a:lnTo>
                    <a:pt x="1627" y="1025"/>
                  </a:lnTo>
                  <a:lnTo>
                    <a:pt x="1643" y="1125"/>
                  </a:lnTo>
                  <a:lnTo>
                    <a:pt x="1651" y="1225"/>
                  </a:lnTo>
                  <a:lnTo>
                    <a:pt x="1655" y="1326"/>
                  </a:lnTo>
                  <a:lnTo>
                    <a:pt x="1651" y="1429"/>
                  </a:lnTo>
                  <a:lnTo>
                    <a:pt x="1643" y="1530"/>
                  </a:lnTo>
                  <a:lnTo>
                    <a:pt x="1627" y="1628"/>
                  </a:lnTo>
                  <a:lnTo>
                    <a:pt x="1605" y="1725"/>
                  </a:lnTo>
                  <a:lnTo>
                    <a:pt x="1579" y="1820"/>
                  </a:lnTo>
                  <a:lnTo>
                    <a:pt x="1546" y="1913"/>
                  </a:lnTo>
                  <a:lnTo>
                    <a:pt x="1508" y="2002"/>
                  </a:lnTo>
                  <a:lnTo>
                    <a:pt x="1466" y="2089"/>
                  </a:lnTo>
                  <a:lnTo>
                    <a:pt x="1475" y="2021"/>
                  </a:lnTo>
                  <a:lnTo>
                    <a:pt x="1480" y="1951"/>
                  </a:lnTo>
                  <a:lnTo>
                    <a:pt x="1477" y="1882"/>
                  </a:lnTo>
                  <a:lnTo>
                    <a:pt x="1471" y="1814"/>
                  </a:lnTo>
                  <a:lnTo>
                    <a:pt x="1457" y="1746"/>
                  </a:lnTo>
                  <a:lnTo>
                    <a:pt x="1440" y="1680"/>
                  </a:lnTo>
                  <a:lnTo>
                    <a:pt x="1418" y="1615"/>
                  </a:lnTo>
                  <a:lnTo>
                    <a:pt x="1389" y="1552"/>
                  </a:lnTo>
                  <a:lnTo>
                    <a:pt x="1356" y="1491"/>
                  </a:lnTo>
                  <a:lnTo>
                    <a:pt x="1318" y="1433"/>
                  </a:lnTo>
                  <a:lnTo>
                    <a:pt x="1274" y="1378"/>
                  </a:lnTo>
                  <a:lnTo>
                    <a:pt x="1225" y="1325"/>
                  </a:lnTo>
                  <a:lnTo>
                    <a:pt x="1174" y="1279"/>
                  </a:lnTo>
                  <a:lnTo>
                    <a:pt x="1120" y="1237"/>
                  </a:lnTo>
                  <a:lnTo>
                    <a:pt x="1063" y="1199"/>
                  </a:lnTo>
                  <a:lnTo>
                    <a:pt x="1004" y="1166"/>
                  </a:lnTo>
                  <a:lnTo>
                    <a:pt x="942" y="1138"/>
                  </a:lnTo>
                  <a:lnTo>
                    <a:pt x="878" y="1115"/>
                  </a:lnTo>
                  <a:lnTo>
                    <a:pt x="813" y="1096"/>
                  </a:lnTo>
                  <a:lnTo>
                    <a:pt x="746" y="1083"/>
                  </a:lnTo>
                  <a:lnTo>
                    <a:pt x="676" y="1076"/>
                  </a:lnTo>
                  <a:lnTo>
                    <a:pt x="607" y="1072"/>
                  </a:lnTo>
                  <a:lnTo>
                    <a:pt x="531" y="1076"/>
                  </a:lnTo>
                  <a:lnTo>
                    <a:pt x="456" y="1085"/>
                  </a:lnTo>
                  <a:lnTo>
                    <a:pt x="382" y="1102"/>
                  </a:lnTo>
                  <a:lnTo>
                    <a:pt x="311" y="1123"/>
                  </a:lnTo>
                  <a:lnTo>
                    <a:pt x="241" y="1152"/>
                  </a:lnTo>
                  <a:lnTo>
                    <a:pt x="175" y="1186"/>
                  </a:lnTo>
                  <a:lnTo>
                    <a:pt x="370" y="954"/>
                  </a:lnTo>
                  <a:lnTo>
                    <a:pt x="648" y="815"/>
                  </a:lnTo>
                  <a:lnTo>
                    <a:pt x="810" y="836"/>
                  </a:lnTo>
                  <a:lnTo>
                    <a:pt x="824" y="757"/>
                  </a:lnTo>
                  <a:lnTo>
                    <a:pt x="625" y="558"/>
                  </a:lnTo>
                  <a:lnTo>
                    <a:pt x="549" y="408"/>
                  </a:lnTo>
                  <a:lnTo>
                    <a:pt x="438" y="408"/>
                  </a:lnTo>
                  <a:lnTo>
                    <a:pt x="370" y="368"/>
                  </a:lnTo>
                  <a:lnTo>
                    <a:pt x="223" y="346"/>
                  </a:lnTo>
                  <a:lnTo>
                    <a:pt x="192" y="521"/>
                  </a:lnTo>
                  <a:lnTo>
                    <a:pt x="13" y="486"/>
                  </a:lnTo>
                  <a:lnTo>
                    <a:pt x="0" y="377"/>
                  </a:lnTo>
                  <a:lnTo>
                    <a:pt x="137" y="346"/>
                  </a:lnTo>
                  <a:lnTo>
                    <a:pt x="182" y="152"/>
                  </a:lnTo>
                  <a:lnTo>
                    <a:pt x="318" y="208"/>
                  </a:lnTo>
                  <a:lnTo>
                    <a:pt x="315" y="290"/>
                  </a:lnTo>
                  <a:lnTo>
                    <a:pt x="419" y="333"/>
                  </a:lnTo>
                  <a:lnTo>
                    <a:pt x="488" y="353"/>
                  </a:lnTo>
                  <a:lnTo>
                    <a:pt x="573" y="309"/>
                  </a:lnTo>
                  <a:lnTo>
                    <a:pt x="497" y="221"/>
                  </a:lnTo>
                  <a:lnTo>
                    <a:pt x="343" y="71"/>
                  </a:lnTo>
                  <a:lnTo>
                    <a:pt x="346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anchor="t" anchorCtr="0" bIns="45720" compatLnSpc="1" lIns="91440" numCol="1" rIns="91440" tIns="45720" vert="horz" wrap="square"/>
            <a:p>
              <a:endParaRPr lang="en-US">
                <a:ea typeface="Calibri" panose="020F0502020204030204" charset="0"/>
                <a:cs typeface="Calibri" panose="020F0502020204030204" charset="0"/>
              </a:endParaRPr>
            </a:p>
          </p:txBody>
        </p:sp>
        <p:sp>
          <p:nvSpPr>
            <p:cNvPr id="1048596" name="Freeform 592"/>
            <p:cNvSpPr/>
            <p:nvPr/>
          </p:nvSpPr>
          <p:spPr bwMode="auto">
            <a:xfrm>
              <a:off x="1160463" y="-1065213"/>
              <a:ext cx="52388" cy="44450"/>
            </a:xfrm>
            <a:custGeom>
              <a:avLst/>
              <a:gdLst>
                <a:gd name="T0" fmla="*/ 130 w 229"/>
                <a:gd name="T1" fmla="*/ 0 h 197"/>
                <a:gd name="T2" fmla="*/ 229 w 229"/>
                <a:gd name="T3" fmla="*/ 45 h 197"/>
                <a:gd name="T4" fmla="*/ 205 w 229"/>
                <a:gd name="T5" fmla="*/ 66 h 197"/>
                <a:gd name="T6" fmla="*/ 182 w 229"/>
                <a:gd name="T7" fmla="*/ 89 h 197"/>
                <a:gd name="T8" fmla="*/ 162 w 229"/>
                <a:gd name="T9" fmla="*/ 109 h 197"/>
                <a:gd name="T10" fmla="*/ 143 w 229"/>
                <a:gd name="T11" fmla="*/ 131 h 197"/>
                <a:gd name="T12" fmla="*/ 89 w 229"/>
                <a:gd name="T13" fmla="*/ 132 h 197"/>
                <a:gd name="T14" fmla="*/ 32 w 229"/>
                <a:gd name="T15" fmla="*/ 197 h 197"/>
                <a:gd name="T16" fmla="*/ 0 w 229"/>
                <a:gd name="T17" fmla="*/ 61 h 197"/>
                <a:gd name="T18" fmla="*/ 130 w 229"/>
                <a:gd name="T19" fmla="*/ 0 h 1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9" h="197">
                  <a:moveTo>
                    <a:pt x="130" y="0"/>
                  </a:moveTo>
                  <a:lnTo>
                    <a:pt x="229" y="45"/>
                  </a:lnTo>
                  <a:lnTo>
                    <a:pt x="205" y="66"/>
                  </a:lnTo>
                  <a:lnTo>
                    <a:pt x="182" y="89"/>
                  </a:lnTo>
                  <a:lnTo>
                    <a:pt x="162" y="109"/>
                  </a:lnTo>
                  <a:lnTo>
                    <a:pt x="143" y="131"/>
                  </a:lnTo>
                  <a:lnTo>
                    <a:pt x="89" y="132"/>
                  </a:lnTo>
                  <a:lnTo>
                    <a:pt x="32" y="197"/>
                  </a:lnTo>
                  <a:lnTo>
                    <a:pt x="0" y="61"/>
                  </a:lnTo>
                  <a:lnTo>
                    <a:pt x="13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anchor="t" anchorCtr="0" bIns="45720" compatLnSpc="1" lIns="91440" numCol="1" rIns="91440" tIns="45720" vert="horz" wrap="square"/>
            <a:p>
              <a:endParaRPr lang="en-US">
                <a:ea typeface="Calibri" panose="020F0502020204030204" charset="0"/>
                <a:cs typeface="Calibri" panose="020F0502020204030204" charset="0"/>
              </a:endParaRPr>
            </a:p>
          </p:txBody>
        </p:sp>
        <p:sp>
          <p:nvSpPr>
            <p:cNvPr id="1048597" name="Freeform 593"/>
            <p:cNvSpPr/>
            <p:nvPr/>
          </p:nvSpPr>
          <p:spPr bwMode="auto">
            <a:xfrm>
              <a:off x="1289050" y="-714375"/>
              <a:ext cx="92075" cy="34925"/>
            </a:xfrm>
            <a:custGeom>
              <a:avLst/>
              <a:gdLst>
                <a:gd name="T0" fmla="*/ 404 w 404"/>
                <a:gd name="T1" fmla="*/ 0 h 154"/>
                <a:gd name="T2" fmla="*/ 327 w 404"/>
                <a:gd name="T3" fmla="*/ 38 h 154"/>
                <a:gd name="T4" fmla="*/ 249 w 404"/>
                <a:gd name="T5" fmla="*/ 73 h 154"/>
                <a:gd name="T6" fmla="*/ 168 w 404"/>
                <a:gd name="T7" fmla="*/ 105 h 154"/>
                <a:gd name="T8" fmla="*/ 85 w 404"/>
                <a:gd name="T9" fmla="*/ 131 h 154"/>
                <a:gd name="T10" fmla="*/ 0 w 404"/>
                <a:gd name="T11" fmla="*/ 154 h 154"/>
                <a:gd name="T12" fmla="*/ 31 w 404"/>
                <a:gd name="T13" fmla="*/ 44 h 154"/>
                <a:gd name="T14" fmla="*/ 92 w 404"/>
                <a:gd name="T15" fmla="*/ 5 h 154"/>
                <a:gd name="T16" fmla="*/ 163 w 404"/>
                <a:gd name="T17" fmla="*/ 13 h 154"/>
                <a:gd name="T18" fmla="*/ 236 w 404"/>
                <a:gd name="T19" fmla="*/ 17 h 154"/>
                <a:gd name="T20" fmla="*/ 292 w 404"/>
                <a:gd name="T21" fmla="*/ 14 h 154"/>
                <a:gd name="T22" fmla="*/ 348 w 404"/>
                <a:gd name="T23" fmla="*/ 9 h 154"/>
                <a:gd name="T24" fmla="*/ 404 w 404"/>
                <a:gd name="T25" fmla="*/ 0 h 1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4" h="154">
                  <a:moveTo>
                    <a:pt x="404" y="0"/>
                  </a:moveTo>
                  <a:lnTo>
                    <a:pt x="327" y="38"/>
                  </a:lnTo>
                  <a:lnTo>
                    <a:pt x="249" y="73"/>
                  </a:lnTo>
                  <a:lnTo>
                    <a:pt x="168" y="105"/>
                  </a:lnTo>
                  <a:lnTo>
                    <a:pt x="85" y="131"/>
                  </a:lnTo>
                  <a:lnTo>
                    <a:pt x="0" y="154"/>
                  </a:lnTo>
                  <a:lnTo>
                    <a:pt x="31" y="44"/>
                  </a:lnTo>
                  <a:lnTo>
                    <a:pt x="92" y="5"/>
                  </a:lnTo>
                  <a:lnTo>
                    <a:pt x="163" y="13"/>
                  </a:lnTo>
                  <a:lnTo>
                    <a:pt x="236" y="17"/>
                  </a:lnTo>
                  <a:lnTo>
                    <a:pt x="292" y="14"/>
                  </a:lnTo>
                  <a:lnTo>
                    <a:pt x="348" y="9"/>
                  </a:lnTo>
                  <a:lnTo>
                    <a:pt x="40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anchor="t" anchorCtr="0" bIns="45720" compatLnSpc="1" lIns="91440" numCol="1" rIns="91440" tIns="45720" vert="horz" wrap="square"/>
            <a:p>
              <a:endParaRPr lang="en-US">
                <a:ea typeface="Calibri" panose="020F0502020204030204" charset="0"/>
                <a:cs typeface="Calibri" panose="020F0502020204030204" charset="0"/>
              </a:endParaRPr>
            </a:p>
          </p:txBody>
        </p:sp>
        <p:sp>
          <p:nvSpPr>
            <p:cNvPr id="1048598" name="Freeform 594"/>
            <p:cNvSpPr/>
            <p:nvPr/>
          </p:nvSpPr>
          <p:spPr bwMode="auto">
            <a:xfrm>
              <a:off x="819150" y="-1241425"/>
              <a:ext cx="428625" cy="573088"/>
            </a:xfrm>
            <a:custGeom>
              <a:avLst/>
              <a:gdLst>
                <a:gd name="T0" fmla="*/ 230 w 1890"/>
                <a:gd name="T1" fmla="*/ 95 h 2526"/>
                <a:gd name="T2" fmla="*/ 513 w 1890"/>
                <a:gd name="T3" fmla="*/ 157 h 2526"/>
                <a:gd name="T4" fmla="*/ 969 w 1890"/>
                <a:gd name="T5" fmla="*/ 390 h 2526"/>
                <a:gd name="T6" fmla="*/ 1211 w 1890"/>
                <a:gd name="T7" fmla="*/ 979 h 2526"/>
                <a:gd name="T8" fmla="*/ 1251 w 1890"/>
                <a:gd name="T9" fmla="*/ 864 h 2526"/>
                <a:gd name="T10" fmla="*/ 1524 w 1890"/>
                <a:gd name="T11" fmla="*/ 1097 h 2526"/>
                <a:gd name="T12" fmla="*/ 1475 w 1890"/>
                <a:gd name="T13" fmla="*/ 1216 h 2526"/>
                <a:gd name="T14" fmla="*/ 1444 w 1890"/>
                <a:gd name="T15" fmla="*/ 1344 h 2526"/>
                <a:gd name="T16" fmla="*/ 1434 w 1890"/>
                <a:gd name="T17" fmla="*/ 1476 h 2526"/>
                <a:gd name="T18" fmla="*/ 1445 w 1890"/>
                <a:gd name="T19" fmla="*/ 1613 h 2526"/>
                <a:gd name="T20" fmla="*/ 1477 w 1890"/>
                <a:gd name="T21" fmla="*/ 1745 h 2526"/>
                <a:gd name="T22" fmla="*/ 1529 w 1890"/>
                <a:gd name="T23" fmla="*/ 1870 h 2526"/>
                <a:gd name="T24" fmla="*/ 1601 w 1890"/>
                <a:gd name="T25" fmla="*/ 1984 h 2526"/>
                <a:gd name="T26" fmla="*/ 1691 w 1890"/>
                <a:gd name="T27" fmla="*/ 2089 h 2526"/>
                <a:gd name="T28" fmla="*/ 1786 w 1890"/>
                <a:gd name="T29" fmla="*/ 2170 h 2526"/>
                <a:gd name="T30" fmla="*/ 1890 w 1890"/>
                <a:gd name="T31" fmla="*/ 2236 h 2526"/>
                <a:gd name="T32" fmla="*/ 1880 w 1890"/>
                <a:gd name="T33" fmla="*/ 2274 h 2526"/>
                <a:gd name="T34" fmla="*/ 1874 w 1890"/>
                <a:gd name="T35" fmla="*/ 2300 h 2526"/>
                <a:gd name="T36" fmla="*/ 1872 w 1890"/>
                <a:gd name="T37" fmla="*/ 2310 h 2526"/>
                <a:gd name="T38" fmla="*/ 1820 w 1890"/>
                <a:gd name="T39" fmla="*/ 2519 h 2526"/>
                <a:gd name="T40" fmla="*/ 1679 w 1890"/>
                <a:gd name="T41" fmla="*/ 2526 h 2526"/>
                <a:gd name="T42" fmla="*/ 1468 w 1890"/>
                <a:gd name="T43" fmla="*/ 2513 h 2526"/>
                <a:gd name="T44" fmla="*/ 1266 w 1890"/>
                <a:gd name="T45" fmla="*/ 2475 h 2526"/>
                <a:gd name="T46" fmla="*/ 1072 w 1890"/>
                <a:gd name="T47" fmla="*/ 2414 h 2526"/>
                <a:gd name="T48" fmla="*/ 889 w 1890"/>
                <a:gd name="T49" fmla="*/ 2331 h 2526"/>
                <a:gd name="T50" fmla="*/ 719 w 1890"/>
                <a:gd name="T51" fmla="*/ 2228 h 2526"/>
                <a:gd name="T52" fmla="*/ 564 w 1890"/>
                <a:gd name="T53" fmla="*/ 2106 h 2526"/>
                <a:gd name="T54" fmla="*/ 424 w 1890"/>
                <a:gd name="T55" fmla="*/ 1968 h 2526"/>
                <a:gd name="T56" fmla="*/ 301 w 1890"/>
                <a:gd name="T57" fmla="*/ 1814 h 2526"/>
                <a:gd name="T58" fmla="*/ 197 w 1890"/>
                <a:gd name="T59" fmla="*/ 1645 h 2526"/>
                <a:gd name="T60" fmla="*/ 113 w 1890"/>
                <a:gd name="T61" fmla="*/ 1465 h 2526"/>
                <a:gd name="T62" fmla="*/ 52 w 1890"/>
                <a:gd name="T63" fmla="*/ 1273 h 2526"/>
                <a:gd name="T64" fmla="*/ 13 w 1890"/>
                <a:gd name="T65" fmla="*/ 1073 h 2526"/>
                <a:gd name="T66" fmla="*/ 0 w 1890"/>
                <a:gd name="T67" fmla="*/ 864 h 2526"/>
                <a:gd name="T68" fmla="*/ 12 w 1890"/>
                <a:gd name="T69" fmla="*/ 664 h 2526"/>
                <a:gd name="T70" fmla="*/ 48 w 1890"/>
                <a:gd name="T71" fmla="*/ 471 h 2526"/>
                <a:gd name="T72" fmla="*/ 106 w 1890"/>
                <a:gd name="T73" fmla="*/ 285 h 2526"/>
                <a:gd name="T74" fmla="*/ 184 w 1890"/>
                <a:gd name="T75" fmla="*/ 111 h 2526"/>
                <a:gd name="T76" fmla="*/ 351 w 1890"/>
                <a:gd name="T77" fmla="*/ 0 h 25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890" h="2526">
                  <a:moveTo>
                    <a:pt x="351" y="0"/>
                  </a:moveTo>
                  <a:lnTo>
                    <a:pt x="230" y="95"/>
                  </a:lnTo>
                  <a:lnTo>
                    <a:pt x="325" y="157"/>
                  </a:lnTo>
                  <a:lnTo>
                    <a:pt x="513" y="157"/>
                  </a:lnTo>
                  <a:lnTo>
                    <a:pt x="794" y="107"/>
                  </a:lnTo>
                  <a:lnTo>
                    <a:pt x="969" y="390"/>
                  </a:lnTo>
                  <a:lnTo>
                    <a:pt x="969" y="656"/>
                  </a:lnTo>
                  <a:lnTo>
                    <a:pt x="1211" y="979"/>
                  </a:lnTo>
                  <a:lnTo>
                    <a:pt x="1251" y="979"/>
                  </a:lnTo>
                  <a:lnTo>
                    <a:pt x="1251" y="864"/>
                  </a:lnTo>
                  <a:lnTo>
                    <a:pt x="1344" y="1056"/>
                  </a:lnTo>
                  <a:lnTo>
                    <a:pt x="1524" y="1097"/>
                  </a:lnTo>
                  <a:lnTo>
                    <a:pt x="1497" y="1155"/>
                  </a:lnTo>
                  <a:lnTo>
                    <a:pt x="1475" y="1216"/>
                  </a:lnTo>
                  <a:lnTo>
                    <a:pt x="1457" y="1280"/>
                  </a:lnTo>
                  <a:lnTo>
                    <a:pt x="1444" y="1344"/>
                  </a:lnTo>
                  <a:lnTo>
                    <a:pt x="1436" y="1409"/>
                  </a:lnTo>
                  <a:lnTo>
                    <a:pt x="1434" y="1476"/>
                  </a:lnTo>
                  <a:lnTo>
                    <a:pt x="1436" y="1546"/>
                  </a:lnTo>
                  <a:lnTo>
                    <a:pt x="1445" y="1613"/>
                  </a:lnTo>
                  <a:lnTo>
                    <a:pt x="1459" y="1680"/>
                  </a:lnTo>
                  <a:lnTo>
                    <a:pt x="1477" y="1745"/>
                  </a:lnTo>
                  <a:lnTo>
                    <a:pt x="1500" y="1807"/>
                  </a:lnTo>
                  <a:lnTo>
                    <a:pt x="1529" y="1870"/>
                  </a:lnTo>
                  <a:lnTo>
                    <a:pt x="1562" y="1928"/>
                  </a:lnTo>
                  <a:lnTo>
                    <a:pt x="1601" y="1984"/>
                  </a:lnTo>
                  <a:lnTo>
                    <a:pt x="1644" y="2037"/>
                  </a:lnTo>
                  <a:lnTo>
                    <a:pt x="1691" y="2089"/>
                  </a:lnTo>
                  <a:lnTo>
                    <a:pt x="1737" y="2131"/>
                  </a:lnTo>
                  <a:lnTo>
                    <a:pt x="1786" y="2170"/>
                  </a:lnTo>
                  <a:lnTo>
                    <a:pt x="1837" y="2205"/>
                  </a:lnTo>
                  <a:lnTo>
                    <a:pt x="1890" y="2236"/>
                  </a:lnTo>
                  <a:lnTo>
                    <a:pt x="1885" y="2257"/>
                  </a:lnTo>
                  <a:lnTo>
                    <a:pt x="1880" y="2274"/>
                  </a:lnTo>
                  <a:lnTo>
                    <a:pt x="1877" y="2289"/>
                  </a:lnTo>
                  <a:lnTo>
                    <a:pt x="1874" y="2300"/>
                  </a:lnTo>
                  <a:lnTo>
                    <a:pt x="1872" y="2308"/>
                  </a:lnTo>
                  <a:lnTo>
                    <a:pt x="1872" y="2310"/>
                  </a:lnTo>
                  <a:lnTo>
                    <a:pt x="1889" y="2512"/>
                  </a:lnTo>
                  <a:lnTo>
                    <a:pt x="1820" y="2519"/>
                  </a:lnTo>
                  <a:lnTo>
                    <a:pt x="1749" y="2524"/>
                  </a:lnTo>
                  <a:lnTo>
                    <a:pt x="1679" y="2526"/>
                  </a:lnTo>
                  <a:lnTo>
                    <a:pt x="1572" y="2523"/>
                  </a:lnTo>
                  <a:lnTo>
                    <a:pt x="1468" y="2513"/>
                  </a:lnTo>
                  <a:lnTo>
                    <a:pt x="1366" y="2496"/>
                  </a:lnTo>
                  <a:lnTo>
                    <a:pt x="1266" y="2475"/>
                  </a:lnTo>
                  <a:lnTo>
                    <a:pt x="1168" y="2447"/>
                  </a:lnTo>
                  <a:lnTo>
                    <a:pt x="1072" y="2414"/>
                  </a:lnTo>
                  <a:lnTo>
                    <a:pt x="979" y="2375"/>
                  </a:lnTo>
                  <a:lnTo>
                    <a:pt x="889" y="2331"/>
                  </a:lnTo>
                  <a:lnTo>
                    <a:pt x="803" y="2282"/>
                  </a:lnTo>
                  <a:lnTo>
                    <a:pt x="719" y="2228"/>
                  </a:lnTo>
                  <a:lnTo>
                    <a:pt x="640" y="2169"/>
                  </a:lnTo>
                  <a:lnTo>
                    <a:pt x="564" y="2106"/>
                  </a:lnTo>
                  <a:lnTo>
                    <a:pt x="491" y="2040"/>
                  </a:lnTo>
                  <a:lnTo>
                    <a:pt x="424" y="1968"/>
                  </a:lnTo>
                  <a:lnTo>
                    <a:pt x="360" y="1892"/>
                  </a:lnTo>
                  <a:lnTo>
                    <a:pt x="301" y="1814"/>
                  </a:lnTo>
                  <a:lnTo>
                    <a:pt x="247" y="1731"/>
                  </a:lnTo>
                  <a:lnTo>
                    <a:pt x="197" y="1645"/>
                  </a:lnTo>
                  <a:lnTo>
                    <a:pt x="152" y="1557"/>
                  </a:lnTo>
                  <a:lnTo>
                    <a:pt x="113" y="1465"/>
                  </a:lnTo>
                  <a:lnTo>
                    <a:pt x="79" y="1370"/>
                  </a:lnTo>
                  <a:lnTo>
                    <a:pt x="52" y="1273"/>
                  </a:lnTo>
                  <a:lnTo>
                    <a:pt x="30" y="1174"/>
                  </a:lnTo>
                  <a:lnTo>
                    <a:pt x="13" y="1073"/>
                  </a:lnTo>
                  <a:lnTo>
                    <a:pt x="3" y="970"/>
                  </a:lnTo>
                  <a:lnTo>
                    <a:pt x="0" y="864"/>
                  </a:lnTo>
                  <a:lnTo>
                    <a:pt x="3" y="763"/>
                  </a:lnTo>
                  <a:lnTo>
                    <a:pt x="12" y="664"/>
                  </a:lnTo>
                  <a:lnTo>
                    <a:pt x="27" y="567"/>
                  </a:lnTo>
                  <a:lnTo>
                    <a:pt x="48" y="471"/>
                  </a:lnTo>
                  <a:lnTo>
                    <a:pt x="75" y="377"/>
                  </a:lnTo>
                  <a:lnTo>
                    <a:pt x="106" y="285"/>
                  </a:lnTo>
                  <a:lnTo>
                    <a:pt x="143" y="197"/>
                  </a:lnTo>
                  <a:lnTo>
                    <a:pt x="184" y="111"/>
                  </a:lnTo>
                  <a:lnTo>
                    <a:pt x="230" y="27"/>
                  </a:lnTo>
                  <a:lnTo>
                    <a:pt x="35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anchor="t" anchorCtr="0" bIns="45720" compatLnSpc="1" lIns="91440" numCol="1" rIns="91440" tIns="45720" vert="horz" wrap="square"/>
            <a:p>
              <a:endParaRPr lang="en-US">
                <a:ea typeface="Calibri" panose="020F0502020204030204" charset="0"/>
                <a:cs typeface="Calibri" panose="020F0502020204030204" charset="0"/>
              </a:endParaRPr>
            </a:p>
          </p:txBody>
        </p:sp>
        <p:sp>
          <p:nvSpPr>
            <p:cNvPr id="1048599" name="Freeform 595"/>
            <p:cNvSpPr>
              <a:spLocks noEditPoints="1"/>
            </p:cNvSpPr>
            <p:nvPr/>
          </p:nvSpPr>
          <p:spPr bwMode="auto">
            <a:xfrm>
              <a:off x="906463" y="-1422400"/>
              <a:ext cx="455613" cy="138113"/>
            </a:xfrm>
            <a:custGeom>
              <a:avLst/>
              <a:gdLst>
                <a:gd name="T0" fmla="*/ 857 w 2009"/>
                <a:gd name="T1" fmla="*/ 178 h 604"/>
                <a:gd name="T2" fmla="*/ 854 w 2009"/>
                <a:gd name="T3" fmla="*/ 185 h 604"/>
                <a:gd name="T4" fmla="*/ 848 w 2009"/>
                <a:gd name="T5" fmla="*/ 194 h 604"/>
                <a:gd name="T6" fmla="*/ 837 w 2009"/>
                <a:gd name="T7" fmla="*/ 204 h 604"/>
                <a:gd name="T8" fmla="*/ 823 w 2009"/>
                <a:gd name="T9" fmla="*/ 214 h 604"/>
                <a:gd name="T10" fmla="*/ 809 w 2009"/>
                <a:gd name="T11" fmla="*/ 225 h 604"/>
                <a:gd name="T12" fmla="*/ 795 w 2009"/>
                <a:gd name="T13" fmla="*/ 235 h 604"/>
                <a:gd name="T14" fmla="*/ 780 w 2009"/>
                <a:gd name="T15" fmla="*/ 246 h 604"/>
                <a:gd name="T16" fmla="*/ 767 w 2009"/>
                <a:gd name="T17" fmla="*/ 254 h 604"/>
                <a:gd name="T18" fmla="*/ 757 w 2009"/>
                <a:gd name="T19" fmla="*/ 261 h 604"/>
                <a:gd name="T20" fmla="*/ 750 w 2009"/>
                <a:gd name="T21" fmla="*/ 266 h 604"/>
                <a:gd name="T22" fmla="*/ 747 w 2009"/>
                <a:gd name="T23" fmla="*/ 267 h 604"/>
                <a:gd name="T24" fmla="*/ 857 w 2009"/>
                <a:gd name="T25" fmla="*/ 331 h 604"/>
                <a:gd name="T26" fmla="*/ 1087 w 2009"/>
                <a:gd name="T27" fmla="*/ 271 h 604"/>
                <a:gd name="T28" fmla="*/ 1033 w 2009"/>
                <a:gd name="T29" fmla="*/ 178 h 604"/>
                <a:gd name="T30" fmla="*/ 933 w 2009"/>
                <a:gd name="T31" fmla="*/ 210 h 604"/>
                <a:gd name="T32" fmla="*/ 857 w 2009"/>
                <a:gd name="T33" fmla="*/ 178 h 604"/>
                <a:gd name="T34" fmla="*/ 1537 w 2009"/>
                <a:gd name="T35" fmla="*/ 72 h 604"/>
                <a:gd name="T36" fmla="*/ 1365 w 2009"/>
                <a:gd name="T37" fmla="*/ 165 h 604"/>
                <a:gd name="T38" fmla="*/ 1267 w 2009"/>
                <a:gd name="T39" fmla="*/ 226 h 604"/>
                <a:gd name="T40" fmla="*/ 1336 w 2009"/>
                <a:gd name="T41" fmla="*/ 270 h 604"/>
                <a:gd name="T42" fmla="*/ 1488 w 2009"/>
                <a:gd name="T43" fmla="*/ 255 h 604"/>
                <a:gd name="T44" fmla="*/ 1647 w 2009"/>
                <a:gd name="T45" fmla="*/ 135 h 604"/>
                <a:gd name="T46" fmla="*/ 1537 w 2009"/>
                <a:gd name="T47" fmla="*/ 72 h 604"/>
                <a:gd name="T48" fmla="*/ 1295 w 2009"/>
                <a:gd name="T49" fmla="*/ 0 h 604"/>
                <a:gd name="T50" fmla="*/ 1295 w 2009"/>
                <a:gd name="T51" fmla="*/ 0 h 604"/>
                <a:gd name="T52" fmla="*/ 1390 w 2009"/>
                <a:gd name="T53" fmla="*/ 3 h 604"/>
                <a:gd name="T54" fmla="*/ 1483 w 2009"/>
                <a:gd name="T55" fmla="*/ 11 h 604"/>
                <a:gd name="T56" fmla="*/ 1576 w 2009"/>
                <a:gd name="T57" fmla="*/ 24 h 604"/>
                <a:gd name="T58" fmla="*/ 1666 w 2009"/>
                <a:gd name="T59" fmla="*/ 42 h 604"/>
                <a:gd name="T60" fmla="*/ 1755 w 2009"/>
                <a:gd name="T61" fmla="*/ 65 h 604"/>
                <a:gd name="T62" fmla="*/ 1842 w 2009"/>
                <a:gd name="T63" fmla="*/ 92 h 604"/>
                <a:gd name="T64" fmla="*/ 1926 w 2009"/>
                <a:gd name="T65" fmla="*/ 124 h 604"/>
                <a:gd name="T66" fmla="*/ 2009 w 2009"/>
                <a:gd name="T67" fmla="*/ 160 h 604"/>
                <a:gd name="T68" fmla="*/ 1948 w 2009"/>
                <a:gd name="T69" fmla="*/ 169 h 604"/>
                <a:gd name="T70" fmla="*/ 1784 w 2009"/>
                <a:gd name="T71" fmla="*/ 145 h 604"/>
                <a:gd name="T72" fmla="*/ 1668 w 2009"/>
                <a:gd name="T73" fmla="*/ 221 h 604"/>
                <a:gd name="T74" fmla="*/ 1586 w 2009"/>
                <a:gd name="T75" fmla="*/ 311 h 604"/>
                <a:gd name="T76" fmla="*/ 1285 w 2009"/>
                <a:gd name="T77" fmla="*/ 339 h 604"/>
                <a:gd name="T78" fmla="*/ 1162 w 2009"/>
                <a:gd name="T79" fmla="*/ 319 h 604"/>
                <a:gd name="T80" fmla="*/ 1077 w 2009"/>
                <a:gd name="T81" fmla="*/ 450 h 604"/>
                <a:gd name="T82" fmla="*/ 830 w 2009"/>
                <a:gd name="T83" fmla="*/ 464 h 604"/>
                <a:gd name="T84" fmla="*/ 676 w 2009"/>
                <a:gd name="T85" fmla="*/ 421 h 604"/>
                <a:gd name="T86" fmla="*/ 538 w 2009"/>
                <a:gd name="T87" fmla="*/ 495 h 604"/>
                <a:gd name="T88" fmla="*/ 239 w 2009"/>
                <a:gd name="T89" fmla="*/ 536 h 604"/>
                <a:gd name="T90" fmla="*/ 0 w 2009"/>
                <a:gd name="T91" fmla="*/ 604 h 604"/>
                <a:gd name="T92" fmla="*/ 0 w 2009"/>
                <a:gd name="T93" fmla="*/ 604 h 604"/>
                <a:gd name="T94" fmla="*/ 63 w 2009"/>
                <a:gd name="T95" fmla="*/ 532 h 604"/>
                <a:gd name="T96" fmla="*/ 131 w 2009"/>
                <a:gd name="T97" fmla="*/ 464 h 604"/>
                <a:gd name="T98" fmla="*/ 203 w 2009"/>
                <a:gd name="T99" fmla="*/ 400 h 604"/>
                <a:gd name="T100" fmla="*/ 278 w 2009"/>
                <a:gd name="T101" fmla="*/ 339 h 604"/>
                <a:gd name="T102" fmla="*/ 356 w 2009"/>
                <a:gd name="T103" fmla="*/ 283 h 604"/>
                <a:gd name="T104" fmla="*/ 439 w 2009"/>
                <a:gd name="T105" fmla="*/ 232 h 604"/>
                <a:gd name="T106" fmla="*/ 524 w 2009"/>
                <a:gd name="T107" fmla="*/ 185 h 604"/>
                <a:gd name="T108" fmla="*/ 612 w 2009"/>
                <a:gd name="T109" fmla="*/ 144 h 604"/>
                <a:gd name="T110" fmla="*/ 702 w 2009"/>
                <a:gd name="T111" fmla="*/ 107 h 604"/>
                <a:gd name="T112" fmla="*/ 796 w 2009"/>
                <a:gd name="T113" fmla="*/ 75 h 604"/>
                <a:gd name="T114" fmla="*/ 892 w 2009"/>
                <a:gd name="T115" fmla="*/ 49 h 604"/>
                <a:gd name="T116" fmla="*/ 990 w 2009"/>
                <a:gd name="T117" fmla="*/ 27 h 604"/>
                <a:gd name="T118" fmla="*/ 1089 w 2009"/>
                <a:gd name="T119" fmla="*/ 13 h 604"/>
                <a:gd name="T120" fmla="*/ 1191 w 2009"/>
                <a:gd name="T121" fmla="*/ 3 h 604"/>
                <a:gd name="T122" fmla="*/ 1295 w 2009"/>
                <a:gd name="T123" fmla="*/ 0 h 6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2009" h="604">
                  <a:moveTo>
                    <a:pt x="857" y="178"/>
                  </a:moveTo>
                  <a:lnTo>
                    <a:pt x="854" y="185"/>
                  </a:lnTo>
                  <a:lnTo>
                    <a:pt x="848" y="194"/>
                  </a:lnTo>
                  <a:lnTo>
                    <a:pt x="837" y="204"/>
                  </a:lnTo>
                  <a:lnTo>
                    <a:pt x="823" y="214"/>
                  </a:lnTo>
                  <a:lnTo>
                    <a:pt x="809" y="225"/>
                  </a:lnTo>
                  <a:lnTo>
                    <a:pt x="795" y="235"/>
                  </a:lnTo>
                  <a:lnTo>
                    <a:pt x="780" y="246"/>
                  </a:lnTo>
                  <a:lnTo>
                    <a:pt x="767" y="254"/>
                  </a:lnTo>
                  <a:lnTo>
                    <a:pt x="757" y="261"/>
                  </a:lnTo>
                  <a:lnTo>
                    <a:pt x="750" y="266"/>
                  </a:lnTo>
                  <a:lnTo>
                    <a:pt x="747" y="267"/>
                  </a:lnTo>
                  <a:lnTo>
                    <a:pt x="857" y="331"/>
                  </a:lnTo>
                  <a:lnTo>
                    <a:pt x="1087" y="271"/>
                  </a:lnTo>
                  <a:lnTo>
                    <a:pt x="1033" y="178"/>
                  </a:lnTo>
                  <a:lnTo>
                    <a:pt x="933" y="210"/>
                  </a:lnTo>
                  <a:lnTo>
                    <a:pt x="857" y="178"/>
                  </a:lnTo>
                  <a:close/>
                  <a:moveTo>
                    <a:pt x="1537" y="72"/>
                  </a:moveTo>
                  <a:lnTo>
                    <a:pt x="1365" y="165"/>
                  </a:lnTo>
                  <a:lnTo>
                    <a:pt x="1267" y="226"/>
                  </a:lnTo>
                  <a:lnTo>
                    <a:pt x="1336" y="270"/>
                  </a:lnTo>
                  <a:lnTo>
                    <a:pt x="1488" y="255"/>
                  </a:lnTo>
                  <a:lnTo>
                    <a:pt x="1647" y="135"/>
                  </a:lnTo>
                  <a:lnTo>
                    <a:pt x="1537" y="72"/>
                  </a:lnTo>
                  <a:close/>
                  <a:moveTo>
                    <a:pt x="1295" y="0"/>
                  </a:moveTo>
                  <a:lnTo>
                    <a:pt x="1295" y="0"/>
                  </a:lnTo>
                  <a:lnTo>
                    <a:pt x="1390" y="3"/>
                  </a:lnTo>
                  <a:lnTo>
                    <a:pt x="1483" y="11"/>
                  </a:lnTo>
                  <a:lnTo>
                    <a:pt x="1576" y="24"/>
                  </a:lnTo>
                  <a:lnTo>
                    <a:pt x="1666" y="42"/>
                  </a:lnTo>
                  <a:lnTo>
                    <a:pt x="1755" y="65"/>
                  </a:lnTo>
                  <a:lnTo>
                    <a:pt x="1842" y="92"/>
                  </a:lnTo>
                  <a:lnTo>
                    <a:pt x="1926" y="124"/>
                  </a:lnTo>
                  <a:lnTo>
                    <a:pt x="2009" y="160"/>
                  </a:lnTo>
                  <a:lnTo>
                    <a:pt x="1948" y="169"/>
                  </a:lnTo>
                  <a:lnTo>
                    <a:pt x="1784" y="145"/>
                  </a:lnTo>
                  <a:lnTo>
                    <a:pt x="1668" y="221"/>
                  </a:lnTo>
                  <a:lnTo>
                    <a:pt x="1586" y="311"/>
                  </a:lnTo>
                  <a:lnTo>
                    <a:pt x="1285" y="339"/>
                  </a:lnTo>
                  <a:lnTo>
                    <a:pt x="1162" y="319"/>
                  </a:lnTo>
                  <a:lnTo>
                    <a:pt x="1077" y="450"/>
                  </a:lnTo>
                  <a:lnTo>
                    <a:pt x="830" y="464"/>
                  </a:lnTo>
                  <a:lnTo>
                    <a:pt x="676" y="421"/>
                  </a:lnTo>
                  <a:lnTo>
                    <a:pt x="538" y="495"/>
                  </a:lnTo>
                  <a:lnTo>
                    <a:pt x="239" y="536"/>
                  </a:lnTo>
                  <a:lnTo>
                    <a:pt x="0" y="604"/>
                  </a:lnTo>
                  <a:lnTo>
                    <a:pt x="0" y="604"/>
                  </a:lnTo>
                  <a:lnTo>
                    <a:pt x="63" y="532"/>
                  </a:lnTo>
                  <a:lnTo>
                    <a:pt x="131" y="464"/>
                  </a:lnTo>
                  <a:lnTo>
                    <a:pt x="203" y="400"/>
                  </a:lnTo>
                  <a:lnTo>
                    <a:pt x="278" y="339"/>
                  </a:lnTo>
                  <a:lnTo>
                    <a:pt x="356" y="283"/>
                  </a:lnTo>
                  <a:lnTo>
                    <a:pt x="439" y="232"/>
                  </a:lnTo>
                  <a:lnTo>
                    <a:pt x="524" y="185"/>
                  </a:lnTo>
                  <a:lnTo>
                    <a:pt x="612" y="144"/>
                  </a:lnTo>
                  <a:lnTo>
                    <a:pt x="702" y="107"/>
                  </a:lnTo>
                  <a:lnTo>
                    <a:pt x="796" y="75"/>
                  </a:lnTo>
                  <a:lnTo>
                    <a:pt x="892" y="49"/>
                  </a:lnTo>
                  <a:lnTo>
                    <a:pt x="990" y="27"/>
                  </a:lnTo>
                  <a:lnTo>
                    <a:pt x="1089" y="13"/>
                  </a:lnTo>
                  <a:lnTo>
                    <a:pt x="1191" y="3"/>
                  </a:lnTo>
                  <a:lnTo>
                    <a:pt x="129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anchor="t" anchorCtr="0" bIns="45720" compatLnSpc="1" lIns="91440" numCol="1" rIns="91440" tIns="45720" vert="horz" wrap="square"/>
            <a:p>
              <a:endParaRPr lang="en-US">
                <a:ea typeface="Calibri" panose="020F0502020204030204" charset="0"/>
                <a:cs typeface="Calibri" panose="020F0502020204030204" charset="0"/>
              </a:endParaRPr>
            </a:p>
          </p:txBody>
        </p:sp>
      </p:grpSp>
      <p:sp>
        <p:nvSpPr>
          <p:cNvPr id="1048600" name="Oval 87"/>
          <p:cNvSpPr/>
          <p:nvPr/>
        </p:nvSpPr>
        <p:spPr>
          <a:xfrm>
            <a:off x="6742375" y="4186836"/>
            <a:ext cx="969818" cy="969818"/>
          </a:xfrm>
          <a:prstGeom prst="ellipse"/>
          <a:solidFill>
            <a:srgbClr val="5CBFB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  <a:endParaRPr lang="en-US">
              <a:ea typeface="Calibri" panose="020F0502020204030204" charset="0"/>
              <a:cs typeface="Calibri" panose="020F0502020204030204" charset="0"/>
            </a:endParaRPr>
          </a:p>
        </p:txBody>
      </p:sp>
      <p:grpSp>
        <p:nvGrpSpPr>
          <p:cNvPr id="34" name="Group 135"/>
          <p:cNvGrpSpPr/>
          <p:nvPr/>
        </p:nvGrpSpPr>
        <p:grpSpPr>
          <a:xfrm>
            <a:off x="7071800" y="4491812"/>
            <a:ext cx="310967" cy="321042"/>
            <a:chOff x="-3343275" y="-307975"/>
            <a:chExt cx="735013" cy="758826"/>
          </a:xfrm>
          <a:solidFill>
            <a:schemeClr val="bg1"/>
          </a:solidFill>
        </p:grpSpPr>
        <p:sp>
          <p:nvSpPr>
            <p:cNvPr id="1048601" name="Freeform 659"/>
            <p:cNvSpPr>
              <a:spLocks noEditPoints="1"/>
            </p:cNvSpPr>
            <p:nvPr/>
          </p:nvSpPr>
          <p:spPr bwMode="auto">
            <a:xfrm>
              <a:off x="-3343275" y="-307975"/>
              <a:ext cx="735013" cy="758826"/>
            </a:xfrm>
            <a:custGeom>
              <a:avLst/>
              <a:gdLst>
                <a:gd name="T0" fmla="*/ 1152 w 3243"/>
                <a:gd name="T1" fmla="*/ 325 h 3345"/>
                <a:gd name="T2" fmla="*/ 831 w 3243"/>
                <a:gd name="T3" fmla="*/ 666 h 3345"/>
                <a:gd name="T4" fmla="*/ 1152 w 3243"/>
                <a:gd name="T5" fmla="*/ 666 h 3345"/>
                <a:gd name="T6" fmla="*/ 1152 w 3243"/>
                <a:gd name="T7" fmla="*/ 325 h 3345"/>
                <a:gd name="T8" fmla="*/ 1327 w 3243"/>
                <a:gd name="T9" fmla="*/ 177 h 3345"/>
                <a:gd name="T10" fmla="*/ 1327 w 3243"/>
                <a:gd name="T11" fmla="*/ 843 h 3345"/>
                <a:gd name="T12" fmla="*/ 666 w 3243"/>
                <a:gd name="T13" fmla="*/ 843 h 3345"/>
                <a:gd name="T14" fmla="*/ 666 w 3243"/>
                <a:gd name="T15" fmla="*/ 2095 h 3345"/>
                <a:gd name="T16" fmla="*/ 1622 w 3243"/>
                <a:gd name="T17" fmla="*/ 3020 h 3345"/>
                <a:gd name="T18" fmla="*/ 2578 w 3243"/>
                <a:gd name="T19" fmla="*/ 2095 h 3345"/>
                <a:gd name="T20" fmla="*/ 2578 w 3243"/>
                <a:gd name="T21" fmla="*/ 177 h 3345"/>
                <a:gd name="T22" fmla="*/ 1327 w 3243"/>
                <a:gd name="T23" fmla="*/ 177 h 3345"/>
                <a:gd name="T24" fmla="*/ 1216 w 3243"/>
                <a:gd name="T25" fmla="*/ 0 h 3345"/>
                <a:gd name="T26" fmla="*/ 2752 w 3243"/>
                <a:gd name="T27" fmla="*/ 0 h 3345"/>
                <a:gd name="T28" fmla="*/ 2752 w 3243"/>
                <a:gd name="T29" fmla="*/ 963 h 3345"/>
                <a:gd name="T30" fmla="*/ 3138 w 3243"/>
                <a:gd name="T31" fmla="*/ 1336 h 3345"/>
                <a:gd name="T32" fmla="*/ 2752 w 3243"/>
                <a:gd name="T33" fmla="*/ 1336 h 3345"/>
                <a:gd name="T34" fmla="*/ 2752 w 3243"/>
                <a:gd name="T35" fmla="*/ 1926 h 3345"/>
                <a:gd name="T36" fmla="*/ 3243 w 3243"/>
                <a:gd name="T37" fmla="*/ 1452 h 3345"/>
                <a:gd name="T38" fmla="*/ 3243 w 3243"/>
                <a:gd name="T39" fmla="*/ 3345 h 3345"/>
                <a:gd name="T40" fmla="*/ 0 w 3243"/>
                <a:gd name="T41" fmla="*/ 3345 h 3345"/>
                <a:gd name="T42" fmla="*/ 0 w 3243"/>
                <a:gd name="T43" fmla="*/ 1452 h 3345"/>
                <a:gd name="T44" fmla="*/ 491 w 3243"/>
                <a:gd name="T45" fmla="*/ 1926 h 3345"/>
                <a:gd name="T46" fmla="*/ 491 w 3243"/>
                <a:gd name="T47" fmla="*/ 1336 h 3345"/>
                <a:gd name="T48" fmla="*/ 106 w 3243"/>
                <a:gd name="T49" fmla="*/ 1336 h 3345"/>
                <a:gd name="T50" fmla="*/ 491 w 3243"/>
                <a:gd name="T51" fmla="*/ 963 h 3345"/>
                <a:gd name="T52" fmla="*/ 491 w 3243"/>
                <a:gd name="T53" fmla="*/ 772 h 3345"/>
                <a:gd name="T54" fmla="*/ 1216 w 3243"/>
                <a:gd name="T55" fmla="*/ 0 h 33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3243" h="3345">
                  <a:moveTo>
                    <a:pt x="1152" y="325"/>
                  </a:moveTo>
                  <a:lnTo>
                    <a:pt x="831" y="666"/>
                  </a:lnTo>
                  <a:lnTo>
                    <a:pt x="1152" y="666"/>
                  </a:lnTo>
                  <a:lnTo>
                    <a:pt x="1152" y="325"/>
                  </a:lnTo>
                  <a:close/>
                  <a:moveTo>
                    <a:pt x="1327" y="177"/>
                  </a:moveTo>
                  <a:lnTo>
                    <a:pt x="1327" y="843"/>
                  </a:lnTo>
                  <a:lnTo>
                    <a:pt x="666" y="843"/>
                  </a:lnTo>
                  <a:lnTo>
                    <a:pt x="666" y="2095"/>
                  </a:lnTo>
                  <a:lnTo>
                    <a:pt x="1622" y="3020"/>
                  </a:lnTo>
                  <a:lnTo>
                    <a:pt x="2578" y="2095"/>
                  </a:lnTo>
                  <a:lnTo>
                    <a:pt x="2578" y="177"/>
                  </a:lnTo>
                  <a:lnTo>
                    <a:pt x="1327" y="177"/>
                  </a:lnTo>
                  <a:close/>
                  <a:moveTo>
                    <a:pt x="1216" y="0"/>
                  </a:moveTo>
                  <a:lnTo>
                    <a:pt x="2752" y="0"/>
                  </a:lnTo>
                  <a:lnTo>
                    <a:pt x="2752" y="963"/>
                  </a:lnTo>
                  <a:lnTo>
                    <a:pt x="3138" y="1336"/>
                  </a:lnTo>
                  <a:lnTo>
                    <a:pt x="2752" y="1336"/>
                  </a:lnTo>
                  <a:lnTo>
                    <a:pt x="2752" y="1926"/>
                  </a:lnTo>
                  <a:lnTo>
                    <a:pt x="3243" y="1452"/>
                  </a:lnTo>
                  <a:lnTo>
                    <a:pt x="3243" y="3345"/>
                  </a:lnTo>
                  <a:lnTo>
                    <a:pt x="0" y="3345"/>
                  </a:lnTo>
                  <a:lnTo>
                    <a:pt x="0" y="1452"/>
                  </a:lnTo>
                  <a:lnTo>
                    <a:pt x="491" y="1926"/>
                  </a:lnTo>
                  <a:lnTo>
                    <a:pt x="491" y="1336"/>
                  </a:lnTo>
                  <a:lnTo>
                    <a:pt x="106" y="1336"/>
                  </a:lnTo>
                  <a:lnTo>
                    <a:pt x="491" y="963"/>
                  </a:lnTo>
                  <a:lnTo>
                    <a:pt x="491" y="772"/>
                  </a:lnTo>
                  <a:lnTo>
                    <a:pt x="1216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anchor="t" anchorCtr="0" bIns="45720" compatLnSpc="1" lIns="91440" numCol="1" rIns="91440" tIns="45720" vert="horz" wrap="square"/>
            <a:p>
              <a:endParaRPr lang="en-US">
                <a:ea typeface="Calibri" panose="020F0502020204030204" charset="0"/>
                <a:cs typeface="Calibri" panose="020F0502020204030204" charset="0"/>
              </a:endParaRPr>
            </a:p>
          </p:txBody>
        </p:sp>
        <p:sp>
          <p:nvSpPr>
            <p:cNvPr id="1048602" name="Rectangle 660"/>
            <p:cNvSpPr>
              <a:spLocks noChangeArrowheads="1"/>
            </p:cNvSpPr>
            <p:nvPr/>
          </p:nvSpPr>
          <p:spPr bwMode="auto">
            <a:xfrm>
              <a:off x="-3105150" y="-53975"/>
              <a:ext cx="261938" cy="49213"/>
            </a:xfrm>
            <a:prstGeom prst="rect"/>
            <a:grpFill/>
            <a:ln w="0">
              <a:noFill/>
              <a:prstDash val="solid"/>
              <a:miter lim="800000"/>
            </a:ln>
          </p:spPr>
          <p:txBody>
            <a:bodyPr anchor="t" anchorCtr="0" bIns="45720" compatLnSpc="1" lIns="91440" numCol="1" rIns="91440" tIns="45720" vert="horz" wrap="square"/>
            <a:p>
              <a:endParaRPr lang="en-US">
                <a:ea typeface="Calibri" panose="020F0502020204030204" charset="0"/>
                <a:cs typeface="Calibri" panose="020F0502020204030204" charset="0"/>
              </a:endParaRPr>
            </a:p>
          </p:txBody>
        </p:sp>
        <p:sp>
          <p:nvSpPr>
            <p:cNvPr id="1048603" name="Rectangle 661"/>
            <p:cNvSpPr>
              <a:spLocks noChangeArrowheads="1"/>
            </p:cNvSpPr>
            <p:nvPr/>
          </p:nvSpPr>
          <p:spPr bwMode="auto">
            <a:xfrm>
              <a:off x="-3105150" y="57150"/>
              <a:ext cx="261938" cy="49213"/>
            </a:xfrm>
            <a:prstGeom prst="rect"/>
            <a:grpFill/>
            <a:ln w="0">
              <a:noFill/>
              <a:prstDash val="solid"/>
              <a:miter lim="800000"/>
            </a:ln>
          </p:spPr>
          <p:txBody>
            <a:bodyPr anchor="t" anchorCtr="0" bIns="45720" compatLnSpc="1" lIns="91440" numCol="1" rIns="91440" tIns="45720" vert="horz" wrap="square"/>
            <a:p>
              <a:endParaRPr lang="en-US">
                <a:ea typeface="Calibri" panose="020F0502020204030204" charset="0"/>
                <a:cs typeface="Calibri" panose="020F0502020204030204" charset="0"/>
              </a:endParaRPr>
            </a:p>
          </p:txBody>
        </p:sp>
      </p:grpSp>
      <p:sp>
        <p:nvSpPr>
          <p:cNvPr id="1048604" name="Oval 83"/>
          <p:cNvSpPr/>
          <p:nvPr/>
        </p:nvSpPr>
        <p:spPr>
          <a:xfrm>
            <a:off x="620495" y="3340675"/>
            <a:ext cx="969818" cy="969818"/>
          </a:xfrm>
          <a:prstGeom prst="ellipse"/>
          <a:solidFill>
            <a:srgbClr val="1B29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  <a:endParaRPr lang="en-US">
              <a:ea typeface="Calibri" panose="020F0502020204030204" charset="0"/>
              <a:cs typeface="Calibri" panose="020F0502020204030204" charset="0"/>
            </a:endParaRPr>
          </a:p>
        </p:txBody>
      </p:sp>
      <p:grpSp>
        <p:nvGrpSpPr>
          <p:cNvPr id="35" name="Group 41"/>
          <p:cNvGrpSpPr>
            <a:grpSpLocks noChangeAspect="1"/>
          </p:cNvGrpSpPr>
          <p:nvPr/>
        </p:nvGrpSpPr>
        <p:grpSpPr bwMode="auto">
          <a:xfrm>
            <a:off x="918406" y="3613185"/>
            <a:ext cx="363537" cy="363537"/>
            <a:chOff x="1643" y="866"/>
            <a:chExt cx="229" cy="229"/>
          </a:xfrm>
          <a:solidFill>
            <a:schemeClr val="bg1"/>
          </a:solidFill>
        </p:grpSpPr>
        <p:sp>
          <p:nvSpPr>
            <p:cNvPr id="1048605" name="Freeform 43"/>
            <p:cNvSpPr/>
            <p:nvPr/>
          </p:nvSpPr>
          <p:spPr bwMode="auto">
            <a:xfrm>
              <a:off x="1643" y="866"/>
              <a:ext cx="163" cy="107"/>
            </a:xfrm>
            <a:custGeom>
              <a:avLst/>
              <a:gdLst>
                <a:gd name="T0" fmla="*/ 1830 w 2445"/>
                <a:gd name="T1" fmla="*/ 5 h 1608"/>
                <a:gd name="T2" fmla="*/ 2034 w 2445"/>
                <a:gd name="T3" fmla="*/ 33 h 1608"/>
                <a:gd name="T4" fmla="*/ 2239 w 2445"/>
                <a:gd name="T5" fmla="*/ 85 h 1608"/>
                <a:gd name="T6" fmla="*/ 2445 w 2445"/>
                <a:gd name="T7" fmla="*/ 161 h 1608"/>
                <a:gd name="T8" fmla="*/ 2348 w 2445"/>
                <a:gd name="T9" fmla="*/ 371 h 1608"/>
                <a:gd name="T10" fmla="*/ 2205 w 2445"/>
                <a:gd name="T11" fmla="*/ 434 h 1608"/>
                <a:gd name="T12" fmla="*/ 2012 w 2445"/>
                <a:gd name="T13" fmla="*/ 378 h 1608"/>
                <a:gd name="T14" fmla="*/ 1822 w 2445"/>
                <a:gd name="T15" fmla="*/ 350 h 1608"/>
                <a:gd name="T16" fmla="*/ 1634 w 2445"/>
                <a:gd name="T17" fmla="*/ 349 h 1608"/>
                <a:gd name="T18" fmla="*/ 1452 w 2445"/>
                <a:gd name="T19" fmla="*/ 373 h 1608"/>
                <a:gd name="T20" fmla="*/ 1279 w 2445"/>
                <a:gd name="T21" fmla="*/ 420 h 1608"/>
                <a:gd name="T22" fmla="*/ 1113 w 2445"/>
                <a:gd name="T23" fmla="*/ 490 h 1608"/>
                <a:gd name="T24" fmla="*/ 958 w 2445"/>
                <a:gd name="T25" fmla="*/ 578 h 1608"/>
                <a:gd name="T26" fmla="*/ 817 w 2445"/>
                <a:gd name="T27" fmla="*/ 685 h 1608"/>
                <a:gd name="T28" fmla="*/ 691 w 2445"/>
                <a:gd name="T29" fmla="*/ 808 h 1608"/>
                <a:gd name="T30" fmla="*/ 581 w 2445"/>
                <a:gd name="T31" fmla="*/ 946 h 1608"/>
                <a:gd name="T32" fmla="*/ 489 w 2445"/>
                <a:gd name="T33" fmla="*/ 1097 h 1608"/>
                <a:gd name="T34" fmla="*/ 417 w 2445"/>
                <a:gd name="T35" fmla="*/ 1258 h 1608"/>
                <a:gd name="T36" fmla="*/ 368 w 2445"/>
                <a:gd name="T37" fmla="*/ 1429 h 1608"/>
                <a:gd name="T38" fmla="*/ 342 w 2445"/>
                <a:gd name="T39" fmla="*/ 1608 h 1608"/>
                <a:gd name="T40" fmla="*/ 117 w 2445"/>
                <a:gd name="T41" fmla="*/ 1589 h 1608"/>
                <a:gd name="T42" fmla="*/ 15 w 2445"/>
                <a:gd name="T43" fmla="*/ 1477 h 1608"/>
                <a:gd name="T44" fmla="*/ 56 w 2445"/>
                <a:gd name="T45" fmla="*/ 1282 h 1608"/>
                <a:gd name="T46" fmla="*/ 115 w 2445"/>
                <a:gd name="T47" fmla="*/ 1100 h 1608"/>
                <a:gd name="T48" fmla="*/ 190 w 2445"/>
                <a:gd name="T49" fmla="*/ 928 h 1608"/>
                <a:gd name="T50" fmla="*/ 284 w 2445"/>
                <a:gd name="T51" fmla="*/ 767 h 1608"/>
                <a:gd name="T52" fmla="*/ 394 w 2445"/>
                <a:gd name="T53" fmla="*/ 619 h 1608"/>
                <a:gd name="T54" fmla="*/ 524 w 2445"/>
                <a:gd name="T55" fmla="*/ 482 h 1608"/>
                <a:gd name="T56" fmla="*/ 672 w 2445"/>
                <a:gd name="T57" fmla="*/ 358 h 1608"/>
                <a:gd name="T58" fmla="*/ 838 w 2445"/>
                <a:gd name="T59" fmla="*/ 247 h 1608"/>
                <a:gd name="T60" fmla="*/ 1033 w 2445"/>
                <a:gd name="T61" fmla="*/ 145 h 1608"/>
                <a:gd name="T62" fmla="*/ 1229 w 2445"/>
                <a:gd name="T63" fmla="*/ 71 h 1608"/>
                <a:gd name="T64" fmla="*/ 1428 w 2445"/>
                <a:gd name="T65" fmla="*/ 24 h 1608"/>
                <a:gd name="T66" fmla="*/ 1628 w 2445"/>
                <a:gd name="T67" fmla="*/ 1 h 16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2445" h="1608">
                  <a:moveTo>
                    <a:pt x="1728" y="0"/>
                  </a:moveTo>
                  <a:lnTo>
                    <a:pt x="1830" y="5"/>
                  </a:lnTo>
                  <a:lnTo>
                    <a:pt x="1931" y="16"/>
                  </a:lnTo>
                  <a:lnTo>
                    <a:pt x="2034" y="33"/>
                  </a:lnTo>
                  <a:lnTo>
                    <a:pt x="2136" y="56"/>
                  </a:lnTo>
                  <a:lnTo>
                    <a:pt x="2239" y="85"/>
                  </a:lnTo>
                  <a:lnTo>
                    <a:pt x="2342" y="120"/>
                  </a:lnTo>
                  <a:lnTo>
                    <a:pt x="2445" y="161"/>
                  </a:lnTo>
                  <a:lnTo>
                    <a:pt x="2396" y="268"/>
                  </a:lnTo>
                  <a:lnTo>
                    <a:pt x="2348" y="371"/>
                  </a:lnTo>
                  <a:lnTo>
                    <a:pt x="2300" y="474"/>
                  </a:lnTo>
                  <a:lnTo>
                    <a:pt x="2205" y="434"/>
                  </a:lnTo>
                  <a:lnTo>
                    <a:pt x="2108" y="403"/>
                  </a:lnTo>
                  <a:lnTo>
                    <a:pt x="2012" y="378"/>
                  </a:lnTo>
                  <a:lnTo>
                    <a:pt x="1916" y="361"/>
                  </a:lnTo>
                  <a:lnTo>
                    <a:pt x="1822" y="350"/>
                  </a:lnTo>
                  <a:lnTo>
                    <a:pt x="1727" y="346"/>
                  </a:lnTo>
                  <a:lnTo>
                    <a:pt x="1634" y="349"/>
                  </a:lnTo>
                  <a:lnTo>
                    <a:pt x="1542" y="357"/>
                  </a:lnTo>
                  <a:lnTo>
                    <a:pt x="1452" y="373"/>
                  </a:lnTo>
                  <a:lnTo>
                    <a:pt x="1364" y="394"/>
                  </a:lnTo>
                  <a:lnTo>
                    <a:pt x="1279" y="420"/>
                  </a:lnTo>
                  <a:lnTo>
                    <a:pt x="1194" y="452"/>
                  </a:lnTo>
                  <a:lnTo>
                    <a:pt x="1113" y="490"/>
                  </a:lnTo>
                  <a:lnTo>
                    <a:pt x="1034" y="532"/>
                  </a:lnTo>
                  <a:lnTo>
                    <a:pt x="958" y="578"/>
                  </a:lnTo>
                  <a:lnTo>
                    <a:pt x="886" y="629"/>
                  </a:lnTo>
                  <a:lnTo>
                    <a:pt x="817" y="685"/>
                  </a:lnTo>
                  <a:lnTo>
                    <a:pt x="752" y="745"/>
                  </a:lnTo>
                  <a:lnTo>
                    <a:pt x="691" y="808"/>
                  </a:lnTo>
                  <a:lnTo>
                    <a:pt x="633" y="875"/>
                  </a:lnTo>
                  <a:lnTo>
                    <a:pt x="581" y="946"/>
                  </a:lnTo>
                  <a:lnTo>
                    <a:pt x="531" y="1020"/>
                  </a:lnTo>
                  <a:lnTo>
                    <a:pt x="489" y="1097"/>
                  </a:lnTo>
                  <a:lnTo>
                    <a:pt x="450" y="1176"/>
                  </a:lnTo>
                  <a:lnTo>
                    <a:pt x="417" y="1258"/>
                  </a:lnTo>
                  <a:lnTo>
                    <a:pt x="389" y="1343"/>
                  </a:lnTo>
                  <a:lnTo>
                    <a:pt x="368" y="1429"/>
                  </a:lnTo>
                  <a:lnTo>
                    <a:pt x="353" y="1518"/>
                  </a:lnTo>
                  <a:lnTo>
                    <a:pt x="342" y="1608"/>
                  </a:lnTo>
                  <a:lnTo>
                    <a:pt x="230" y="1599"/>
                  </a:lnTo>
                  <a:lnTo>
                    <a:pt x="117" y="1589"/>
                  </a:lnTo>
                  <a:lnTo>
                    <a:pt x="0" y="1579"/>
                  </a:lnTo>
                  <a:lnTo>
                    <a:pt x="15" y="1477"/>
                  </a:lnTo>
                  <a:lnTo>
                    <a:pt x="33" y="1378"/>
                  </a:lnTo>
                  <a:lnTo>
                    <a:pt x="56" y="1282"/>
                  </a:lnTo>
                  <a:lnTo>
                    <a:pt x="84" y="1190"/>
                  </a:lnTo>
                  <a:lnTo>
                    <a:pt x="115" y="1100"/>
                  </a:lnTo>
                  <a:lnTo>
                    <a:pt x="151" y="1012"/>
                  </a:lnTo>
                  <a:lnTo>
                    <a:pt x="190" y="928"/>
                  </a:lnTo>
                  <a:lnTo>
                    <a:pt x="234" y="846"/>
                  </a:lnTo>
                  <a:lnTo>
                    <a:pt x="284" y="767"/>
                  </a:lnTo>
                  <a:lnTo>
                    <a:pt x="337" y="691"/>
                  </a:lnTo>
                  <a:lnTo>
                    <a:pt x="394" y="619"/>
                  </a:lnTo>
                  <a:lnTo>
                    <a:pt x="457" y="550"/>
                  </a:lnTo>
                  <a:lnTo>
                    <a:pt x="524" y="482"/>
                  </a:lnTo>
                  <a:lnTo>
                    <a:pt x="595" y="419"/>
                  </a:lnTo>
                  <a:lnTo>
                    <a:pt x="672" y="358"/>
                  </a:lnTo>
                  <a:lnTo>
                    <a:pt x="753" y="302"/>
                  </a:lnTo>
                  <a:lnTo>
                    <a:pt x="838" y="247"/>
                  </a:lnTo>
                  <a:lnTo>
                    <a:pt x="935" y="193"/>
                  </a:lnTo>
                  <a:lnTo>
                    <a:pt x="1033" y="145"/>
                  </a:lnTo>
                  <a:lnTo>
                    <a:pt x="1131" y="105"/>
                  </a:lnTo>
                  <a:lnTo>
                    <a:pt x="1229" y="71"/>
                  </a:lnTo>
                  <a:lnTo>
                    <a:pt x="1329" y="43"/>
                  </a:lnTo>
                  <a:lnTo>
                    <a:pt x="1428" y="24"/>
                  </a:lnTo>
                  <a:lnTo>
                    <a:pt x="1528" y="9"/>
                  </a:lnTo>
                  <a:lnTo>
                    <a:pt x="1628" y="1"/>
                  </a:lnTo>
                  <a:lnTo>
                    <a:pt x="172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anchor="t" anchorCtr="0" bIns="45720" compatLnSpc="1" lIns="91440" numCol="1" rIns="91440" tIns="45720" vert="horz" wrap="square"/>
            <a:p>
              <a:endParaRPr lang="en-US">
                <a:ea typeface="Calibri" panose="020F0502020204030204" charset="0"/>
                <a:cs typeface="Calibri" panose="020F0502020204030204" charset="0"/>
              </a:endParaRPr>
            </a:p>
          </p:txBody>
        </p:sp>
        <p:sp>
          <p:nvSpPr>
            <p:cNvPr id="1048606" name="Freeform 44"/>
            <p:cNvSpPr/>
            <p:nvPr/>
          </p:nvSpPr>
          <p:spPr bwMode="auto">
            <a:xfrm>
              <a:off x="1765" y="961"/>
              <a:ext cx="107" cy="134"/>
            </a:xfrm>
            <a:custGeom>
              <a:avLst/>
              <a:gdLst>
                <a:gd name="T0" fmla="*/ 1575 w 1599"/>
                <a:gd name="T1" fmla="*/ 0 h 2013"/>
                <a:gd name="T2" fmla="*/ 1588 w 1599"/>
                <a:gd name="T3" fmla="*/ 107 h 2013"/>
                <a:gd name="T4" fmla="*/ 1597 w 1599"/>
                <a:gd name="T5" fmla="*/ 212 h 2013"/>
                <a:gd name="T6" fmla="*/ 1599 w 1599"/>
                <a:gd name="T7" fmla="*/ 313 h 2013"/>
                <a:gd name="T8" fmla="*/ 1596 w 1599"/>
                <a:gd name="T9" fmla="*/ 413 h 2013"/>
                <a:gd name="T10" fmla="*/ 1586 w 1599"/>
                <a:gd name="T11" fmla="*/ 512 h 2013"/>
                <a:gd name="T12" fmla="*/ 1573 w 1599"/>
                <a:gd name="T13" fmla="*/ 607 h 2013"/>
                <a:gd name="T14" fmla="*/ 1553 w 1599"/>
                <a:gd name="T15" fmla="*/ 701 h 2013"/>
                <a:gd name="T16" fmla="*/ 1529 w 1599"/>
                <a:gd name="T17" fmla="*/ 792 h 2013"/>
                <a:gd name="T18" fmla="*/ 1501 w 1599"/>
                <a:gd name="T19" fmla="*/ 880 h 2013"/>
                <a:gd name="T20" fmla="*/ 1467 w 1599"/>
                <a:gd name="T21" fmla="*/ 966 h 2013"/>
                <a:gd name="T22" fmla="*/ 1429 w 1599"/>
                <a:gd name="T23" fmla="*/ 1050 h 2013"/>
                <a:gd name="T24" fmla="*/ 1388 w 1599"/>
                <a:gd name="T25" fmla="*/ 1130 h 2013"/>
                <a:gd name="T26" fmla="*/ 1343 w 1599"/>
                <a:gd name="T27" fmla="*/ 1208 h 2013"/>
                <a:gd name="T28" fmla="*/ 1293 w 1599"/>
                <a:gd name="T29" fmla="*/ 1284 h 2013"/>
                <a:gd name="T30" fmla="*/ 1241 w 1599"/>
                <a:gd name="T31" fmla="*/ 1355 h 2013"/>
                <a:gd name="T32" fmla="*/ 1185 w 1599"/>
                <a:gd name="T33" fmla="*/ 1423 h 2013"/>
                <a:gd name="T34" fmla="*/ 1126 w 1599"/>
                <a:gd name="T35" fmla="*/ 1488 h 2013"/>
                <a:gd name="T36" fmla="*/ 1065 w 1599"/>
                <a:gd name="T37" fmla="*/ 1550 h 2013"/>
                <a:gd name="T38" fmla="*/ 1000 w 1599"/>
                <a:gd name="T39" fmla="*/ 1609 h 2013"/>
                <a:gd name="T40" fmla="*/ 935 w 1599"/>
                <a:gd name="T41" fmla="*/ 1664 h 2013"/>
                <a:gd name="T42" fmla="*/ 865 w 1599"/>
                <a:gd name="T43" fmla="*/ 1715 h 2013"/>
                <a:gd name="T44" fmla="*/ 795 w 1599"/>
                <a:gd name="T45" fmla="*/ 1762 h 2013"/>
                <a:gd name="T46" fmla="*/ 723 w 1599"/>
                <a:gd name="T47" fmla="*/ 1806 h 2013"/>
                <a:gd name="T48" fmla="*/ 650 w 1599"/>
                <a:gd name="T49" fmla="*/ 1846 h 2013"/>
                <a:gd name="T50" fmla="*/ 575 w 1599"/>
                <a:gd name="T51" fmla="*/ 1882 h 2013"/>
                <a:gd name="T52" fmla="*/ 498 w 1599"/>
                <a:gd name="T53" fmla="*/ 1914 h 2013"/>
                <a:gd name="T54" fmla="*/ 421 w 1599"/>
                <a:gd name="T55" fmla="*/ 1942 h 2013"/>
                <a:gd name="T56" fmla="*/ 343 w 1599"/>
                <a:gd name="T57" fmla="*/ 1965 h 2013"/>
                <a:gd name="T58" fmla="*/ 265 w 1599"/>
                <a:gd name="T59" fmla="*/ 1984 h 2013"/>
                <a:gd name="T60" fmla="*/ 186 w 1599"/>
                <a:gd name="T61" fmla="*/ 1999 h 2013"/>
                <a:gd name="T62" fmla="*/ 108 w 1599"/>
                <a:gd name="T63" fmla="*/ 2008 h 2013"/>
                <a:gd name="T64" fmla="*/ 30 w 1599"/>
                <a:gd name="T65" fmla="*/ 2013 h 2013"/>
                <a:gd name="T66" fmla="*/ 15 w 1599"/>
                <a:gd name="T67" fmla="*/ 1846 h 2013"/>
                <a:gd name="T68" fmla="*/ 0 w 1599"/>
                <a:gd name="T69" fmla="*/ 1677 h 2013"/>
                <a:gd name="T70" fmla="*/ 91 w 1599"/>
                <a:gd name="T71" fmla="*/ 1665 h 2013"/>
                <a:gd name="T72" fmla="*/ 179 w 1599"/>
                <a:gd name="T73" fmla="*/ 1648 h 2013"/>
                <a:gd name="T74" fmla="*/ 265 w 1599"/>
                <a:gd name="T75" fmla="*/ 1626 h 2013"/>
                <a:gd name="T76" fmla="*/ 348 w 1599"/>
                <a:gd name="T77" fmla="*/ 1600 h 2013"/>
                <a:gd name="T78" fmla="*/ 428 w 1599"/>
                <a:gd name="T79" fmla="*/ 1568 h 2013"/>
                <a:gd name="T80" fmla="*/ 506 w 1599"/>
                <a:gd name="T81" fmla="*/ 1532 h 2013"/>
                <a:gd name="T82" fmla="*/ 580 w 1599"/>
                <a:gd name="T83" fmla="*/ 1491 h 2013"/>
                <a:gd name="T84" fmla="*/ 652 w 1599"/>
                <a:gd name="T85" fmla="*/ 1445 h 2013"/>
                <a:gd name="T86" fmla="*/ 721 w 1599"/>
                <a:gd name="T87" fmla="*/ 1395 h 2013"/>
                <a:gd name="T88" fmla="*/ 787 w 1599"/>
                <a:gd name="T89" fmla="*/ 1339 h 2013"/>
                <a:gd name="T90" fmla="*/ 851 w 1599"/>
                <a:gd name="T91" fmla="*/ 1279 h 2013"/>
                <a:gd name="T92" fmla="*/ 912 w 1599"/>
                <a:gd name="T93" fmla="*/ 1213 h 2013"/>
                <a:gd name="T94" fmla="*/ 969 w 1599"/>
                <a:gd name="T95" fmla="*/ 1143 h 2013"/>
                <a:gd name="T96" fmla="*/ 1023 w 1599"/>
                <a:gd name="T97" fmla="*/ 1069 h 2013"/>
                <a:gd name="T98" fmla="*/ 1071 w 1599"/>
                <a:gd name="T99" fmla="*/ 994 h 2013"/>
                <a:gd name="T100" fmla="*/ 1113 w 1599"/>
                <a:gd name="T101" fmla="*/ 916 h 2013"/>
                <a:gd name="T102" fmla="*/ 1150 w 1599"/>
                <a:gd name="T103" fmla="*/ 837 h 2013"/>
                <a:gd name="T104" fmla="*/ 1181 w 1599"/>
                <a:gd name="T105" fmla="*/ 756 h 2013"/>
                <a:gd name="T106" fmla="*/ 1207 w 1599"/>
                <a:gd name="T107" fmla="*/ 675 h 2013"/>
                <a:gd name="T108" fmla="*/ 1228 w 1599"/>
                <a:gd name="T109" fmla="*/ 592 h 2013"/>
                <a:gd name="T110" fmla="*/ 1242 w 1599"/>
                <a:gd name="T111" fmla="*/ 507 h 2013"/>
                <a:gd name="T112" fmla="*/ 1252 w 1599"/>
                <a:gd name="T113" fmla="*/ 420 h 2013"/>
                <a:gd name="T114" fmla="*/ 1256 w 1599"/>
                <a:gd name="T115" fmla="*/ 332 h 2013"/>
                <a:gd name="T116" fmla="*/ 1255 w 1599"/>
                <a:gd name="T117" fmla="*/ 243 h 2013"/>
                <a:gd name="T118" fmla="*/ 1248 w 1599"/>
                <a:gd name="T119" fmla="*/ 153 h 2013"/>
                <a:gd name="T120" fmla="*/ 1238 w 1599"/>
                <a:gd name="T121" fmla="*/ 60 h 2013"/>
                <a:gd name="T122" fmla="*/ 1407 w 1599"/>
                <a:gd name="T123" fmla="*/ 30 h 2013"/>
                <a:gd name="T124" fmla="*/ 1575 w 1599"/>
                <a:gd name="T125" fmla="*/ 0 h 20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599" h="2013">
                  <a:moveTo>
                    <a:pt x="1575" y="0"/>
                  </a:moveTo>
                  <a:lnTo>
                    <a:pt x="1588" y="107"/>
                  </a:lnTo>
                  <a:lnTo>
                    <a:pt x="1597" y="212"/>
                  </a:lnTo>
                  <a:lnTo>
                    <a:pt x="1599" y="313"/>
                  </a:lnTo>
                  <a:lnTo>
                    <a:pt x="1596" y="413"/>
                  </a:lnTo>
                  <a:lnTo>
                    <a:pt x="1586" y="512"/>
                  </a:lnTo>
                  <a:lnTo>
                    <a:pt x="1573" y="607"/>
                  </a:lnTo>
                  <a:lnTo>
                    <a:pt x="1553" y="701"/>
                  </a:lnTo>
                  <a:lnTo>
                    <a:pt x="1529" y="792"/>
                  </a:lnTo>
                  <a:lnTo>
                    <a:pt x="1501" y="880"/>
                  </a:lnTo>
                  <a:lnTo>
                    <a:pt x="1467" y="966"/>
                  </a:lnTo>
                  <a:lnTo>
                    <a:pt x="1429" y="1050"/>
                  </a:lnTo>
                  <a:lnTo>
                    <a:pt x="1388" y="1130"/>
                  </a:lnTo>
                  <a:lnTo>
                    <a:pt x="1343" y="1208"/>
                  </a:lnTo>
                  <a:lnTo>
                    <a:pt x="1293" y="1284"/>
                  </a:lnTo>
                  <a:lnTo>
                    <a:pt x="1241" y="1355"/>
                  </a:lnTo>
                  <a:lnTo>
                    <a:pt x="1185" y="1423"/>
                  </a:lnTo>
                  <a:lnTo>
                    <a:pt x="1126" y="1488"/>
                  </a:lnTo>
                  <a:lnTo>
                    <a:pt x="1065" y="1550"/>
                  </a:lnTo>
                  <a:lnTo>
                    <a:pt x="1000" y="1609"/>
                  </a:lnTo>
                  <a:lnTo>
                    <a:pt x="935" y="1664"/>
                  </a:lnTo>
                  <a:lnTo>
                    <a:pt x="865" y="1715"/>
                  </a:lnTo>
                  <a:lnTo>
                    <a:pt x="795" y="1762"/>
                  </a:lnTo>
                  <a:lnTo>
                    <a:pt x="723" y="1806"/>
                  </a:lnTo>
                  <a:lnTo>
                    <a:pt x="650" y="1846"/>
                  </a:lnTo>
                  <a:lnTo>
                    <a:pt x="575" y="1882"/>
                  </a:lnTo>
                  <a:lnTo>
                    <a:pt x="498" y="1914"/>
                  </a:lnTo>
                  <a:lnTo>
                    <a:pt x="421" y="1942"/>
                  </a:lnTo>
                  <a:lnTo>
                    <a:pt x="343" y="1965"/>
                  </a:lnTo>
                  <a:lnTo>
                    <a:pt x="265" y="1984"/>
                  </a:lnTo>
                  <a:lnTo>
                    <a:pt x="186" y="1999"/>
                  </a:lnTo>
                  <a:lnTo>
                    <a:pt x="108" y="2008"/>
                  </a:lnTo>
                  <a:lnTo>
                    <a:pt x="30" y="2013"/>
                  </a:lnTo>
                  <a:lnTo>
                    <a:pt x="15" y="1846"/>
                  </a:lnTo>
                  <a:lnTo>
                    <a:pt x="0" y="1677"/>
                  </a:lnTo>
                  <a:lnTo>
                    <a:pt x="91" y="1665"/>
                  </a:lnTo>
                  <a:lnTo>
                    <a:pt x="179" y="1648"/>
                  </a:lnTo>
                  <a:lnTo>
                    <a:pt x="265" y="1626"/>
                  </a:lnTo>
                  <a:lnTo>
                    <a:pt x="348" y="1600"/>
                  </a:lnTo>
                  <a:lnTo>
                    <a:pt x="428" y="1568"/>
                  </a:lnTo>
                  <a:lnTo>
                    <a:pt x="506" y="1532"/>
                  </a:lnTo>
                  <a:lnTo>
                    <a:pt x="580" y="1491"/>
                  </a:lnTo>
                  <a:lnTo>
                    <a:pt x="652" y="1445"/>
                  </a:lnTo>
                  <a:lnTo>
                    <a:pt x="721" y="1395"/>
                  </a:lnTo>
                  <a:lnTo>
                    <a:pt x="787" y="1339"/>
                  </a:lnTo>
                  <a:lnTo>
                    <a:pt x="851" y="1279"/>
                  </a:lnTo>
                  <a:lnTo>
                    <a:pt x="912" y="1213"/>
                  </a:lnTo>
                  <a:lnTo>
                    <a:pt x="969" y="1143"/>
                  </a:lnTo>
                  <a:lnTo>
                    <a:pt x="1023" y="1069"/>
                  </a:lnTo>
                  <a:lnTo>
                    <a:pt x="1071" y="994"/>
                  </a:lnTo>
                  <a:lnTo>
                    <a:pt x="1113" y="916"/>
                  </a:lnTo>
                  <a:lnTo>
                    <a:pt x="1150" y="837"/>
                  </a:lnTo>
                  <a:lnTo>
                    <a:pt x="1181" y="756"/>
                  </a:lnTo>
                  <a:lnTo>
                    <a:pt x="1207" y="675"/>
                  </a:lnTo>
                  <a:lnTo>
                    <a:pt x="1228" y="592"/>
                  </a:lnTo>
                  <a:lnTo>
                    <a:pt x="1242" y="507"/>
                  </a:lnTo>
                  <a:lnTo>
                    <a:pt x="1252" y="420"/>
                  </a:lnTo>
                  <a:lnTo>
                    <a:pt x="1256" y="332"/>
                  </a:lnTo>
                  <a:lnTo>
                    <a:pt x="1255" y="243"/>
                  </a:lnTo>
                  <a:lnTo>
                    <a:pt x="1248" y="153"/>
                  </a:lnTo>
                  <a:lnTo>
                    <a:pt x="1238" y="60"/>
                  </a:lnTo>
                  <a:lnTo>
                    <a:pt x="1407" y="30"/>
                  </a:lnTo>
                  <a:lnTo>
                    <a:pt x="157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anchor="t" anchorCtr="0" bIns="45720" compatLnSpc="1" lIns="91440" numCol="1" rIns="91440" tIns="45720" vert="horz" wrap="square"/>
            <a:p>
              <a:endParaRPr lang="en-US">
                <a:ea typeface="Calibri" panose="020F0502020204030204" charset="0"/>
                <a:cs typeface="Calibri" panose="020F0502020204030204" charset="0"/>
              </a:endParaRPr>
            </a:p>
          </p:txBody>
        </p:sp>
        <p:sp>
          <p:nvSpPr>
            <p:cNvPr id="1048607" name="Freeform 45"/>
            <p:cNvSpPr/>
            <p:nvPr/>
          </p:nvSpPr>
          <p:spPr bwMode="auto">
            <a:xfrm>
              <a:off x="1644" y="989"/>
              <a:ext cx="105" cy="106"/>
            </a:xfrm>
            <a:custGeom>
              <a:avLst/>
              <a:gdLst>
                <a:gd name="T0" fmla="*/ 328 w 1588"/>
                <a:gd name="T1" fmla="*/ 0 h 1599"/>
                <a:gd name="T2" fmla="*/ 348 w 1588"/>
                <a:gd name="T3" fmla="*/ 102 h 1599"/>
                <a:gd name="T4" fmla="*/ 371 w 1588"/>
                <a:gd name="T5" fmla="*/ 200 h 1599"/>
                <a:gd name="T6" fmla="*/ 398 w 1588"/>
                <a:gd name="T7" fmla="*/ 292 h 1599"/>
                <a:gd name="T8" fmla="*/ 429 w 1588"/>
                <a:gd name="T9" fmla="*/ 382 h 1599"/>
                <a:gd name="T10" fmla="*/ 465 w 1588"/>
                <a:gd name="T11" fmla="*/ 467 h 1599"/>
                <a:gd name="T12" fmla="*/ 505 w 1588"/>
                <a:gd name="T13" fmla="*/ 548 h 1599"/>
                <a:gd name="T14" fmla="*/ 549 w 1588"/>
                <a:gd name="T15" fmla="*/ 624 h 1599"/>
                <a:gd name="T16" fmla="*/ 597 w 1588"/>
                <a:gd name="T17" fmla="*/ 697 h 1599"/>
                <a:gd name="T18" fmla="*/ 648 w 1588"/>
                <a:gd name="T19" fmla="*/ 765 h 1599"/>
                <a:gd name="T20" fmla="*/ 703 w 1588"/>
                <a:gd name="T21" fmla="*/ 829 h 1599"/>
                <a:gd name="T22" fmla="*/ 764 w 1588"/>
                <a:gd name="T23" fmla="*/ 889 h 1599"/>
                <a:gd name="T24" fmla="*/ 828 w 1588"/>
                <a:gd name="T25" fmla="*/ 944 h 1599"/>
                <a:gd name="T26" fmla="*/ 896 w 1588"/>
                <a:gd name="T27" fmla="*/ 997 h 1599"/>
                <a:gd name="T28" fmla="*/ 968 w 1588"/>
                <a:gd name="T29" fmla="*/ 1044 h 1599"/>
                <a:gd name="T30" fmla="*/ 1045 w 1588"/>
                <a:gd name="T31" fmla="*/ 1088 h 1599"/>
                <a:gd name="T32" fmla="*/ 1124 w 1588"/>
                <a:gd name="T33" fmla="*/ 1128 h 1599"/>
                <a:gd name="T34" fmla="*/ 1209 w 1588"/>
                <a:gd name="T35" fmla="*/ 1163 h 1599"/>
                <a:gd name="T36" fmla="*/ 1297 w 1588"/>
                <a:gd name="T37" fmla="*/ 1194 h 1599"/>
                <a:gd name="T38" fmla="*/ 1390 w 1588"/>
                <a:gd name="T39" fmla="*/ 1222 h 1599"/>
                <a:gd name="T40" fmla="*/ 1486 w 1588"/>
                <a:gd name="T41" fmla="*/ 1246 h 1599"/>
                <a:gd name="T42" fmla="*/ 1588 w 1588"/>
                <a:gd name="T43" fmla="*/ 1265 h 1599"/>
                <a:gd name="T44" fmla="*/ 1573 w 1588"/>
                <a:gd name="T45" fmla="*/ 1430 h 1599"/>
                <a:gd name="T46" fmla="*/ 1558 w 1588"/>
                <a:gd name="T47" fmla="*/ 1599 h 1599"/>
                <a:gd name="T48" fmla="*/ 1461 w 1588"/>
                <a:gd name="T49" fmla="*/ 1587 h 1599"/>
                <a:gd name="T50" fmla="*/ 1366 w 1588"/>
                <a:gd name="T51" fmla="*/ 1571 h 1599"/>
                <a:gd name="T52" fmla="*/ 1273 w 1588"/>
                <a:gd name="T53" fmla="*/ 1550 h 1599"/>
                <a:gd name="T54" fmla="*/ 1184 w 1588"/>
                <a:gd name="T55" fmla="*/ 1524 h 1599"/>
                <a:gd name="T56" fmla="*/ 1096 w 1588"/>
                <a:gd name="T57" fmla="*/ 1494 h 1599"/>
                <a:gd name="T58" fmla="*/ 1011 w 1588"/>
                <a:gd name="T59" fmla="*/ 1459 h 1599"/>
                <a:gd name="T60" fmla="*/ 929 w 1588"/>
                <a:gd name="T61" fmla="*/ 1420 h 1599"/>
                <a:gd name="T62" fmla="*/ 851 w 1588"/>
                <a:gd name="T63" fmla="*/ 1377 h 1599"/>
                <a:gd name="T64" fmla="*/ 776 w 1588"/>
                <a:gd name="T65" fmla="*/ 1331 h 1599"/>
                <a:gd name="T66" fmla="*/ 702 w 1588"/>
                <a:gd name="T67" fmla="*/ 1280 h 1599"/>
                <a:gd name="T68" fmla="*/ 633 w 1588"/>
                <a:gd name="T69" fmla="*/ 1227 h 1599"/>
                <a:gd name="T70" fmla="*/ 566 w 1588"/>
                <a:gd name="T71" fmla="*/ 1170 h 1599"/>
                <a:gd name="T72" fmla="*/ 504 w 1588"/>
                <a:gd name="T73" fmla="*/ 1111 h 1599"/>
                <a:gd name="T74" fmla="*/ 444 w 1588"/>
                <a:gd name="T75" fmla="*/ 1049 h 1599"/>
                <a:gd name="T76" fmla="*/ 388 w 1588"/>
                <a:gd name="T77" fmla="*/ 984 h 1599"/>
                <a:gd name="T78" fmla="*/ 334 w 1588"/>
                <a:gd name="T79" fmla="*/ 918 h 1599"/>
                <a:gd name="T80" fmla="*/ 285 w 1588"/>
                <a:gd name="T81" fmla="*/ 850 h 1599"/>
                <a:gd name="T82" fmla="*/ 240 w 1588"/>
                <a:gd name="T83" fmla="*/ 780 h 1599"/>
                <a:gd name="T84" fmla="*/ 198 w 1588"/>
                <a:gd name="T85" fmla="*/ 708 h 1599"/>
                <a:gd name="T86" fmla="*/ 159 w 1588"/>
                <a:gd name="T87" fmla="*/ 635 h 1599"/>
                <a:gd name="T88" fmla="*/ 125 w 1588"/>
                <a:gd name="T89" fmla="*/ 560 h 1599"/>
                <a:gd name="T90" fmla="*/ 95 w 1588"/>
                <a:gd name="T91" fmla="*/ 486 h 1599"/>
                <a:gd name="T92" fmla="*/ 68 w 1588"/>
                <a:gd name="T93" fmla="*/ 410 h 1599"/>
                <a:gd name="T94" fmla="*/ 46 w 1588"/>
                <a:gd name="T95" fmla="*/ 333 h 1599"/>
                <a:gd name="T96" fmla="*/ 29 w 1588"/>
                <a:gd name="T97" fmla="*/ 258 h 1599"/>
                <a:gd name="T98" fmla="*/ 15 w 1588"/>
                <a:gd name="T99" fmla="*/ 181 h 1599"/>
                <a:gd name="T100" fmla="*/ 6 w 1588"/>
                <a:gd name="T101" fmla="*/ 105 h 1599"/>
                <a:gd name="T102" fmla="*/ 0 w 1588"/>
                <a:gd name="T103" fmla="*/ 30 h 1599"/>
                <a:gd name="T104" fmla="*/ 166 w 1588"/>
                <a:gd name="T105" fmla="*/ 15 h 1599"/>
                <a:gd name="T106" fmla="*/ 328 w 1588"/>
                <a:gd name="T107" fmla="*/ 0 h 15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588" h="1599">
                  <a:moveTo>
                    <a:pt x="328" y="0"/>
                  </a:moveTo>
                  <a:lnTo>
                    <a:pt x="348" y="102"/>
                  </a:lnTo>
                  <a:lnTo>
                    <a:pt x="371" y="200"/>
                  </a:lnTo>
                  <a:lnTo>
                    <a:pt x="398" y="292"/>
                  </a:lnTo>
                  <a:lnTo>
                    <a:pt x="429" y="382"/>
                  </a:lnTo>
                  <a:lnTo>
                    <a:pt x="465" y="467"/>
                  </a:lnTo>
                  <a:lnTo>
                    <a:pt x="505" y="548"/>
                  </a:lnTo>
                  <a:lnTo>
                    <a:pt x="549" y="624"/>
                  </a:lnTo>
                  <a:lnTo>
                    <a:pt x="597" y="697"/>
                  </a:lnTo>
                  <a:lnTo>
                    <a:pt x="648" y="765"/>
                  </a:lnTo>
                  <a:lnTo>
                    <a:pt x="703" y="829"/>
                  </a:lnTo>
                  <a:lnTo>
                    <a:pt x="764" y="889"/>
                  </a:lnTo>
                  <a:lnTo>
                    <a:pt x="828" y="944"/>
                  </a:lnTo>
                  <a:lnTo>
                    <a:pt x="896" y="997"/>
                  </a:lnTo>
                  <a:lnTo>
                    <a:pt x="968" y="1044"/>
                  </a:lnTo>
                  <a:lnTo>
                    <a:pt x="1045" y="1088"/>
                  </a:lnTo>
                  <a:lnTo>
                    <a:pt x="1124" y="1128"/>
                  </a:lnTo>
                  <a:lnTo>
                    <a:pt x="1209" y="1163"/>
                  </a:lnTo>
                  <a:lnTo>
                    <a:pt x="1297" y="1194"/>
                  </a:lnTo>
                  <a:lnTo>
                    <a:pt x="1390" y="1222"/>
                  </a:lnTo>
                  <a:lnTo>
                    <a:pt x="1486" y="1246"/>
                  </a:lnTo>
                  <a:lnTo>
                    <a:pt x="1588" y="1265"/>
                  </a:lnTo>
                  <a:lnTo>
                    <a:pt x="1573" y="1430"/>
                  </a:lnTo>
                  <a:lnTo>
                    <a:pt x="1558" y="1599"/>
                  </a:lnTo>
                  <a:lnTo>
                    <a:pt x="1461" y="1587"/>
                  </a:lnTo>
                  <a:lnTo>
                    <a:pt x="1366" y="1571"/>
                  </a:lnTo>
                  <a:lnTo>
                    <a:pt x="1273" y="1550"/>
                  </a:lnTo>
                  <a:lnTo>
                    <a:pt x="1184" y="1524"/>
                  </a:lnTo>
                  <a:lnTo>
                    <a:pt x="1096" y="1494"/>
                  </a:lnTo>
                  <a:lnTo>
                    <a:pt x="1011" y="1459"/>
                  </a:lnTo>
                  <a:lnTo>
                    <a:pt x="929" y="1420"/>
                  </a:lnTo>
                  <a:lnTo>
                    <a:pt x="851" y="1377"/>
                  </a:lnTo>
                  <a:lnTo>
                    <a:pt x="776" y="1331"/>
                  </a:lnTo>
                  <a:lnTo>
                    <a:pt x="702" y="1280"/>
                  </a:lnTo>
                  <a:lnTo>
                    <a:pt x="633" y="1227"/>
                  </a:lnTo>
                  <a:lnTo>
                    <a:pt x="566" y="1170"/>
                  </a:lnTo>
                  <a:lnTo>
                    <a:pt x="504" y="1111"/>
                  </a:lnTo>
                  <a:lnTo>
                    <a:pt x="444" y="1049"/>
                  </a:lnTo>
                  <a:lnTo>
                    <a:pt x="388" y="984"/>
                  </a:lnTo>
                  <a:lnTo>
                    <a:pt x="334" y="918"/>
                  </a:lnTo>
                  <a:lnTo>
                    <a:pt x="285" y="850"/>
                  </a:lnTo>
                  <a:lnTo>
                    <a:pt x="240" y="780"/>
                  </a:lnTo>
                  <a:lnTo>
                    <a:pt x="198" y="708"/>
                  </a:lnTo>
                  <a:lnTo>
                    <a:pt x="159" y="635"/>
                  </a:lnTo>
                  <a:lnTo>
                    <a:pt x="125" y="560"/>
                  </a:lnTo>
                  <a:lnTo>
                    <a:pt x="95" y="486"/>
                  </a:lnTo>
                  <a:lnTo>
                    <a:pt x="68" y="410"/>
                  </a:lnTo>
                  <a:lnTo>
                    <a:pt x="46" y="333"/>
                  </a:lnTo>
                  <a:lnTo>
                    <a:pt x="29" y="258"/>
                  </a:lnTo>
                  <a:lnTo>
                    <a:pt x="15" y="181"/>
                  </a:lnTo>
                  <a:lnTo>
                    <a:pt x="6" y="105"/>
                  </a:lnTo>
                  <a:lnTo>
                    <a:pt x="0" y="30"/>
                  </a:lnTo>
                  <a:lnTo>
                    <a:pt x="166" y="15"/>
                  </a:lnTo>
                  <a:lnTo>
                    <a:pt x="32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anchor="t" anchorCtr="0" bIns="45720" compatLnSpc="1" lIns="91440" numCol="1" rIns="91440" tIns="45720" vert="horz" wrap="square"/>
            <a:p>
              <a:endParaRPr lang="en-US">
                <a:ea typeface="Calibri" panose="020F0502020204030204" charset="0"/>
                <a:cs typeface="Calibri" panose="020F0502020204030204" charset="0"/>
              </a:endParaRPr>
            </a:p>
          </p:txBody>
        </p:sp>
        <p:sp>
          <p:nvSpPr>
            <p:cNvPr id="1048608" name="Freeform 46"/>
            <p:cNvSpPr/>
            <p:nvPr/>
          </p:nvSpPr>
          <p:spPr bwMode="auto">
            <a:xfrm>
              <a:off x="1810" y="886"/>
              <a:ext cx="55" cy="63"/>
            </a:xfrm>
            <a:custGeom>
              <a:avLst/>
              <a:gdLst>
                <a:gd name="T0" fmla="*/ 197 w 828"/>
                <a:gd name="T1" fmla="*/ 0 h 942"/>
                <a:gd name="T2" fmla="*/ 275 w 828"/>
                <a:gd name="T3" fmla="*/ 60 h 942"/>
                <a:gd name="T4" fmla="*/ 349 w 828"/>
                <a:gd name="T5" fmla="*/ 122 h 942"/>
                <a:gd name="T6" fmla="*/ 418 w 828"/>
                <a:gd name="T7" fmla="*/ 188 h 942"/>
                <a:gd name="T8" fmla="*/ 484 w 828"/>
                <a:gd name="T9" fmla="*/ 257 h 942"/>
                <a:gd name="T10" fmla="*/ 546 w 828"/>
                <a:gd name="T11" fmla="*/ 328 h 942"/>
                <a:gd name="T12" fmla="*/ 603 w 828"/>
                <a:gd name="T13" fmla="*/ 403 h 942"/>
                <a:gd name="T14" fmla="*/ 656 w 828"/>
                <a:gd name="T15" fmla="*/ 480 h 942"/>
                <a:gd name="T16" fmla="*/ 705 w 828"/>
                <a:gd name="T17" fmla="*/ 561 h 942"/>
                <a:gd name="T18" fmla="*/ 750 w 828"/>
                <a:gd name="T19" fmla="*/ 646 h 942"/>
                <a:gd name="T20" fmla="*/ 791 w 828"/>
                <a:gd name="T21" fmla="*/ 733 h 942"/>
                <a:gd name="T22" fmla="*/ 828 w 828"/>
                <a:gd name="T23" fmla="*/ 825 h 942"/>
                <a:gd name="T24" fmla="*/ 718 w 828"/>
                <a:gd name="T25" fmla="*/ 865 h 942"/>
                <a:gd name="T26" fmla="*/ 611 w 828"/>
                <a:gd name="T27" fmla="*/ 903 h 942"/>
                <a:gd name="T28" fmla="*/ 504 w 828"/>
                <a:gd name="T29" fmla="*/ 942 h 942"/>
                <a:gd name="T30" fmla="*/ 472 w 828"/>
                <a:gd name="T31" fmla="*/ 862 h 942"/>
                <a:gd name="T32" fmla="*/ 435 w 828"/>
                <a:gd name="T33" fmla="*/ 786 h 942"/>
                <a:gd name="T34" fmla="*/ 394 w 828"/>
                <a:gd name="T35" fmla="*/ 712 h 942"/>
                <a:gd name="T36" fmla="*/ 349 w 828"/>
                <a:gd name="T37" fmla="*/ 641 h 942"/>
                <a:gd name="T38" fmla="*/ 300 w 828"/>
                <a:gd name="T39" fmla="*/ 573 h 942"/>
                <a:gd name="T40" fmla="*/ 247 w 828"/>
                <a:gd name="T41" fmla="*/ 508 h 942"/>
                <a:gd name="T42" fmla="*/ 190 w 828"/>
                <a:gd name="T43" fmla="*/ 447 h 942"/>
                <a:gd name="T44" fmla="*/ 130 w 828"/>
                <a:gd name="T45" fmla="*/ 389 h 942"/>
                <a:gd name="T46" fmla="*/ 67 w 828"/>
                <a:gd name="T47" fmla="*/ 334 h 942"/>
                <a:gd name="T48" fmla="*/ 0 w 828"/>
                <a:gd name="T49" fmla="*/ 283 h 942"/>
                <a:gd name="T50" fmla="*/ 66 w 828"/>
                <a:gd name="T51" fmla="*/ 188 h 942"/>
                <a:gd name="T52" fmla="*/ 132 w 828"/>
                <a:gd name="T53" fmla="*/ 94 h 942"/>
                <a:gd name="T54" fmla="*/ 197 w 828"/>
                <a:gd name="T55" fmla="*/ 0 h 9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828" h="942">
                  <a:moveTo>
                    <a:pt x="197" y="0"/>
                  </a:moveTo>
                  <a:lnTo>
                    <a:pt x="275" y="60"/>
                  </a:lnTo>
                  <a:lnTo>
                    <a:pt x="349" y="122"/>
                  </a:lnTo>
                  <a:lnTo>
                    <a:pt x="418" y="188"/>
                  </a:lnTo>
                  <a:lnTo>
                    <a:pt x="484" y="257"/>
                  </a:lnTo>
                  <a:lnTo>
                    <a:pt x="546" y="328"/>
                  </a:lnTo>
                  <a:lnTo>
                    <a:pt x="603" y="403"/>
                  </a:lnTo>
                  <a:lnTo>
                    <a:pt x="656" y="480"/>
                  </a:lnTo>
                  <a:lnTo>
                    <a:pt x="705" y="561"/>
                  </a:lnTo>
                  <a:lnTo>
                    <a:pt x="750" y="646"/>
                  </a:lnTo>
                  <a:lnTo>
                    <a:pt x="791" y="733"/>
                  </a:lnTo>
                  <a:lnTo>
                    <a:pt x="828" y="825"/>
                  </a:lnTo>
                  <a:lnTo>
                    <a:pt x="718" y="865"/>
                  </a:lnTo>
                  <a:lnTo>
                    <a:pt x="611" y="903"/>
                  </a:lnTo>
                  <a:lnTo>
                    <a:pt x="504" y="942"/>
                  </a:lnTo>
                  <a:lnTo>
                    <a:pt x="472" y="862"/>
                  </a:lnTo>
                  <a:lnTo>
                    <a:pt x="435" y="786"/>
                  </a:lnTo>
                  <a:lnTo>
                    <a:pt x="394" y="712"/>
                  </a:lnTo>
                  <a:lnTo>
                    <a:pt x="349" y="641"/>
                  </a:lnTo>
                  <a:lnTo>
                    <a:pt x="300" y="573"/>
                  </a:lnTo>
                  <a:lnTo>
                    <a:pt x="247" y="508"/>
                  </a:lnTo>
                  <a:lnTo>
                    <a:pt x="190" y="447"/>
                  </a:lnTo>
                  <a:lnTo>
                    <a:pt x="130" y="389"/>
                  </a:lnTo>
                  <a:lnTo>
                    <a:pt x="67" y="334"/>
                  </a:lnTo>
                  <a:lnTo>
                    <a:pt x="0" y="283"/>
                  </a:lnTo>
                  <a:lnTo>
                    <a:pt x="66" y="188"/>
                  </a:lnTo>
                  <a:lnTo>
                    <a:pt x="132" y="94"/>
                  </a:lnTo>
                  <a:lnTo>
                    <a:pt x="197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anchor="t" anchorCtr="0" bIns="45720" compatLnSpc="1" lIns="91440" numCol="1" rIns="91440" tIns="45720" vert="horz" wrap="square"/>
            <a:p>
              <a:endParaRPr lang="en-US">
                <a:ea typeface="Calibri" panose="020F0502020204030204" charset="0"/>
                <a:cs typeface="Calibri" panose="020F0502020204030204" charset="0"/>
              </a:endParaRPr>
            </a:p>
          </p:txBody>
        </p:sp>
        <p:sp>
          <p:nvSpPr>
            <p:cNvPr id="1048609" name="Freeform 47"/>
            <p:cNvSpPr>
              <a:spLocks noEditPoints="1"/>
            </p:cNvSpPr>
            <p:nvPr/>
          </p:nvSpPr>
          <p:spPr bwMode="auto">
            <a:xfrm>
              <a:off x="1782" y="950"/>
              <a:ext cx="33" cy="81"/>
            </a:xfrm>
            <a:custGeom>
              <a:avLst/>
              <a:gdLst>
                <a:gd name="T0" fmla="*/ 112 w 495"/>
                <a:gd name="T1" fmla="*/ 113 h 1223"/>
                <a:gd name="T2" fmla="*/ 112 w 495"/>
                <a:gd name="T3" fmla="*/ 1110 h 1223"/>
                <a:gd name="T4" fmla="*/ 383 w 495"/>
                <a:gd name="T5" fmla="*/ 1110 h 1223"/>
                <a:gd name="T6" fmla="*/ 383 w 495"/>
                <a:gd name="T7" fmla="*/ 113 h 1223"/>
                <a:gd name="T8" fmla="*/ 112 w 495"/>
                <a:gd name="T9" fmla="*/ 113 h 1223"/>
                <a:gd name="T10" fmla="*/ 56 w 495"/>
                <a:gd name="T11" fmla="*/ 0 h 1223"/>
                <a:gd name="T12" fmla="*/ 439 w 495"/>
                <a:gd name="T13" fmla="*/ 0 h 1223"/>
                <a:gd name="T14" fmla="*/ 456 w 495"/>
                <a:gd name="T15" fmla="*/ 3 h 1223"/>
                <a:gd name="T16" fmla="*/ 472 w 495"/>
                <a:gd name="T17" fmla="*/ 10 h 1223"/>
                <a:gd name="T18" fmla="*/ 485 w 495"/>
                <a:gd name="T19" fmla="*/ 23 h 1223"/>
                <a:gd name="T20" fmla="*/ 492 w 495"/>
                <a:gd name="T21" fmla="*/ 37 h 1223"/>
                <a:gd name="T22" fmla="*/ 495 w 495"/>
                <a:gd name="T23" fmla="*/ 55 h 1223"/>
                <a:gd name="T24" fmla="*/ 495 w 495"/>
                <a:gd name="T25" fmla="*/ 1167 h 1223"/>
                <a:gd name="T26" fmla="*/ 492 w 495"/>
                <a:gd name="T27" fmla="*/ 1185 h 1223"/>
                <a:gd name="T28" fmla="*/ 485 w 495"/>
                <a:gd name="T29" fmla="*/ 1200 h 1223"/>
                <a:gd name="T30" fmla="*/ 472 w 495"/>
                <a:gd name="T31" fmla="*/ 1212 h 1223"/>
                <a:gd name="T32" fmla="*/ 456 w 495"/>
                <a:gd name="T33" fmla="*/ 1220 h 1223"/>
                <a:gd name="T34" fmla="*/ 439 w 495"/>
                <a:gd name="T35" fmla="*/ 1223 h 1223"/>
                <a:gd name="T36" fmla="*/ 56 w 495"/>
                <a:gd name="T37" fmla="*/ 1223 h 1223"/>
                <a:gd name="T38" fmla="*/ 38 w 495"/>
                <a:gd name="T39" fmla="*/ 1220 h 1223"/>
                <a:gd name="T40" fmla="*/ 22 w 495"/>
                <a:gd name="T41" fmla="*/ 1212 h 1223"/>
                <a:gd name="T42" fmla="*/ 11 w 495"/>
                <a:gd name="T43" fmla="*/ 1200 h 1223"/>
                <a:gd name="T44" fmla="*/ 2 w 495"/>
                <a:gd name="T45" fmla="*/ 1185 h 1223"/>
                <a:gd name="T46" fmla="*/ 0 w 495"/>
                <a:gd name="T47" fmla="*/ 1167 h 1223"/>
                <a:gd name="T48" fmla="*/ 0 w 495"/>
                <a:gd name="T49" fmla="*/ 55 h 1223"/>
                <a:gd name="T50" fmla="*/ 2 w 495"/>
                <a:gd name="T51" fmla="*/ 37 h 1223"/>
                <a:gd name="T52" fmla="*/ 11 w 495"/>
                <a:gd name="T53" fmla="*/ 23 h 1223"/>
                <a:gd name="T54" fmla="*/ 22 w 495"/>
                <a:gd name="T55" fmla="*/ 10 h 1223"/>
                <a:gd name="T56" fmla="*/ 38 w 495"/>
                <a:gd name="T57" fmla="*/ 3 h 1223"/>
                <a:gd name="T58" fmla="*/ 56 w 495"/>
                <a:gd name="T59" fmla="*/ 0 h 12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495" h="1223">
                  <a:moveTo>
                    <a:pt x="112" y="113"/>
                  </a:moveTo>
                  <a:lnTo>
                    <a:pt x="112" y="1110"/>
                  </a:lnTo>
                  <a:lnTo>
                    <a:pt x="383" y="1110"/>
                  </a:lnTo>
                  <a:lnTo>
                    <a:pt x="383" y="113"/>
                  </a:lnTo>
                  <a:lnTo>
                    <a:pt x="112" y="113"/>
                  </a:lnTo>
                  <a:close/>
                  <a:moveTo>
                    <a:pt x="56" y="0"/>
                  </a:moveTo>
                  <a:lnTo>
                    <a:pt x="439" y="0"/>
                  </a:lnTo>
                  <a:lnTo>
                    <a:pt x="456" y="3"/>
                  </a:lnTo>
                  <a:lnTo>
                    <a:pt x="472" y="10"/>
                  </a:lnTo>
                  <a:lnTo>
                    <a:pt x="485" y="23"/>
                  </a:lnTo>
                  <a:lnTo>
                    <a:pt x="492" y="37"/>
                  </a:lnTo>
                  <a:lnTo>
                    <a:pt x="495" y="55"/>
                  </a:lnTo>
                  <a:lnTo>
                    <a:pt x="495" y="1167"/>
                  </a:lnTo>
                  <a:lnTo>
                    <a:pt x="492" y="1185"/>
                  </a:lnTo>
                  <a:lnTo>
                    <a:pt x="485" y="1200"/>
                  </a:lnTo>
                  <a:lnTo>
                    <a:pt x="472" y="1212"/>
                  </a:lnTo>
                  <a:lnTo>
                    <a:pt x="456" y="1220"/>
                  </a:lnTo>
                  <a:lnTo>
                    <a:pt x="439" y="1223"/>
                  </a:lnTo>
                  <a:lnTo>
                    <a:pt x="56" y="1223"/>
                  </a:lnTo>
                  <a:lnTo>
                    <a:pt x="38" y="1220"/>
                  </a:lnTo>
                  <a:lnTo>
                    <a:pt x="22" y="1212"/>
                  </a:lnTo>
                  <a:lnTo>
                    <a:pt x="11" y="1200"/>
                  </a:lnTo>
                  <a:lnTo>
                    <a:pt x="2" y="1185"/>
                  </a:lnTo>
                  <a:lnTo>
                    <a:pt x="0" y="1167"/>
                  </a:lnTo>
                  <a:lnTo>
                    <a:pt x="0" y="55"/>
                  </a:lnTo>
                  <a:lnTo>
                    <a:pt x="2" y="37"/>
                  </a:lnTo>
                  <a:lnTo>
                    <a:pt x="11" y="23"/>
                  </a:lnTo>
                  <a:lnTo>
                    <a:pt x="22" y="10"/>
                  </a:lnTo>
                  <a:lnTo>
                    <a:pt x="38" y="3"/>
                  </a:lnTo>
                  <a:lnTo>
                    <a:pt x="56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anchor="t" anchorCtr="0" bIns="45720" compatLnSpc="1" lIns="91440" numCol="1" rIns="91440" tIns="45720" vert="horz" wrap="square"/>
            <a:p>
              <a:endParaRPr lang="en-US">
                <a:ea typeface="Calibri" panose="020F0502020204030204" charset="0"/>
                <a:cs typeface="Calibri" panose="020F0502020204030204" charset="0"/>
              </a:endParaRPr>
            </a:p>
          </p:txBody>
        </p:sp>
        <p:sp>
          <p:nvSpPr>
            <p:cNvPr id="1048610" name="Freeform 48"/>
            <p:cNvSpPr>
              <a:spLocks noEditPoints="1"/>
            </p:cNvSpPr>
            <p:nvPr/>
          </p:nvSpPr>
          <p:spPr bwMode="auto">
            <a:xfrm>
              <a:off x="1700" y="969"/>
              <a:ext cx="33" cy="62"/>
            </a:xfrm>
            <a:custGeom>
              <a:avLst/>
              <a:gdLst>
                <a:gd name="T0" fmla="*/ 112 w 495"/>
                <a:gd name="T1" fmla="*/ 728 h 928"/>
                <a:gd name="T2" fmla="*/ 112 w 495"/>
                <a:gd name="T3" fmla="*/ 815 h 928"/>
                <a:gd name="T4" fmla="*/ 199 w 495"/>
                <a:gd name="T5" fmla="*/ 815 h 928"/>
                <a:gd name="T6" fmla="*/ 112 w 495"/>
                <a:gd name="T7" fmla="*/ 728 h 928"/>
                <a:gd name="T8" fmla="*/ 112 w 495"/>
                <a:gd name="T9" fmla="*/ 551 h 928"/>
                <a:gd name="T10" fmla="*/ 112 w 495"/>
                <a:gd name="T11" fmla="*/ 639 h 928"/>
                <a:gd name="T12" fmla="*/ 288 w 495"/>
                <a:gd name="T13" fmla="*/ 815 h 928"/>
                <a:gd name="T14" fmla="*/ 288 w 495"/>
                <a:gd name="T15" fmla="*/ 817 h 928"/>
                <a:gd name="T16" fmla="*/ 376 w 495"/>
                <a:gd name="T17" fmla="*/ 817 h 928"/>
                <a:gd name="T18" fmla="*/ 112 w 495"/>
                <a:gd name="T19" fmla="*/ 551 h 928"/>
                <a:gd name="T20" fmla="*/ 112 w 495"/>
                <a:gd name="T21" fmla="*/ 372 h 928"/>
                <a:gd name="T22" fmla="*/ 112 w 495"/>
                <a:gd name="T23" fmla="*/ 461 h 928"/>
                <a:gd name="T24" fmla="*/ 383 w 495"/>
                <a:gd name="T25" fmla="*/ 734 h 928"/>
                <a:gd name="T26" fmla="*/ 383 w 495"/>
                <a:gd name="T27" fmla="*/ 644 h 928"/>
                <a:gd name="T28" fmla="*/ 112 w 495"/>
                <a:gd name="T29" fmla="*/ 372 h 928"/>
                <a:gd name="T30" fmla="*/ 112 w 495"/>
                <a:gd name="T31" fmla="*/ 194 h 928"/>
                <a:gd name="T32" fmla="*/ 112 w 495"/>
                <a:gd name="T33" fmla="*/ 283 h 928"/>
                <a:gd name="T34" fmla="*/ 383 w 495"/>
                <a:gd name="T35" fmla="*/ 555 h 928"/>
                <a:gd name="T36" fmla="*/ 383 w 495"/>
                <a:gd name="T37" fmla="*/ 467 h 928"/>
                <a:gd name="T38" fmla="*/ 112 w 495"/>
                <a:gd name="T39" fmla="*/ 194 h 928"/>
                <a:gd name="T40" fmla="*/ 119 w 495"/>
                <a:gd name="T41" fmla="*/ 113 h 928"/>
                <a:gd name="T42" fmla="*/ 383 w 495"/>
                <a:gd name="T43" fmla="*/ 378 h 928"/>
                <a:gd name="T44" fmla="*/ 383 w 495"/>
                <a:gd name="T45" fmla="*/ 288 h 928"/>
                <a:gd name="T46" fmla="*/ 208 w 495"/>
                <a:gd name="T47" fmla="*/ 113 h 928"/>
                <a:gd name="T48" fmla="*/ 119 w 495"/>
                <a:gd name="T49" fmla="*/ 113 h 928"/>
                <a:gd name="T50" fmla="*/ 296 w 495"/>
                <a:gd name="T51" fmla="*/ 112 h 928"/>
                <a:gd name="T52" fmla="*/ 383 w 495"/>
                <a:gd name="T53" fmla="*/ 199 h 928"/>
                <a:gd name="T54" fmla="*/ 383 w 495"/>
                <a:gd name="T55" fmla="*/ 112 h 928"/>
                <a:gd name="T56" fmla="*/ 296 w 495"/>
                <a:gd name="T57" fmla="*/ 112 h 928"/>
                <a:gd name="T58" fmla="*/ 56 w 495"/>
                <a:gd name="T59" fmla="*/ 0 h 928"/>
                <a:gd name="T60" fmla="*/ 439 w 495"/>
                <a:gd name="T61" fmla="*/ 0 h 928"/>
                <a:gd name="T62" fmla="*/ 457 w 495"/>
                <a:gd name="T63" fmla="*/ 3 h 928"/>
                <a:gd name="T64" fmla="*/ 473 w 495"/>
                <a:gd name="T65" fmla="*/ 10 h 928"/>
                <a:gd name="T66" fmla="*/ 484 w 495"/>
                <a:gd name="T67" fmla="*/ 23 h 928"/>
                <a:gd name="T68" fmla="*/ 493 w 495"/>
                <a:gd name="T69" fmla="*/ 37 h 928"/>
                <a:gd name="T70" fmla="*/ 495 w 495"/>
                <a:gd name="T71" fmla="*/ 55 h 928"/>
                <a:gd name="T72" fmla="*/ 495 w 495"/>
                <a:gd name="T73" fmla="*/ 872 h 928"/>
                <a:gd name="T74" fmla="*/ 493 w 495"/>
                <a:gd name="T75" fmla="*/ 890 h 928"/>
                <a:gd name="T76" fmla="*/ 484 w 495"/>
                <a:gd name="T77" fmla="*/ 905 h 928"/>
                <a:gd name="T78" fmla="*/ 473 w 495"/>
                <a:gd name="T79" fmla="*/ 917 h 928"/>
                <a:gd name="T80" fmla="*/ 457 w 495"/>
                <a:gd name="T81" fmla="*/ 925 h 928"/>
                <a:gd name="T82" fmla="*/ 439 w 495"/>
                <a:gd name="T83" fmla="*/ 928 h 928"/>
                <a:gd name="T84" fmla="*/ 56 w 495"/>
                <a:gd name="T85" fmla="*/ 928 h 928"/>
                <a:gd name="T86" fmla="*/ 39 w 495"/>
                <a:gd name="T87" fmla="*/ 925 h 928"/>
                <a:gd name="T88" fmla="*/ 23 w 495"/>
                <a:gd name="T89" fmla="*/ 917 h 928"/>
                <a:gd name="T90" fmla="*/ 10 w 495"/>
                <a:gd name="T91" fmla="*/ 905 h 928"/>
                <a:gd name="T92" fmla="*/ 3 w 495"/>
                <a:gd name="T93" fmla="*/ 890 h 928"/>
                <a:gd name="T94" fmla="*/ 0 w 495"/>
                <a:gd name="T95" fmla="*/ 872 h 928"/>
                <a:gd name="T96" fmla="*/ 0 w 495"/>
                <a:gd name="T97" fmla="*/ 55 h 928"/>
                <a:gd name="T98" fmla="*/ 3 w 495"/>
                <a:gd name="T99" fmla="*/ 37 h 928"/>
                <a:gd name="T100" fmla="*/ 10 w 495"/>
                <a:gd name="T101" fmla="*/ 23 h 928"/>
                <a:gd name="T102" fmla="*/ 23 w 495"/>
                <a:gd name="T103" fmla="*/ 10 h 928"/>
                <a:gd name="T104" fmla="*/ 39 w 495"/>
                <a:gd name="T105" fmla="*/ 3 h 928"/>
                <a:gd name="T106" fmla="*/ 56 w 495"/>
                <a:gd name="T107" fmla="*/ 0 h 9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495" h="928">
                  <a:moveTo>
                    <a:pt x="112" y="728"/>
                  </a:moveTo>
                  <a:lnTo>
                    <a:pt x="112" y="815"/>
                  </a:lnTo>
                  <a:lnTo>
                    <a:pt x="199" y="815"/>
                  </a:lnTo>
                  <a:lnTo>
                    <a:pt x="112" y="728"/>
                  </a:lnTo>
                  <a:close/>
                  <a:moveTo>
                    <a:pt x="112" y="551"/>
                  </a:moveTo>
                  <a:lnTo>
                    <a:pt x="112" y="639"/>
                  </a:lnTo>
                  <a:lnTo>
                    <a:pt x="288" y="815"/>
                  </a:lnTo>
                  <a:lnTo>
                    <a:pt x="288" y="817"/>
                  </a:lnTo>
                  <a:lnTo>
                    <a:pt x="376" y="817"/>
                  </a:lnTo>
                  <a:lnTo>
                    <a:pt x="112" y="551"/>
                  </a:lnTo>
                  <a:close/>
                  <a:moveTo>
                    <a:pt x="112" y="372"/>
                  </a:moveTo>
                  <a:lnTo>
                    <a:pt x="112" y="461"/>
                  </a:lnTo>
                  <a:lnTo>
                    <a:pt x="383" y="734"/>
                  </a:lnTo>
                  <a:lnTo>
                    <a:pt x="383" y="644"/>
                  </a:lnTo>
                  <a:lnTo>
                    <a:pt x="112" y="372"/>
                  </a:lnTo>
                  <a:close/>
                  <a:moveTo>
                    <a:pt x="112" y="194"/>
                  </a:moveTo>
                  <a:lnTo>
                    <a:pt x="112" y="283"/>
                  </a:lnTo>
                  <a:lnTo>
                    <a:pt x="383" y="555"/>
                  </a:lnTo>
                  <a:lnTo>
                    <a:pt x="383" y="467"/>
                  </a:lnTo>
                  <a:lnTo>
                    <a:pt x="112" y="194"/>
                  </a:lnTo>
                  <a:close/>
                  <a:moveTo>
                    <a:pt x="119" y="113"/>
                  </a:moveTo>
                  <a:lnTo>
                    <a:pt x="383" y="378"/>
                  </a:lnTo>
                  <a:lnTo>
                    <a:pt x="383" y="288"/>
                  </a:lnTo>
                  <a:lnTo>
                    <a:pt x="208" y="113"/>
                  </a:lnTo>
                  <a:lnTo>
                    <a:pt x="119" y="113"/>
                  </a:lnTo>
                  <a:close/>
                  <a:moveTo>
                    <a:pt x="296" y="112"/>
                  </a:moveTo>
                  <a:lnTo>
                    <a:pt x="383" y="199"/>
                  </a:lnTo>
                  <a:lnTo>
                    <a:pt x="383" y="112"/>
                  </a:lnTo>
                  <a:lnTo>
                    <a:pt x="296" y="112"/>
                  </a:lnTo>
                  <a:close/>
                  <a:moveTo>
                    <a:pt x="56" y="0"/>
                  </a:moveTo>
                  <a:lnTo>
                    <a:pt x="439" y="0"/>
                  </a:lnTo>
                  <a:lnTo>
                    <a:pt x="457" y="3"/>
                  </a:lnTo>
                  <a:lnTo>
                    <a:pt x="473" y="10"/>
                  </a:lnTo>
                  <a:lnTo>
                    <a:pt x="484" y="23"/>
                  </a:lnTo>
                  <a:lnTo>
                    <a:pt x="493" y="37"/>
                  </a:lnTo>
                  <a:lnTo>
                    <a:pt x="495" y="55"/>
                  </a:lnTo>
                  <a:lnTo>
                    <a:pt x="495" y="872"/>
                  </a:lnTo>
                  <a:lnTo>
                    <a:pt x="493" y="890"/>
                  </a:lnTo>
                  <a:lnTo>
                    <a:pt x="484" y="905"/>
                  </a:lnTo>
                  <a:lnTo>
                    <a:pt x="473" y="917"/>
                  </a:lnTo>
                  <a:lnTo>
                    <a:pt x="457" y="925"/>
                  </a:lnTo>
                  <a:lnTo>
                    <a:pt x="439" y="928"/>
                  </a:lnTo>
                  <a:lnTo>
                    <a:pt x="56" y="928"/>
                  </a:lnTo>
                  <a:lnTo>
                    <a:pt x="39" y="925"/>
                  </a:lnTo>
                  <a:lnTo>
                    <a:pt x="23" y="917"/>
                  </a:lnTo>
                  <a:lnTo>
                    <a:pt x="10" y="905"/>
                  </a:lnTo>
                  <a:lnTo>
                    <a:pt x="3" y="890"/>
                  </a:lnTo>
                  <a:lnTo>
                    <a:pt x="0" y="872"/>
                  </a:lnTo>
                  <a:lnTo>
                    <a:pt x="0" y="55"/>
                  </a:lnTo>
                  <a:lnTo>
                    <a:pt x="3" y="37"/>
                  </a:lnTo>
                  <a:lnTo>
                    <a:pt x="10" y="23"/>
                  </a:lnTo>
                  <a:lnTo>
                    <a:pt x="23" y="10"/>
                  </a:lnTo>
                  <a:lnTo>
                    <a:pt x="39" y="3"/>
                  </a:lnTo>
                  <a:lnTo>
                    <a:pt x="56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anchor="t" anchorCtr="0" bIns="45720" compatLnSpc="1" lIns="91440" numCol="1" rIns="91440" tIns="45720" vert="horz" wrap="square"/>
            <a:p>
              <a:endParaRPr lang="en-US">
                <a:ea typeface="Calibri" panose="020F0502020204030204" charset="0"/>
                <a:cs typeface="Calibri" panose="020F0502020204030204" charset="0"/>
              </a:endParaRPr>
            </a:p>
          </p:txBody>
        </p:sp>
        <p:sp>
          <p:nvSpPr>
            <p:cNvPr id="1048611" name="Freeform 49"/>
            <p:cNvSpPr/>
            <p:nvPr/>
          </p:nvSpPr>
          <p:spPr bwMode="auto">
            <a:xfrm>
              <a:off x="1741" y="920"/>
              <a:ext cx="33" cy="111"/>
            </a:xfrm>
            <a:custGeom>
              <a:avLst/>
              <a:gdLst>
                <a:gd name="T0" fmla="*/ 57 w 495"/>
                <a:gd name="T1" fmla="*/ 0 h 1675"/>
                <a:gd name="T2" fmla="*/ 439 w 495"/>
                <a:gd name="T3" fmla="*/ 0 h 1675"/>
                <a:gd name="T4" fmla="*/ 457 w 495"/>
                <a:gd name="T5" fmla="*/ 3 h 1675"/>
                <a:gd name="T6" fmla="*/ 472 w 495"/>
                <a:gd name="T7" fmla="*/ 11 h 1675"/>
                <a:gd name="T8" fmla="*/ 484 w 495"/>
                <a:gd name="T9" fmla="*/ 23 h 1675"/>
                <a:gd name="T10" fmla="*/ 493 w 495"/>
                <a:gd name="T11" fmla="*/ 39 h 1675"/>
                <a:gd name="T12" fmla="*/ 495 w 495"/>
                <a:gd name="T13" fmla="*/ 57 h 1675"/>
                <a:gd name="T14" fmla="*/ 495 w 495"/>
                <a:gd name="T15" fmla="*/ 1619 h 1675"/>
                <a:gd name="T16" fmla="*/ 493 w 495"/>
                <a:gd name="T17" fmla="*/ 1637 h 1675"/>
                <a:gd name="T18" fmla="*/ 484 w 495"/>
                <a:gd name="T19" fmla="*/ 1652 h 1675"/>
                <a:gd name="T20" fmla="*/ 472 w 495"/>
                <a:gd name="T21" fmla="*/ 1664 h 1675"/>
                <a:gd name="T22" fmla="*/ 457 w 495"/>
                <a:gd name="T23" fmla="*/ 1672 h 1675"/>
                <a:gd name="T24" fmla="*/ 439 w 495"/>
                <a:gd name="T25" fmla="*/ 1675 h 1675"/>
                <a:gd name="T26" fmla="*/ 57 w 495"/>
                <a:gd name="T27" fmla="*/ 1675 h 1675"/>
                <a:gd name="T28" fmla="*/ 39 w 495"/>
                <a:gd name="T29" fmla="*/ 1672 h 1675"/>
                <a:gd name="T30" fmla="*/ 23 w 495"/>
                <a:gd name="T31" fmla="*/ 1664 h 1675"/>
                <a:gd name="T32" fmla="*/ 10 w 495"/>
                <a:gd name="T33" fmla="*/ 1652 h 1675"/>
                <a:gd name="T34" fmla="*/ 3 w 495"/>
                <a:gd name="T35" fmla="*/ 1637 h 1675"/>
                <a:gd name="T36" fmla="*/ 0 w 495"/>
                <a:gd name="T37" fmla="*/ 1619 h 1675"/>
                <a:gd name="T38" fmla="*/ 0 w 495"/>
                <a:gd name="T39" fmla="*/ 57 h 1675"/>
                <a:gd name="T40" fmla="*/ 3 w 495"/>
                <a:gd name="T41" fmla="*/ 39 h 1675"/>
                <a:gd name="T42" fmla="*/ 10 w 495"/>
                <a:gd name="T43" fmla="*/ 23 h 1675"/>
                <a:gd name="T44" fmla="*/ 23 w 495"/>
                <a:gd name="T45" fmla="*/ 11 h 1675"/>
                <a:gd name="T46" fmla="*/ 39 w 495"/>
                <a:gd name="T47" fmla="*/ 3 h 1675"/>
                <a:gd name="T48" fmla="*/ 57 w 495"/>
                <a:gd name="T49" fmla="*/ 0 h 16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495" h="1675">
                  <a:moveTo>
                    <a:pt x="57" y="0"/>
                  </a:moveTo>
                  <a:lnTo>
                    <a:pt x="439" y="0"/>
                  </a:lnTo>
                  <a:lnTo>
                    <a:pt x="457" y="3"/>
                  </a:lnTo>
                  <a:lnTo>
                    <a:pt x="472" y="11"/>
                  </a:lnTo>
                  <a:lnTo>
                    <a:pt x="484" y="23"/>
                  </a:lnTo>
                  <a:lnTo>
                    <a:pt x="493" y="39"/>
                  </a:lnTo>
                  <a:lnTo>
                    <a:pt x="495" y="57"/>
                  </a:lnTo>
                  <a:lnTo>
                    <a:pt x="495" y="1619"/>
                  </a:lnTo>
                  <a:lnTo>
                    <a:pt x="493" y="1637"/>
                  </a:lnTo>
                  <a:lnTo>
                    <a:pt x="484" y="1652"/>
                  </a:lnTo>
                  <a:lnTo>
                    <a:pt x="472" y="1664"/>
                  </a:lnTo>
                  <a:lnTo>
                    <a:pt x="457" y="1672"/>
                  </a:lnTo>
                  <a:lnTo>
                    <a:pt x="439" y="1675"/>
                  </a:lnTo>
                  <a:lnTo>
                    <a:pt x="57" y="1675"/>
                  </a:lnTo>
                  <a:lnTo>
                    <a:pt x="39" y="1672"/>
                  </a:lnTo>
                  <a:lnTo>
                    <a:pt x="23" y="1664"/>
                  </a:lnTo>
                  <a:lnTo>
                    <a:pt x="10" y="1652"/>
                  </a:lnTo>
                  <a:lnTo>
                    <a:pt x="3" y="1637"/>
                  </a:lnTo>
                  <a:lnTo>
                    <a:pt x="0" y="1619"/>
                  </a:lnTo>
                  <a:lnTo>
                    <a:pt x="0" y="57"/>
                  </a:lnTo>
                  <a:lnTo>
                    <a:pt x="3" y="39"/>
                  </a:lnTo>
                  <a:lnTo>
                    <a:pt x="10" y="23"/>
                  </a:lnTo>
                  <a:lnTo>
                    <a:pt x="23" y="11"/>
                  </a:lnTo>
                  <a:lnTo>
                    <a:pt x="39" y="3"/>
                  </a:lnTo>
                  <a:lnTo>
                    <a:pt x="57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</a:ln>
          </p:spPr>
          <p:txBody>
            <a:bodyPr anchor="t" anchorCtr="0" bIns="45720" compatLnSpc="1" lIns="91440" numCol="1" rIns="91440" tIns="45720" vert="horz" wrap="square"/>
            <a:p>
              <a:endParaRPr lang="en-US">
                <a:ea typeface="Calibri" panose="020F0502020204030204" charset="0"/>
                <a:cs typeface="Calibri" panose="020F0502020204030204" charset="0"/>
              </a:endParaRPr>
            </a:p>
          </p:txBody>
        </p:sp>
      </p:grpSp>
      <p:sp>
        <p:nvSpPr>
          <p:cNvPr id="1048612" name="Oval 85"/>
          <p:cNvSpPr/>
          <p:nvPr/>
        </p:nvSpPr>
        <p:spPr>
          <a:xfrm>
            <a:off x="4835352" y="5505216"/>
            <a:ext cx="969818" cy="969818"/>
          </a:xfrm>
          <a:prstGeom prst="ellipse"/>
          <a:solidFill>
            <a:srgbClr val="1B29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  <a:endParaRPr lang="en-US">
              <a:ea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1048613" name="Freeform 741"/>
          <p:cNvSpPr>
            <a:spLocks noEditPoints="1"/>
          </p:cNvSpPr>
          <p:nvPr/>
        </p:nvSpPr>
        <p:spPr bwMode="auto">
          <a:xfrm>
            <a:off x="5118640" y="5787405"/>
            <a:ext cx="398097" cy="365342"/>
          </a:xfrm>
          <a:custGeom>
            <a:avLst/>
            <a:gdLst>
              <a:gd name="T0" fmla="*/ 832 w 3321"/>
              <a:gd name="T1" fmla="*/ 1432 h 3043"/>
              <a:gd name="T2" fmla="*/ 261 w 3321"/>
              <a:gd name="T3" fmla="*/ 1721 h 3043"/>
              <a:gd name="T4" fmla="*/ 832 w 3321"/>
              <a:gd name="T5" fmla="*/ 2011 h 3043"/>
              <a:gd name="T6" fmla="*/ 1401 w 3321"/>
              <a:gd name="T7" fmla="*/ 1721 h 3043"/>
              <a:gd name="T8" fmla="*/ 832 w 3321"/>
              <a:gd name="T9" fmla="*/ 1432 h 3043"/>
              <a:gd name="T10" fmla="*/ 2489 w 3321"/>
              <a:gd name="T11" fmla="*/ 1426 h 3043"/>
              <a:gd name="T12" fmla="*/ 1920 w 3321"/>
              <a:gd name="T13" fmla="*/ 1717 h 3043"/>
              <a:gd name="T14" fmla="*/ 2489 w 3321"/>
              <a:gd name="T15" fmla="*/ 2007 h 3043"/>
              <a:gd name="T16" fmla="*/ 3059 w 3321"/>
              <a:gd name="T17" fmla="*/ 1717 h 3043"/>
              <a:gd name="T18" fmla="*/ 2489 w 3321"/>
              <a:gd name="T19" fmla="*/ 1426 h 3043"/>
              <a:gd name="T20" fmla="*/ 1662 w 3321"/>
              <a:gd name="T21" fmla="*/ 133 h 3043"/>
              <a:gd name="T22" fmla="*/ 1093 w 3321"/>
              <a:gd name="T23" fmla="*/ 423 h 3043"/>
              <a:gd name="T24" fmla="*/ 1662 w 3321"/>
              <a:gd name="T25" fmla="*/ 714 h 3043"/>
              <a:gd name="T26" fmla="*/ 2233 w 3321"/>
              <a:gd name="T27" fmla="*/ 423 h 3043"/>
              <a:gd name="T28" fmla="*/ 1662 w 3321"/>
              <a:gd name="T29" fmla="*/ 133 h 3043"/>
              <a:gd name="T30" fmla="*/ 1662 w 3321"/>
              <a:gd name="T31" fmla="*/ 0 h 3043"/>
              <a:gd name="T32" fmla="*/ 1662 w 3321"/>
              <a:gd name="T33" fmla="*/ 0 h 3043"/>
              <a:gd name="T34" fmla="*/ 2494 w 3321"/>
              <a:gd name="T35" fmla="*/ 423 h 3043"/>
              <a:gd name="T36" fmla="*/ 2494 w 3321"/>
              <a:gd name="T37" fmla="*/ 1296 h 3043"/>
              <a:gd name="T38" fmla="*/ 3321 w 3321"/>
              <a:gd name="T39" fmla="*/ 1717 h 3043"/>
              <a:gd name="T40" fmla="*/ 3321 w 3321"/>
              <a:gd name="T41" fmla="*/ 2615 h 3043"/>
              <a:gd name="T42" fmla="*/ 2489 w 3321"/>
              <a:gd name="T43" fmla="*/ 3038 h 3043"/>
              <a:gd name="T44" fmla="*/ 1662 w 3321"/>
              <a:gd name="T45" fmla="*/ 2617 h 3043"/>
              <a:gd name="T46" fmla="*/ 1662 w 3321"/>
              <a:gd name="T47" fmla="*/ 2619 h 3043"/>
              <a:gd name="T48" fmla="*/ 832 w 3321"/>
              <a:gd name="T49" fmla="*/ 3043 h 3043"/>
              <a:gd name="T50" fmla="*/ 0 w 3321"/>
              <a:gd name="T51" fmla="*/ 2619 h 3043"/>
              <a:gd name="T52" fmla="*/ 0 w 3321"/>
              <a:gd name="T53" fmla="*/ 1721 h 3043"/>
              <a:gd name="T54" fmla="*/ 832 w 3321"/>
              <a:gd name="T55" fmla="*/ 1298 h 3043"/>
              <a:gd name="T56" fmla="*/ 832 w 3321"/>
              <a:gd name="T57" fmla="*/ 423 h 3043"/>
              <a:gd name="T58" fmla="*/ 1662 w 3321"/>
              <a:gd name="T59" fmla="*/ 0 h 304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</a:cxnLst>
            <a:rect l="0" t="0" r="r" b="b"/>
            <a:pathLst>
              <a:path w="3321" h="3043">
                <a:moveTo>
                  <a:pt x="832" y="1432"/>
                </a:moveTo>
                <a:lnTo>
                  <a:pt x="261" y="1721"/>
                </a:lnTo>
                <a:lnTo>
                  <a:pt x="832" y="2011"/>
                </a:lnTo>
                <a:lnTo>
                  <a:pt x="1401" y="1721"/>
                </a:lnTo>
                <a:lnTo>
                  <a:pt x="832" y="1432"/>
                </a:lnTo>
                <a:close/>
                <a:moveTo>
                  <a:pt x="2489" y="1426"/>
                </a:moveTo>
                <a:lnTo>
                  <a:pt x="1920" y="1717"/>
                </a:lnTo>
                <a:lnTo>
                  <a:pt x="2489" y="2007"/>
                </a:lnTo>
                <a:lnTo>
                  <a:pt x="3059" y="1717"/>
                </a:lnTo>
                <a:lnTo>
                  <a:pt x="2489" y="1426"/>
                </a:lnTo>
                <a:close/>
                <a:moveTo>
                  <a:pt x="1662" y="133"/>
                </a:moveTo>
                <a:lnTo>
                  <a:pt x="1093" y="423"/>
                </a:lnTo>
                <a:lnTo>
                  <a:pt x="1662" y="714"/>
                </a:lnTo>
                <a:lnTo>
                  <a:pt x="2233" y="423"/>
                </a:lnTo>
                <a:lnTo>
                  <a:pt x="1662" y="133"/>
                </a:lnTo>
                <a:close/>
                <a:moveTo>
                  <a:pt x="1662" y="0"/>
                </a:moveTo>
                <a:lnTo>
                  <a:pt x="1662" y="0"/>
                </a:lnTo>
                <a:lnTo>
                  <a:pt x="2494" y="423"/>
                </a:lnTo>
                <a:lnTo>
                  <a:pt x="2494" y="1296"/>
                </a:lnTo>
                <a:lnTo>
                  <a:pt x="3321" y="1717"/>
                </a:lnTo>
                <a:lnTo>
                  <a:pt x="3321" y="2615"/>
                </a:lnTo>
                <a:lnTo>
                  <a:pt x="2489" y="3038"/>
                </a:lnTo>
                <a:lnTo>
                  <a:pt x="1662" y="2617"/>
                </a:lnTo>
                <a:lnTo>
                  <a:pt x="1662" y="2619"/>
                </a:lnTo>
                <a:lnTo>
                  <a:pt x="832" y="3043"/>
                </a:lnTo>
                <a:lnTo>
                  <a:pt x="0" y="2619"/>
                </a:lnTo>
                <a:lnTo>
                  <a:pt x="0" y="1721"/>
                </a:lnTo>
                <a:lnTo>
                  <a:pt x="832" y="1298"/>
                </a:lnTo>
                <a:lnTo>
                  <a:pt x="832" y="423"/>
                </a:lnTo>
                <a:lnTo>
                  <a:pt x="1662" y="0"/>
                </a:ln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</a:ln>
        </p:spPr>
        <p:txBody>
          <a:bodyPr anchor="t" anchorCtr="0" bIns="45720" compatLnSpc="1" lIns="91440" numCol="1" rIns="91440" tIns="45720" vert="horz" wrap="square"/>
          <a:p>
            <a:endParaRPr lang="en-US">
              <a:ea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1048614" name="Oval 84"/>
          <p:cNvSpPr/>
          <p:nvPr/>
        </p:nvSpPr>
        <p:spPr>
          <a:xfrm>
            <a:off x="2928330" y="4683458"/>
            <a:ext cx="969818" cy="969818"/>
          </a:xfrm>
          <a:prstGeom prst="ellipse"/>
          <a:solidFill>
            <a:srgbClr val="5CBFB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p>
            <a:pPr algn="ctr"/>
            <a:endParaRPr lang="en-US">
              <a:ea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1048615" name="Freeform 763"/>
          <p:cNvSpPr>
            <a:spLocks noEditPoints="1"/>
          </p:cNvSpPr>
          <p:nvPr/>
        </p:nvSpPr>
        <p:spPr bwMode="auto">
          <a:xfrm>
            <a:off x="3208373" y="4981598"/>
            <a:ext cx="377482" cy="396397"/>
          </a:xfrm>
          <a:custGeom>
            <a:avLst/>
            <a:gdLst>
              <a:gd name="T0" fmla="*/ 1608 w 3217"/>
              <a:gd name="T1" fmla="*/ 259 h 3376"/>
              <a:gd name="T2" fmla="*/ 506 w 3217"/>
              <a:gd name="T3" fmla="*/ 819 h 3376"/>
              <a:gd name="T4" fmla="*/ 1608 w 3217"/>
              <a:gd name="T5" fmla="*/ 1381 h 3376"/>
              <a:gd name="T6" fmla="*/ 2711 w 3217"/>
              <a:gd name="T7" fmla="*/ 819 h 3376"/>
              <a:gd name="T8" fmla="*/ 1608 w 3217"/>
              <a:gd name="T9" fmla="*/ 259 h 3376"/>
              <a:gd name="T10" fmla="*/ 1608 w 3217"/>
              <a:gd name="T11" fmla="*/ 0 h 3376"/>
              <a:gd name="T12" fmla="*/ 3217 w 3217"/>
              <a:gd name="T13" fmla="*/ 819 h 3376"/>
              <a:gd name="T14" fmla="*/ 3217 w 3217"/>
              <a:gd name="T15" fmla="*/ 2556 h 3376"/>
              <a:gd name="T16" fmla="*/ 1608 w 3217"/>
              <a:gd name="T17" fmla="*/ 3376 h 3376"/>
              <a:gd name="T18" fmla="*/ 0 w 3217"/>
              <a:gd name="T19" fmla="*/ 2556 h 3376"/>
              <a:gd name="T20" fmla="*/ 0 w 3217"/>
              <a:gd name="T21" fmla="*/ 819 h 3376"/>
              <a:gd name="T22" fmla="*/ 1608 w 3217"/>
              <a:gd name="T23" fmla="*/ 0 h 33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3217" h="3376">
                <a:moveTo>
                  <a:pt x="1608" y="259"/>
                </a:moveTo>
                <a:lnTo>
                  <a:pt x="506" y="819"/>
                </a:lnTo>
                <a:lnTo>
                  <a:pt x="1608" y="1381"/>
                </a:lnTo>
                <a:lnTo>
                  <a:pt x="2711" y="819"/>
                </a:lnTo>
                <a:lnTo>
                  <a:pt x="1608" y="259"/>
                </a:lnTo>
                <a:close/>
                <a:moveTo>
                  <a:pt x="1608" y="0"/>
                </a:moveTo>
                <a:lnTo>
                  <a:pt x="3217" y="819"/>
                </a:lnTo>
                <a:lnTo>
                  <a:pt x="3217" y="2556"/>
                </a:lnTo>
                <a:lnTo>
                  <a:pt x="1608" y="3376"/>
                </a:lnTo>
                <a:lnTo>
                  <a:pt x="0" y="2556"/>
                </a:lnTo>
                <a:lnTo>
                  <a:pt x="0" y="819"/>
                </a:lnTo>
                <a:lnTo>
                  <a:pt x="1608" y="0"/>
                </a:lnTo>
                <a:close/>
              </a:path>
            </a:pathLst>
          </a:custGeom>
          <a:solidFill>
            <a:schemeClr val="bg1"/>
          </a:solidFill>
          <a:ln w="0">
            <a:noFill/>
            <a:prstDash val="solid"/>
            <a:round/>
          </a:ln>
        </p:spPr>
        <p:txBody>
          <a:bodyPr anchor="t" anchorCtr="0" bIns="45720" compatLnSpc="1" lIns="91440" numCol="1" rIns="91440" tIns="45720" vert="horz" wrap="square"/>
          <a:p>
            <a:endParaRPr lang="en-US">
              <a:ea typeface="Calibri" panose="020F0502020204030204" charset="0"/>
              <a:cs typeface="Calibri" panose="020F0502020204030204" charset="0"/>
            </a:endParaRPr>
          </a:p>
        </p:txBody>
      </p:sp>
      <p:grpSp>
        <p:nvGrpSpPr>
          <p:cNvPr id="36" name="组合 48"/>
          <p:cNvGrpSpPr/>
          <p:nvPr/>
        </p:nvGrpSpPr>
        <p:grpSpPr>
          <a:xfrm>
            <a:off x="1875021" y="2653893"/>
            <a:ext cx="3094188" cy="1849056"/>
            <a:chOff x="1626835" y="2349127"/>
            <a:chExt cx="2492110" cy="952407"/>
          </a:xfrm>
        </p:grpSpPr>
        <p:sp>
          <p:nvSpPr>
            <p:cNvPr id="1048616" name="文本框 49"/>
            <p:cNvSpPr txBox="1"/>
            <p:nvPr/>
          </p:nvSpPr>
          <p:spPr>
            <a:xfrm>
              <a:off x="1806000" y="2349127"/>
              <a:ext cx="2133781" cy="230260"/>
            </a:xfrm>
            <a:prstGeom prst="rect"/>
            <a:noFill/>
          </p:spPr>
          <p:txBody>
            <a:bodyPr rtlCol="0" wrap="square">
              <a:spAutoFit/>
              <a:scene3d>
                <a:camera prst="orthographicFront"/>
                <a:lightRig dir="t" rig="threePt"/>
              </a:scene3d>
              <a:sp3d contourW="12700"/>
            </a:bodyPr>
            <a:p>
              <a:pPr algn="ctr"/>
              <a:r>
                <a:rPr altLang="zh-CN" b="1" dirty="0" sz="2400" lang="en-US">
                  <a:solidFill>
                    <a:schemeClr val="tx1">
                      <a:lumMod val="75000"/>
                      <a:lumOff val="25000"/>
                    </a:schemeClr>
                  </a:solidFill>
                  <a:latin typeface="Calibri" panose="020F0502020204030204" charset="0"/>
                  <a:cs typeface="Calibri" panose="020F0502020204030204" charset="0"/>
                </a:rPr>
                <a:t>Array</a:t>
              </a:r>
              <a:endParaRPr altLang="en-US" b="1" dirty="0" sz="1600" lang="zh-CN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charset="0"/>
                <a:cs typeface="Calibri" panose="020F0502020204030204" charset="0"/>
              </a:endParaRPr>
            </a:p>
          </p:txBody>
        </p:sp>
        <p:sp>
          <p:nvSpPr>
            <p:cNvPr id="1048617" name="文本框 50"/>
            <p:cNvSpPr txBox="1"/>
            <p:nvPr/>
          </p:nvSpPr>
          <p:spPr>
            <a:xfrm>
              <a:off x="1626835" y="2687681"/>
              <a:ext cx="2492110" cy="613853"/>
            </a:xfrm>
            <a:prstGeom prst="rect"/>
            <a:noFill/>
          </p:spPr>
          <p:txBody>
            <a:bodyPr rtlCol="0" wrap="square">
              <a:spAutoFit/>
              <a:scene3d>
                <a:camera prst="orthographicFront"/>
                <a:lightRig dir="t" rig="threePt"/>
              </a:scene3d>
              <a:sp3d contourW="12700"/>
            </a:bodyPr>
            <a:p>
              <a:pPr algn="ctr">
                <a:lnSpc>
                  <a:spcPct val="114000"/>
                </a:lnSpc>
              </a:pPr>
              <a:r>
                <a:rPr altLang="zh-CN" dirty="0" sz="1600" lang="en-US">
                  <a:latin typeface="Calibri" panose="020F0502020204030204" charset="0"/>
                  <a:ea typeface="+mj-ea"/>
                  <a:cs typeface="Calibri" panose="020F0502020204030204" charset="0"/>
                </a:rPr>
                <a:t>In this program, arrays store words, hints, and hidden patterns and are accessed using index values.</a:t>
              </a:r>
            </a:p>
          </p:txBody>
        </p:sp>
      </p:grpSp>
      <p:grpSp>
        <p:nvGrpSpPr>
          <p:cNvPr id="37" name="组合 51"/>
          <p:cNvGrpSpPr/>
          <p:nvPr/>
        </p:nvGrpSpPr>
        <p:grpSpPr>
          <a:xfrm>
            <a:off x="5279967" y="2043811"/>
            <a:ext cx="2801722" cy="2056271"/>
            <a:chOff x="1626835" y="2349127"/>
            <a:chExt cx="2492110" cy="1210829"/>
          </a:xfrm>
        </p:grpSpPr>
        <p:sp>
          <p:nvSpPr>
            <p:cNvPr id="1048618" name="文本框 52"/>
            <p:cNvSpPr txBox="1"/>
            <p:nvPr/>
          </p:nvSpPr>
          <p:spPr>
            <a:xfrm>
              <a:off x="1806000" y="2349127"/>
              <a:ext cx="2133781" cy="233325"/>
            </a:xfrm>
            <a:prstGeom prst="rect"/>
            <a:noFill/>
          </p:spPr>
          <p:txBody>
            <a:bodyPr rtlCol="0" wrap="square">
              <a:spAutoFit/>
              <a:scene3d>
                <a:camera prst="orthographicFront"/>
                <a:lightRig dir="t" rig="threePt"/>
              </a:scene3d>
              <a:sp3d contourW="12700"/>
            </a:bodyPr>
            <a:p>
              <a:pPr algn="ctr"/>
              <a:r>
                <a:rPr altLang="zh-CN" b="1" dirty="0" sz="2000" lang="en-US">
                  <a:solidFill>
                    <a:schemeClr val="tx1">
                      <a:lumMod val="75000"/>
                      <a:lumOff val="25000"/>
                    </a:schemeClr>
                  </a:solidFill>
                  <a:latin typeface="Calibri" panose="020F0502020204030204" charset="0"/>
                  <a:cs typeface="Calibri" panose="020F0502020204030204" charset="0"/>
                </a:rPr>
                <a:t>Loops </a:t>
              </a:r>
              <a:endParaRPr altLang="en-US" b="1" dirty="0" sz="1600" lang="zh-CN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charset="0"/>
                <a:cs typeface="Calibri" panose="020F0502020204030204" charset="0"/>
              </a:endParaRPr>
            </a:p>
          </p:txBody>
        </p:sp>
        <p:sp>
          <p:nvSpPr>
            <p:cNvPr id="1048619" name="文本框 53"/>
            <p:cNvSpPr txBox="1"/>
            <p:nvPr/>
          </p:nvSpPr>
          <p:spPr>
            <a:xfrm>
              <a:off x="1626835" y="2687681"/>
              <a:ext cx="2492110" cy="872275"/>
            </a:xfrm>
            <a:prstGeom prst="rect"/>
            <a:noFill/>
          </p:spPr>
          <p:txBody>
            <a:bodyPr rtlCol="0" wrap="square">
              <a:spAutoFit/>
              <a:scene3d>
                <a:camera prst="orthographicFront"/>
                <a:lightRig dir="t" rig="threePt"/>
              </a:scene3d>
              <a:sp3d contourW="12700"/>
            </a:bodyPr>
            <a:p>
              <a:pPr algn="ctr">
                <a:lnSpc>
                  <a:spcPct val="114000"/>
                </a:lnSpc>
              </a:pPr>
              <a:r>
                <a:rPr altLang="zh-CN" dirty="0" sz="1400" lang="en-US">
                  <a:latin typeface="Calibri" panose="020F0502020204030204" charset="0"/>
                  <a:ea typeface="+mj-ea"/>
                  <a:cs typeface="Calibri" panose="020F0502020204030204" charset="0"/>
                </a:rPr>
                <a:t>Loops are used to repeatedly execute a block of code.
In this program, loops display each question one by one and allow the user to guess until attempts are exhausted.</a:t>
              </a:r>
            </a:p>
          </p:txBody>
        </p:sp>
      </p:grpSp>
      <p:grpSp>
        <p:nvGrpSpPr>
          <p:cNvPr id="38" name="组合 54"/>
          <p:cNvGrpSpPr/>
          <p:nvPr/>
        </p:nvGrpSpPr>
        <p:grpSpPr>
          <a:xfrm>
            <a:off x="6345503" y="5183941"/>
            <a:ext cx="3481797" cy="1722681"/>
            <a:chOff x="1626835" y="2349127"/>
            <a:chExt cx="2492110" cy="1233021"/>
          </a:xfrm>
        </p:grpSpPr>
        <p:sp>
          <p:nvSpPr>
            <p:cNvPr id="1048620" name="文本框 55"/>
            <p:cNvSpPr txBox="1"/>
            <p:nvPr/>
          </p:nvSpPr>
          <p:spPr>
            <a:xfrm>
              <a:off x="1806000" y="2349127"/>
              <a:ext cx="2133781" cy="283612"/>
            </a:xfrm>
            <a:prstGeom prst="rect"/>
            <a:noFill/>
          </p:spPr>
          <p:txBody>
            <a:bodyPr rtlCol="0" wrap="square">
              <a:spAutoFit/>
              <a:scene3d>
                <a:camera prst="orthographicFront"/>
                <a:lightRig dir="t" rig="threePt"/>
              </a:scene3d>
              <a:sp3d contourW="12700"/>
            </a:bodyPr>
            <a:p>
              <a:pPr algn="ctr"/>
              <a:r>
                <a:rPr altLang="zh-CN" b="1" dirty="0" sz="2000" lang="en-US">
                  <a:solidFill>
                    <a:schemeClr val="tx1">
                      <a:lumMod val="75000"/>
                      <a:lumOff val="25000"/>
                    </a:schemeClr>
                  </a:solidFill>
                  <a:latin typeface="Calibri" panose="020F0502020204030204" charset="0"/>
                  <a:cs typeface="Calibri" panose="020F0502020204030204" charset="0"/>
                </a:rPr>
                <a:t>Conditional statements </a:t>
              </a:r>
              <a:endParaRPr altLang="en-US" b="1" dirty="0" sz="1600" lang="zh-CN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charset="0"/>
                <a:cs typeface="Calibri" panose="020F0502020204030204" charset="0"/>
              </a:endParaRPr>
            </a:p>
          </p:txBody>
        </p:sp>
        <p:sp>
          <p:nvSpPr>
            <p:cNvPr id="1048621" name="文本框 56"/>
            <p:cNvSpPr txBox="1"/>
            <p:nvPr/>
          </p:nvSpPr>
          <p:spPr>
            <a:xfrm>
              <a:off x="1626835" y="2687681"/>
              <a:ext cx="2492110" cy="894467"/>
            </a:xfrm>
            <a:prstGeom prst="rect"/>
            <a:noFill/>
          </p:spPr>
          <p:txBody>
            <a:bodyPr rtlCol="0" wrap="square">
              <a:spAutoFit/>
              <a:scene3d>
                <a:camera prst="orthographicFront"/>
                <a:lightRig dir="t" rig="threePt"/>
              </a:scene3d>
              <a:sp3d contourW="12700"/>
            </a:bodyPr>
            <a:p>
              <a:pPr algn="ctr">
                <a:lnSpc>
                  <a:spcPct val="114000"/>
                </a:lnSpc>
              </a:pPr>
              <a:r>
                <a:rPr altLang="zh-CN" dirty="0" sz="1400" lang="en-US">
                  <a:latin typeface="Calibri" panose="020F0502020204030204" charset="0"/>
                  <a:ea typeface="+mj-ea"/>
                  <a:cs typeface="Calibri" panose="020F0502020204030204" charset="0"/>
                </a:rPr>
                <a:t>Conditional statements check whether the user’s guess is correct or not.
Based on the condition, the program either increases the score or reduces the remaining attempts.</a:t>
              </a:r>
            </a:p>
          </p:txBody>
        </p:sp>
      </p:grpSp>
      <p:grpSp>
        <p:nvGrpSpPr>
          <p:cNvPr id="39" name="组合 57"/>
          <p:cNvGrpSpPr/>
          <p:nvPr/>
        </p:nvGrpSpPr>
        <p:grpSpPr>
          <a:xfrm>
            <a:off x="9465534" y="3250697"/>
            <a:ext cx="2548093" cy="2348542"/>
            <a:chOff x="1626835" y="2349127"/>
            <a:chExt cx="2492110" cy="1968487"/>
          </a:xfrm>
        </p:grpSpPr>
        <p:sp>
          <p:nvSpPr>
            <p:cNvPr id="1048622" name="文本框 58"/>
            <p:cNvSpPr txBox="1"/>
            <p:nvPr/>
          </p:nvSpPr>
          <p:spPr>
            <a:xfrm>
              <a:off x="1806000" y="2349127"/>
              <a:ext cx="2133781" cy="332118"/>
            </a:xfrm>
            <a:prstGeom prst="rect"/>
            <a:noFill/>
          </p:spPr>
          <p:txBody>
            <a:bodyPr rtlCol="0" wrap="square">
              <a:spAutoFit/>
              <a:scene3d>
                <a:camera prst="orthographicFront"/>
                <a:lightRig dir="t" rig="threePt"/>
              </a:scene3d>
              <a:sp3d contourW="12700"/>
            </a:bodyPr>
            <a:p>
              <a:pPr algn="ctr"/>
              <a:r>
                <a:rPr altLang="zh-CN" b="1" dirty="0" sz="2000" lang="en-US">
                  <a:solidFill>
                    <a:schemeClr val="tx1">
                      <a:lumMod val="75000"/>
                      <a:lumOff val="25000"/>
                    </a:schemeClr>
                  </a:solidFill>
                  <a:latin typeface="Calibri" panose="020F0502020204030204" charset="0"/>
                  <a:cs typeface="Calibri" panose="020F0502020204030204" charset="0"/>
                </a:rPr>
                <a:t>User interaction </a:t>
              </a:r>
              <a:endParaRPr altLang="en-US" b="1" dirty="0" sz="1600" lang="zh-CN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charset="0"/>
                <a:cs typeface="Calibri" panose="020F0502020204030204" charset="0"/>
              </a:endParaRPr>
            </a:p>
          </p:txBody>
        </p:sp>
        <p:sp>
          <p:nvSpPr>
            <p:cNvPr id="1048623" name="文本框 59"/>
            <p:cNvSpPr txBox="1"/>
            <p:nvPr/>
          </p:nvSpPr>
          <p:spPr>
            <a:xfrm>
              <a:off x="1626835" y="2687681"/>
              <a:ext cx="2492110" cy="1629933"/>
            </a:xfrm>
            <a:prstGeom prst="rect"/>
            <a:noFill/>
          </p:spPr>
          <p:txBody>
            <a:bodyPr rtlCol="0" wrap="square">
              <a:spAutoFit/>
              <a:scene3d>
                <a:camera prst="orthographicFront"/>
                <a:lightRig dir="t" rig="threePt"/>
              </a:scene3d>
              <a:sp3d contourW="12700"/>
            </a:bodyPr>
            <a:p>
              <a:pPr algn="ctr">
                <a:lnSpc>
                  <a:spcPct val="114000"/>
                </a:lnSpc>
              </a:pPr>
              <a:r>
                <a:rPr altLang="zh-CN" dirty="0" sz="1400" lang="en-US">
                  <a:latin typeface="Calibri" panose="020F0502020204030204" charset="0"/>
                  <a:ea typeface="+mj-ea"/>
                  <a:cs typeface="Calibri" panose="020F0502020204030204" charset="0"/>
                </a:rPr>
                <a:t>User interaction occurs through keyboard input using </a:t>
              </a:r>
              <a:r>
                <a:rPr altLang="zh-CN" dirty="0" sz="1400" lang="en-US" err="1">
                  <a:latin typeface="Calibri" panose="020F0502020204030204" charset="0"/>
                  <a:ea typeface="+mj-ea"/>
                  <a:cs typeface="Calibri" panose="020F0502020204030204" charset="0"/>
                </a:rPr>
                <a:t>scanf</a:t>
              </a:r>
              <a:r>
                <a:rPr altLang="zh-CN" dirty="0" sz="1400" lang="en-US">
                  <a:latin typeface="Calibri" panose="020F0502020204030204" charset="0"/>
                  <a:ea typeface="+mj-ea"/>
                  <a:cs typeface="Calibri" panose="020F0502020204030204" charset="0"/>
                </a:rPr>
                <a:t>() and output using </a:t>
              </a:r>
              <a:r>
                <a:rPr altLang="zh-CN" dirty="0" sz="1400" lang="en-US" err="1">
                  <a:latin typeface="Calibri" panose="020F0502020204030204" charset="0"/>
                  <a:ea typeface="+mj-ea"/>
                  <a:cs typeface="Calibri" panose="020F0502020204030204" charset="0"/>
                </a:rPr>
                <a:t>printf</a:t>
              </a:r>
              <a:r>
                <a:rPr altLang="zh-CN" dirty="0" sz="1400" lang="en-US">
                  <a:latin typeface="Calibri" panose="020F0502020204030204" charset="0"/>
                  <a:ea typeface="+mj-ea"/>
                  <a:cs typeface="Calibri" panose="020F0502020204030204" charset="0"/>
                </a:rPr>
                <a:t>().
The user reads hints and hidden words, enters guesses, and receives feedback and final score.</a:t>
              </a:r>
            </a:p>
          </p:txBody>
        </p:sp>
      </p:grpSp>
    </p:spTree>
  </p:cSld>
  <p:clrMapOvr>
    <a:masterClrMapping/>
  </p:clrMapOvr>
  <p:timing>
    <p:tnLst>
      <p:par>
        <p:cTn dur="indefinite" id="1" nodeType="tmRoot" restart="never">
          <p:childTnLst>
            <p:seq concurrent="1" nextAc="seek">
              <p:cTn dur="indefinite" id="2" nodeType="mainSeq">
                <p:childTnLst>
                  <p:par>
                    <p:cTn fill="hold" id="3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 id="4">
                            <p:stCondLst>
                              <p:cond delay="0"/>
                            </p:stCondLst>
                            <p:childTnLst>
                              <p:par>
                                <p:cTn decel="100000" fill="hold" grpId="0" id="5" nodeType="afterEffect" presetClass="entr" presetID="5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6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5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dur="1000" fill="hold" id="7"/>
                                        <p:tgtEl>
                                          <p:spTgt spid="104858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ur="1000" fill="hold" id="8"/>
                                        <p:tgtEl>
                                          <p:spTgt spid="104858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dur="1000" id="9"/>
                                        <p:tgtEl>
                                          <p:spTgt spid="10485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 id="10">
                            <p:stCondLst>
                              <p:cond delay="1000"/>
                            </p:stCondLst>
                            <p:childTnLst>
                              <p:par>
                                <p:cTn fill="hold" grpId="0" id="11" nodeType="afterEffect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12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5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dur="500" id="13"/>
                                        <p:tgtEl>
                                          <p:spTgt spid="10485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grpId="0" id="14" nodeType="withEffect" presetClass="entr" presetID="2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15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5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dur="500" id="16"/>
                                        <p:tgtEl>
                                          <p:spTgt spid="10485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 id="17">
                            <p:stCondLst>
                              <p:cond delay="1500"/>
                            </p:stCondLst>
                            <p:childTnLst>
                              <p:par>
                                <p:cTn fill="hold" id="18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19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dur="500" id="2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id="21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22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dur="500" id="23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id="24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25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dur="500" id="26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id="27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28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dur="500" id="29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8586" grpId="0"/>
      <p:bldP spid="1048587" grpId="0" animBg="1"/>
      <p:bldP spid="1048592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55" name="图片 3"/>
          <p:cNvPicPr>
            <a:picLocks noChangeAspect="1"/>
          </p:cNvPicPr>
          <p:nvPr/>
        </p:nvPicPr>
        <p:blipFill rotWithShape="1">
          <a:blip xmlns:r="http://schemas.openxmlformats.org/officeDocument/2006/relationships" r:embed="rId1" cstate="print"/>
          <a:srcRect l="49956"/>
          <a:stretch>
            <a:fillRect/>
          </a:stretch>
        </p:blipFill>
        <p:spPr>
          <a:xfrm rot="16200000">
            <a:off x="1781715" y="-1777960"/>
            <a:ext cx="8628571" cy="12192000"/>
          </a:xfrm>
          <a:prstGeom prst="rect"/>
        </p:spPr>
      </p:pic>
      <p:sp>
        <p:nvSpPr>
          <p:cNvPr id="1048650" name="文本框 4" descr="e7d195523061f1c0deeec63e560781cfd59afb0ea006f2a87ABB68BF51EA6619813959095094C18C62A12F549504892A4AAA8C1554C6663626E05CA27F281A14E6983772AFC3FB97135759321DEA3D7004FB075A8443E283A7673BBBDBFD88DFA513D62253E27B7E9FFF4379D8121322A85C7E16198ADF129F152EEF5340DE1ED504E252F53EAD1F847BC471C6326134"/>
          <p:cNvSpPr txBox="1"/>
          <p:nvPr/>
        </p:nvSpPr>
        <p:spPr>
          <a:xfrm rot="2675912" flipH="1">
            <a:off x="5418149" y="3583041"/>
            <a:ext cx="5975744" cy="1015663"/>
          </a:xfrm>
          <a:prstGeom prst="rect"/>
          <a:noFill/>
        </p:spPr>
        <p:txBody>
          <a:bodyPr rtlCol="0" wrap="square">
            <a:spAutoFit/>
          </a:bodyPr>
          <a:p>
            <a:pPr algn="ctr"/>
            <a:r>
              <a:rPr altLang="zh-CN" b="1" dirty="0" sz="6000" lang="en-US">
                <a:solidFill>
                  <a:srgbClr val="60C0BE"/>
                </a:solidFill>
                <a:latin typeface="Calibri" panose="020F0502020204030204" charset="0"/>
                <a:ea typeface="Calibri" panose="020F0502020204030204" charset="0"/>
                <a:cs typeface="Calibri" panose="020F0502020204030204" charset="0"/>
              </a:rPr>
              <a:t> For  Listening </a:t>
            </a:r>
          </a:p>
        </p:txBody>
      </p:sp>
      <p:sp>
        <p:nvSpPr>
          <p:cNvPr id="1048651" name="文本框 5" descr="e7d195523061f1c0deeec63e560781cfd59afb0ea006f2a87ABB68BF51EA6619813959095094C18C62A12F549504892A4AAA8C1554C6663626E05CA27F281A14E6983772AFC3FB97135759321DEA3D7004FB075A8443E283A7673BBBDBFD88DFA513D62253E27B7E9FFF4379D8121322A85C7E16198ADF129F152EEF5340DE1ED504E252F53EAD1F847BC471C6326134"/>
          <p:cNvSpPr txBox="1"/>
          <p:nvPr/>
        </p:nvSpPr>
        <p:spPr>
          <a:xfrm rot="18883223" flipH="1">
            <a:off x="-472283" y="3602423"/>
            <a:ext cx="6728350" cy="1014730"/>
          </a:xfrm>
          <a:prstGeom prst="rect"/>
          <a:noFill/>
        </p:spPr>
        <p:txBody>
          <a:bodyPr rtlCol="0" wrap="square">
            <a:spAutoFit/>
          </a:bodyPr>
          <a:p>
            <a:r>
              <a:rPr altLang="zh-CN" dirty="0" sz="6000" lang="en-US">
                <a:solidFill>
                  <a:srgbClr val="1B2932"/>
                </a:solidFill>
                <a:latin typeface="Calibri" panose="020F0502020204030204" charset="0"/>
                <a:ea typeface="Calibri" panose="020F0502020204030204" charset="0"/>
                <a:cs typeface="Calibri" panose="020F0502020204030204" charset="0"/>
              </a:rPr>
              <a:t>THANK YOU</a:t>
            </a:r>
            <a:endParaRPr altLang="en-US" dirty="0" sz="6000" lang="zh-CN">
              <a:solidFill>
                <a:srgbClr val="1B2932"/>
              </a:solidFill>
              <a:latin typeface="Calibri" panose="020F0502020204030204" charset="0"/>
              <a:ea typeface="Calibri" panose="020F0502020204030204" charset="0"/>
              <a:cs typeface="Calibri" panose="020F0502020204030204" charset="0"/>
            </a:endParaRPr>
          </a:p>
        </p:txBody>
      </p:sp>
    </p:spTree>
  </p:cSld>
  <p:clrMapOvr>
    <a:masterClrMapping/>
  </p:clrMapOvr>
  <p:timing>
    <p:tnLst>
      <p:par>
        <p:cTn dur="indefinite" id="1" nodeType="tmRoot" restart="never">
          <p:childTnLst>
            <p:seq concurrent="1" nextAc="seek">
              <p:cTn dur="indefinite" id="2" nodeType="mainSeq">
                <p:childTnLst>
                  <p:par>
                    <p:cTn fill="hold" id="3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 id="4">
                            <p:stCondLst>
                              <p:cond delay="0"/>
                            </p:stCondLst>
                            <p:childTnLst>
                              <p:par>
                                <p:cTn fill="hold" grpId="0" id="5" nodeType="afterEffect" presetClass="entr" presetID="5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6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dur="750" fill="hold" id="7"/>
                                        <p:tgtEl>
                                          <p:spTgt spid="10486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ur="750" fill="hold" id="8"/>
                                        <p:tgtEl>
                                          <p:spTgt spid="10486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dur="750" id="9"/>
                                        <p:tgtEl>
                                          <p:spTgt spid="10486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 id="10">
                            <p:stCondLst>
                              <p:cond delay="1000"/>
                            </p:stCondLst>
                            <p:childTnLst>
                              <p:par>
                                <p:cTn fill="hold" grpId="0" id="11" nodeType="afterEffect" presetClass="entr" presetID="5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12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dur="750" fill="hold" id="13"/>
                                        <p:tgtEl>
                                          <p:spTgt spid="104865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dur="750" fill="hold" id="14"/>
                                        <p:tgtEl>
                                          <p:spTgt spid="104865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dur="750" id="15"/>
                                        <p:tgtEl>
                                          <p:spTgt spid="10486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8650" grpId="0"/>
      <p:bldP spid="1048651" grpId="0"/>
    </p:bldLst>
  </p:timing>
</p:sld>
</file>

<file path=ppt/tags/tag1.xml><?xml version="1.0" encoding="utf-8"?>
<p:tagLst xmlns:p="http://schemas.openxmlformats.org/presentationml/2006/main">
  <p:tag name="PA" val="v3.2.0"/>
</p:tagLst>
</file>

<file path=ppt/tags/tag2.xml><?xml version="1.0" encoding="utf-8"?>
<p:tagLst xmlns:p="http://schemas.openxmlformats.org/presentationml/2006/main">
  <p:tag name="PA" val="v3.2.0"/>
</p:tagLst>
</file>

<file path=ppt/tags/tag3.xml><?xml version="1.0" encoding="utf-8"?>
<p:tagLst xmlns:p="http://schemas.openxmlformats.org/presentationml/2006/main">
  <p:tag name="PA" val="v3.2.0"/>
</p:tagLst>
</file>

<file path=ppt/tags/tag4.xml><?xml version="1.0" encoding="utf-8"?>
<p:tagLst xmlns:p="http://schemas.openxmlformats.org/presentationml/2006/main">
  <p:tag name="PA" val="v3.2.0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lastClr="000000" val="windowText"/>
      </a:dk1>
      <a:lt1>
        <a:sysClr lastClr="FFFFFF" val="window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Calibri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Calibri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Calibri"/>
        <a:font script="Hant" typeface="新細明體"/>
        <a:font script="Arab" typeface="Calibri"/>
        <a:font script="Hebr" typeface="Calibri"/>
        <a:font script="Thai" typeface="Calibri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Calibri"/>
        <a:font script="Laoo" typeface="DokChampa"/>
        <a:font script="Sinh" typeface="Iskoola Pota"/>
        <a:font script="Mong" typeface="Mongolian Baiti"/>
        <a:font script="Viet" typeface="Calibri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algn="ctr" blurRad="57150" dir="5400000" dist="19050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a="http://schemas.openxmlformats.org/drawingml/2006/main" name="Office 主题">
  <a:themeElements>
    <a:clrScheme name="Office">
      <a:dk1>
        <a:sysClr lastClr="000000" val="windowText"/>
      </a:dk1>
      <a:lt1>
        <a:sysClr lastClr="FFFFFF" val="window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Calibri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Calibri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Calibri"/>
        <a:font script="Hant" typeface="新細明體"/>
        <a:font script="Arab" typeface="Calibri"/>
        <a:font script="Hebr" typeface="Calibri"/>
        <a:font script="Thai" typeface="Calibri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Calibri"/>
        <a:font script="Laoo" typeface="DokChampa"/>
        <a:font script="Sinh" typeface="Iskoola Pota"/>
        <a:font script="Mong" typeface="Mongolian Baiti"/>
        <a:font script="Viet" typeface="Calibri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algn="ctr" blurRad="57150" dir="5400000" dist="19050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3.xml><?xml version="1.0" encoding="utf-8"?>
<a:theme xmlns:a="http://schemas.openxmlformats.org/drawingml/2006/main" name="Office 主题">
  <a:themeElements>
    <a:clrScheme name="Office">
      <a:dk1>
        <a:sysClr lastClr="000000" val="windowText"/>
      </a:dk1>
      <a:lt1>
        <a:sysClr lastClr="FFFFFF" val="window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Calibri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Calibri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Calibri"/>
        <a:font script="Hant" typeface="新細明體"/>
        <a:font script="Arab" typeface="Calibri"/>
        <a:font script="Hebr" typeface="Calibri"/>
        <a:font script="Thai" typeface="Calibri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Calibri"/>
        <a:font script="Laoo" typeface="DokChampa"/>
        <a:font script="Sinh" typeface="Iskoola Pota"/>
        <a:font script="Mong" typeface="Mongolian Baiti"/>
        <a:font script="Viet" typeface="Calibri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algn="ctr" blurRad="57150" dir="5400000" dist="19050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>
  <Application>Microsoft Office PowerPoint</Application>
  <ScaleCrop>0</ScaleCrop>
  <Company>Microsoft</Company>
  <LinksUpToDate>0</LinksUpToDate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PowerPoint 演示文稿</dc:title>
  <dc:creator>PC</dc:creator>
  <cp:lastModifiedBy>Rithvikraj Karri</cp:lastModifiedBy>
  <dcterms:created xsi:type="dcterms:W3CDTF">2018-12-17T08:57:00Z</dcterms:created>
  <dcterms:modified xsi:type="dcterms:W3CDTF">2026-01-04T04:21:32Z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1033-11.2.0.10382</vt:lpwstr>
  </property>
  <property fmtid="{D5CDD505-2E9C-101B-9397-08002B2CF9AE}" pid="3" name="ICV">
    <vt:lpwstr>71aa02fa11a14c68be3f2e5303e840c2</vt:lpwstr>
  </property>
</Properties>
</file>